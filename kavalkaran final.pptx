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6.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7.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8.xml" ContentType="application/vnd.openxmlformats-officedocument.theme+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 id="2147483752" r:id="rId9"/>
  </p:sldMasterIdLst>
  <p:notesMasterIdLst>
    <p:notesMasterId r:id="rId28"/>
  </p:notesMasterIdLst>
  <p:sldIdLst>
    <p:sldId id="256" r:id="rId10"/>
    <p:sldId id="257" r:id="rId11"/>
    <p:sldId id="269" r:id="rId12"/>
    <p:sldId id="270" r:id="rId13"/>
    <p:sldId id="271" r:id="rId14"/>
    <p:sldId id="258" r:id="rId15"/>
    <p:sldId id="259" r:id="rId16"/>
    <p:sldId id="260" r:id="rId17"/>
    <p:sldId id="261" r:id="rId18"/>
    <p:sldId id="262" r:id="rId19"/>
    <p:sldId id="263" r:id="rId20"/>
    <p:sldId id="264" r:id="rId21"/>
    <p:sldId id="265" r:id="rId22"/>
    <p:sldId id="266" r:id="rId23"/>
    <p:sldId id="267" r:id="rId24"/>
    <p:sldId id="268" r:id="rId25"/>
    <p:sldId id="272" r:id="rId26"/>
    <p:sldId id="273"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 Type="http://schemas.openxmlformats.org/officeDocument/2006/relationships/slideMaster" Target="slideMasters/slideMaster3.xml"/><Relationship Id="rId21" Type="http://schemas.openxmlformats.org/officeDocument/2006/relationships/slide" Target="slides/slide12.xml"/><Relationship Id="rId7" Type="http://schemas.openxmlformats.org/officeDocument/2006/relationships/slideMaster" Target="slideMasters/slideMaster7.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2" Type="http://schemas.openxmlformats.org/officeDocument/2006/relationships/slideMaster" Target="slideMasters/slideMaster2.xml"/><Relationship Id="rId16" Type="http://schemas.openxmlformats.org/officeDocument/2006/relationships/slide" Target="slides/slide7.xml"/><Relationship Id="rId20" Type="http://schemas.openxmlformats.org/officeDocument/2006/relationships/slide" Target="slides/slide11.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tableStyles" Target="tableStyles.xml"/><Relationship Id="rId5" Type="http://schemas.openxmlformats.org/officeDocument/2006/relationships/slideMaster" Target="slideMasters/slideMaster5.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notesMaster" Target="notesMasters/notesMaster1.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0.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30"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a:buNone/>
            </a:pPr>
            <a:r>
              <a:rPr lang="en-IN" sz="4400" b="0" strike="noStrike" spc="-1">
                <a:latin typeface="Arial"/>
              </a:rPr>
              <a:t>Click to move the slide</a:t>
            </a:r>
          </a:p>
        </p:txBody>
      </p:sp>
      <p:sp>
        <p:nvSpPr>
          <p:cNvPr id="43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en-IN" sz="2000" b="0" strike="noStrike" spc="-1">
                <a:latin typeface="Arial"/>
              </a:rPr>
              <a:t>Click to edit the notes format</a:t>
            </a:r>
          </a:p>
        </p:txBody>
      </p:sp>
      <p:sp>
        <p:nvSpPr>
          <p:cNvPr id="43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r>
              <a:rPr lang="en-IN" sz="1400" b="0" strike="noStrike" spc="-1">
                <a:latin typeface="Times New Roman"/>
              </a:rPr>
              <a:t>&lt;header&gt;</a:t>
            </a:r>
          </a:p>
        </p:txBody>
      </p:sp>
      <p:sp>
        <p:nvSpPr>
          <p:cNvPr id="433" name="PlaceHolder 4"/>
          <p:cNvSpPr>
            <a:spLocks noGrp="1"/>
          </p:cNvSpPr>
          <p:nvPr>
            <p:ph type="dt" idx="17"/>
          </p:nvPr>
        </p:nvSpPr>
        <p:spPr>
          <a:xfrm>
            <a:off x="4278960" y="0"/>
            <a:ext cx="3280680" cy="534240"/>
          </a:xfrm>
          <a:prstGeom prst="rect">
            <a:avLst/>
          </a:prstGeom>
          <a:noFill/>
          <a:ln w="0">
            <a:noFill/>
          </a:ln>
        </p:spPr>
        <p:txBody>
          <a:bodyPr lIns="0" tIns="0" rIns="0" bIns="0" anchor="t">
            <a:noAutofit/>
          </a:bodyPr>
          <a:lstStyle>
            <a:lvl1pPr algn="r">
              <a:buNone/>
              <a:defRPr lang="en-IN" sz="1400" b="0" strike="noStrike" spc="-1">
                <a:latin typeface="Times New Roman"/>
              </a:defRPr>
            </a:lvl1pPr>
          </a:lstStyle>
          <a:p>
            <a:pPr algn="r">
              <a:buNone/>
            </a:pPr>
            <a:r>
              <a:rPr lang="en-IN" sz="1400" b="0" strike="noStrike" spc="-1">
                <a:latin typeface="Times New Roman"/>
              </a:rPr>
              <a:t>&lt;date/time&gt;</a:t>
            </a:r>
          </a:p>
        </p:txBody>
      </p:sp>
      <p:sp>
        <p:nvSpPr>
          <p:cNvPr id="434" name="PlaceHolder 5"/>
          <p:cNvSpPr>
            <a:spLocks noGrp="1"/>
          </p:cNvSpPr>
          <p:nvPr>
            <p:ph type="ftr" idx="18"/>
          </p:nvPr>
        </p:nvSpPr>
        <p:spPr>
          <a:xfrm>
            <a:off x="0" y="10157400"/>
            <a:ext cx="3280680" cy="534240"/>
          </a:xfrm>
          <a:prstGeom prst="rect">
            <a:avLst/>
          </a:prstGeom>
          <a:noFill/>
          <a:ln w="0">
            <a:noFill/>
          </a:ln>
        </p:spPr>
        <p:txBody>
          <a:bodyPr lIns="0" tIns="0" rIns="0" bIns="0" anchor="b">
            <a:noAutofit/>
          </a:bodyPr>
          <a:lstStyle>
            <a:lvl1pPr>
              <a:defRPr lang="en-IN" sz="1400" b="0" strike="noStrike" spc="-1">
                <a:latin typeface="Times New Roman"/>
              </a:defRPr>
            </a:lvl1pPr>
          </a:lstStyle>
          <a:p>
            <a:r>
              <a:rPr lang="en-IN" sz="1400" b="0" strike="noStrike" spc="-1">
                <a:latin typeface="Times New Roman"/>
              </a:rPr>
              <a:t>&lt;footer&gt;</a:t>
            </a:r>
          </a:p>
        </p:txBody>
      </p:sp>
      <p:sp>
        <p:nvSpPr>
          <p:cNvPr id="435" name="PlaceHolder 6"/>
          <p:cNvSpPr>
            <a:spLocks noGrp="1"/>
          </p:cNvSpPr>
          <p:nvPr>
            <p:ph type="sldNum" idx="19"/>
          </p:nvPr>
        </p:nvSpPr>
        <p:spPr>
          <a:xfrm>
            <a:off x="4278960" y="10157400"/>
            <a:ext cx="3280680" cy="534240"/>
          </a:xfrm>
          <a:prstGeom prst="rect">
            <a:avLst/>
          </a:prstGeom>
          <a:noFill/>
          <a:ln w="0">
            <a:noFill/>
          </a:ln>
        </p:spPr>
        <p:txBody>
          <a:bodyPr lIns="0" tIns="0" rIns="0" bIns="0" anchor="b">
            <a:noAutofit/>
          </a:bodyPr>
          <a:lstStyle>
            <a:lvl1pPr algn="r">
              <a:buNone/>
              <a:defRPr lang="en-IN" sz="1400" b="0" strike="noStrike" spc="-1">
                <a:latin typeface="Times New Roman"/>
              </a:defRPr>
            </a:lvl1pPr>
          </a:lstStyle>
          <a:p>
            <a:pPr algn="r">
              <a:buNone/>
            </a:pPr>
            <a:fld id="{61FBB7FF-BF16-439D-BC08-8FDFA220A62B}" type="slidenum">
              <a:rPr lang="en-IN" sz="1400" b="0" strike="noStrike" spc="-1">
                <a:latin typeface="Times New Roman"/>
              </a:rPr>
              <a:t>‹#›</a:t>
            </a:fld>
            <a:endParaRPr lang="en-IN" sz="1400" b="0" strike="noStrike" spc="-1">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 name="PlaceHolder 1"/>
          <p:cNvSpPr>
            <a:spLocks noGrp="1" noRot="1" noChangeAspect="1"/>
          </p:cNvSpPr>
          <p:nvPr>
            <p:ph type="sldImg"/>
          </p:nvPr>
        </p:nvSpPr>
        <p:spPr>
          <a:xfrm>
            <a:off x="685800" y="1143000"/>
            <a:ext cx="5484813" cy="3084513"/>
          </a:xfrm>
          <a:prstGeom prst="rect">
            <a:avLst/>
          </a:prstGeom>
          <a:ln w="0">
            <a:noFill/>
          </a:ln>
        </p:spPr>
      </p:sp>
      <p:sp>
        <p:nvSpPr>
          <p:cNvPr id="553" name="PlaceHolder 2"/>
          <p:cNvSpPr>
            <a:spLocks noGrp="1"/>
          </p:cNvSpPr>
          <p:nvPr>
            <p:ph type="body"/>
          </p:nvPr>
        </p:nvSpPr>
        <p:spPr>
          <a:xfrm>
            <a:off x="685800" y="4400640"/>
            <a:ext cx="5485320" cy="3599280"/>
          </a:xfrm>
          <a:prstGeom prst="rect">
            <a:avLst/>
          </a:prstGeom>
          <a:noFill/>
          <a:ln w="0">
            <a:noFill/>
          </a:ln>
        </p:spPr>
        <p:txBody>
          <a:bodyPr lIns="0" tIns="0" rIns="0" bIns="0" anchor="t">
            <a:noAutofit/>
          </a:bodyPr>
          <a:lstStyle/>
          <a:p>
            <a:endParaRPr lang="en-IN" sz="2000" b="0" strike="noStrike" spc="-1">
              <a:latin typeface="Arial"/>
            </a:endParaRPr>
          </a:p>
        </p:txBody>
      </p:sp>
      <p:sp>
        <p:nvSpPr>
          <p:cNvPr id="554" name="PlaceHolder 3"/>
          <p:cNvSpPr>
            <a:spLocks noGrp="1"/>
          </p:cNvSpPr>
          <p:nvPr>
            <p:ph type="sldNum" idx="41"/>
          </p:nvPr>
        </p:nvSpPr>
        <p:spPr>
          <a:xfrm>
            <a:off x="3884760" y="8685360"/>
            <a:ext cx="2970720" cy="457560"/>
          </a:xfrm>
          <a:prstGeom prst="rect">
            <a:avLst/>
          </a:prstGeom>
          <a:noFill/>
          <a:ln w="0">
            <a:noFill/>
          </a:ln>
        </p:spPr>
        <p:txBody>
          <a:bodyPr lIns="0" tIns="0" rIns="0" bIns="0" anchor="b">
            <a:noAutofit/>
          </a:bodyPr>
          <a:lstStyle>
            <a:lvl1pPr algn="r">
              <a:lnSpc>
                <a:spcPct val="100000"/>
              </a:lnSpc>
              <a:buNone/>
              <a:defRPr lang="en-US" sz="1200" b="0" strike="noStrike" spc="-1">
                <a:latin typeface="Times New Roman"/>
              </a:defRPr>
            </a:lvl1pPr>
          </a:lstStyle>
          <a:p>
            <a:pPr algn="r">
              <a:lnSpc>
                <a:spcPct val="100000"/>
              </a:lnSpc>
              <a:buNone/>
            </a:pPr>
            <a:fld id="{299076A2-97AD-4B4E-84FC-AFD060F96716}" type="slidenum">
              <a:rPr lang="en-US" sz="1200" b="0" strike="noStrike" spc="-1">
                <a:latin typeface="Times New Roman"/>
              </a:rPr>
              <a:t>2</a:t>
            </a:fld>
            <a:endParaRPr lang="en-IN" sz="1200" b="0" strike="noStrike" spc="-1">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5" name="PlaceHolder 1"/>
          <p:cNvSpPr>
            <a:spLocks noGrp="1" noRot="1" noChangeAspect="1"/>
          </p:cNvSpPr>
          <p:nvPr>
            <p:ph type="sldImg"/>
          </p:nvPr>
        </p:nvSpPr>
        <p:spPr>
          <a:xfrm>
            <a:off x="685800" y="1143000"/>
            <a:ext cx="5484813" cy="3084513"/>
          </a:xfrm>
          <a:prstGeom prst="rect">
            <a:avLst/>
          </a:prstGeom>
          <a:ln w="0">
            <a:noFill/>
          </a:ln>
        </p:spPr>
      </p:sp>
      <p:sp>
        <p:nvSpPr>
          <p:cNvPr id="556" name="PlaceHolder 2"/>
          <p:cNvSpPr>
            <a:spLocks noGrp="1"/>
          </p:cNvSpPr>
          <p:nvPr>
            <p:ph type="body"/>
          </p:nvPr>
        </p:nvSpPr>
        <p:spPr>
          <a:xfrm>
            <a:off x="685800" y="4400640"/>
            <a:ext cx="5485320" cy="3599280"/>
          </a:xfrm>
          <a:prstGeom prst="rect">
            <a:avLst/>
          </a:prstGeom>
          <a:noFill/>
          <a:ln w="0">
            <a:noFill/>
          </a:ln>
        </p:spPr>
        <p:txBody>
          <a:bodyPr lIns="0" tIns="0" rIns="0" bIns="0" anchor="t">
            <a:noAutofit/>
          </a:bodyPr>
          <a:lstStyle/>
          <a:p>
            <a:endParaRPr lang="en-IN" sz="2000" b="0" strike="noStrike" spc="-1">
              <a:latin typeface="Arial"/>
            </a:endParaRPr>
          </a:p>
        </p:txBody>
      </p:sp>
      <p:sp>
        <p:nvSpPr>
          <p:cNvPr id="557" name="PlaceHolder 3"/>
          <p:cNvSpPr>
            <a:spLocks noGrp="1"/>
          </p:cNvSpPr>
          <p:nvPr>
            <p:ph type="sldNum" idx="42"/>
          </p:nvPr>
        </p:nvSpPr>
        <p:spPr>
          <a:xfrm>
            <a:off x="3884760" y="8685360"/>
            <a:ext cx="2970720" cy="457560"/>
          </a:xfrm>
          <a:prstGeom prst="rect">
            <a:avLst/>
          </a:prstGeom>
          <a:noFill/>
          <a:ln w="0">
            <a:noFill/>
          </a:ln>
        </p:spPr>
        <p:txBody>
          <a:bodyPr lIns="0" tIns="0" rIns="0" bIns="0" anchor="b">
            <a:noAutofit/>
          </a:bodyPr>
          <a:lstStyle>
            <a:lvl1pPr algn="r">
              <a:lnSpc>
                <a:spcPct val="100000"/>
              </a:lnSpc>
              <a:buNone/>
              <a:defRPr lang="en-US" sz="1200" b="0" strike="noStrike" spc="-1">
                <a:latin typeface="Times New Roman"/>
              </a:defRPr>
            </a:lvl1pPr>
          </a:lstStyle>
          <a:p>
            <a:pPr algn="r">
              <a:lnSpc>
                <a:spcPct val="100000"/>
              </a:lnSpc>
              <a:buNone/>
            </a:pPr>
            <a:fld id="{B4476BB4-3034-462F-85CD-75CBE87D44E1}" type="slidenum">
              <a:rPr lang="en-US" sz="1200" b="0" strike="noStrike" spc="-1">
                <a:latin typeface="Times New Roman"/>
              </a:rPr>
              <a:t>6</a:t>
            </a:fld>
            <a:endParaRPr lang="en-IN" sz="1200" b="0" strike="noStrike" spc="-1">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 name="PlaceHolder 1"/>
          <p:cNvSpPr>
            <a:spLocks noGrp="1" noRot="1" noChangeAspect="1"/>
          </p:cNvSpPr>
          <p:nvPr>
            <p:ph type="sldImg"/>
          </p:nvPr>
        </p:nvSpPr>
        <p:spPr>
          <a:xfrm>
            <a:off x="685800" y="1143000"/>
            <a:ext cx="5484813" cy="3084513"/>
          </a:xfrm>
          <a:prstGeom prst="rect">
            <a:avLst/>
          </a:prstGeom>
          <a:ln w="0">
            <a:noFill/>
          </a:ln>
        </p:spPr>
      </p:sp>
      <p:sp>
        <p:nvSpPr>
          <p:cNvPr id="559" name="PlaceHolder 2"/>
          <p:cNvSpPr>
            <a:spLocks noGrp="1"/>
          </p:cNvSpPr>
          <p:nvPr>
            <p:ph type="body"/>
          </p:nvPr>
        </p:nvSpPr>
        <p:spPr>
          <a:xfrm>
            <a:off x="685800" y="4400640"/>
            <a:ext cx="5485320" cy="3599280"/>
          </a:xfrm>
          <a:prstGeom prst="rect">
            <a:avLst/>
          </a:prstGeom>
          <a:noFill/>
          <a:ln w="0">
            <a:noFill/>
          </a:ln>
        </p:spPr>
        <p:txBody>
          <a:bodyPr lIns="0" tIns="0" rIns="0" bIns="0" anchor="t">
            <a:noAutofit/>
          </a:bodyPr>
          <a:lstStyle/>
          <a:p>
            <a:endParaRPr lang="en-IN" sz="2000" b="0" strike="noStrike" spc="-1">
              <a:latin typeface="Arial"/>
            </a:endParaRPr>
          </a:p>
        </p:txBody>
      </p:sp>
      <p:sp>
        <p:nvSpPr>
          <p:cNvPr id="560" name="PlaceHolder 3"/>
          <p:cNvSpPr>
            <a:spLocks noGrp="1"/>
          </p:cNvSpPr>
          <p:nvPr>
            <p:ph type="sldNum" idx="43"/>
          </p:nvPr>
        </p:nvSpPr>
        <p:spPr>
          <a:xfrm>
            <a:off x="3884760" y="8685360"/>
            <a:ext cx="2970720" cy="457560"/>
          </a:xfrm>
          <a:prstGeom prst="rect">
            <a:avLst/>
          </a:prstGeom>
          <a:noFill/>
          <a:ln w="0">
            <a:noFill/>
          </a:ln>
        </p:spPr>
        <p:txBody>
          <a:bodyPr lIns="0" tIns="0" rIns="0" bIns="0" anchor="b">
            <a:noAutofit/>
          </a:bodyPr>
          <a:lstStyle>
            <a:lvl1pPr algn="r">
              <a:lnSpc>
                <a:spcPct val="100000"/>
              </a:lnSpc>
              <a:buNone/>
              <a:defRPr lang="en-US" sz="1200" b="0" strike="noStrike" spc="-1">
                <a:latin typeface="Times New Roman"/>
              </a:defRPr>
            </a:lvl1pPr>
          </a:lstStyle>
          <a:p>
            <a:pPr algn="r">
              <a:lnSpc>
                <a:spcPct val="100000"/>
              </a:lnSpc>
              <a:buNone/>
            </a:pPr>
            <a:fld id="{D1D83D37-ABD5-47FD-8D96-0AF52BFC3360}" type="slidenum">
              <a:rPr lang="en-US" sz="1200" b="0" strike="noStrike" spc="-1">
                <a:latin typeface="Times New Roman"/>
              </a:rPr>
              <a:t>7</a:t>
            </a:fld>
            <a:endParaRPr lang="en-IN" sz="1200" b="0" strike="noStrike" spc="-1">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noRot="1" noChangeAspect="1"/>
          </p:cNvSpPr>
          <p:nvPr>
            <p:ph type="sldImg"/>
          </p:nvPr>
        </p:nvSpPr>
        <p:spPr>
          <a:xfrm>
            <a:off x="685800" y="1143000"/>
            <a:ext cx="5484813" cy="3084513"/>
          </a:xfrm>
          <a:prstGeom prst="rect">
            <a:avLst/>
          </a:prstGeom>
          <a:ln w="0">
            <a:noFill/>
          </a:ln>
        </p:spPr>
      </p:sp>
      <p:sp>
        <p:nvSpPr>
          <p:cNvPr id="562" name="PlaceHolder 2"/>
          <p:cNvSpPr>
            <a:spLocks noGrp="1"/>
          </p:cNvSpPr>
          <p:nvPr>
            <p:ph type="body"/>
          </p:nvPr>
        </p:nvSpPr>
        <p:spPr>
          <a:xfrm>
            <a:off x="685800" y="4400640"/>
            <a:ext cx="5485320" cy="3599280"/>
          </a:xfrm>
          <a:prstGeom prst="rect">
            <a:avLst/>
          </a:prstGeom>
          <a:noFill/>
          <a:ln w="0">
            <a:noFill/>
          </a:ln>
        </p:spPr>
        <p:txBody>
          <a:bodyPr lIns="0" tIns="0" rIns="0" bIns="0" anchor="t">
            <a:noAutofit/>
          </a:bodyPr>
          <a:lstStyle/>
          <a:p>
            <a:endParaRPr lang="en-IN" sz="2000" b="0" strike="noStrike" spc="-1">
              <a:latin typeface="Arial"/>
            </a:endParaRPr>
          </a:p>
        </p:txBody>
      </p:sp>
      <p:sp>
        <p:nvSpPr>
          <p:cNvPr id="563" name="PlaceHolder 3"/>
          <p:cNvSpPr>
            <a:spLocks noGrp="1"/>
          </p:cNvSpPr>
          <p:nvPr>
            <p:ph type="sldNum" idx="44"/>
          </p:nvPr>
        </p:nvSpPr>
        <p:spPr>
          <a:xfrm>
            <a:off x="3884760" y="8685360"/>
            <a:ext cx="2970720" cy="457560"/>
          </a:xfrm>
          <a:prstGeom prst="rect">
            <a:avLst/>
          </a:prstGeom>
          <a:noFill/>
          <a:ln w="0">
            <a:noFill/>
          </a:ln>
        </p:spPr>
        <p:txBody>
          <a:bodyPr lIns="0" tIns="0" rIns="0" bIns="0" anchor="b">
            <a:noAutofit/>
          </a:bodyPr>
          <a:lstStyle>
            <a:lvl1pPr algn="r">
              <a:lnSpc>
                <a:spcPct val="100000"/>
              </a:lnSpc>
              <a:buNone/>
              <a:defRPr lang="en-US" sz="1200" b="0" strike="noStrike" spc="-1">
                <a:latin typeface="Times New Roman"/>
              </a:defRPr>
            </a:lvl1pPr>
          </a:lstStyle>
          <a:p>
            <a:pPr algn="r">
              <a:lnSpc>
                <a:spcPct val="100000"/>
              </a:lnSpc>
              <a:buNone/>
            </a:pPr>
            <a:fld id="{92849EA2-FA34-44D1-982B-2207F29E497D}" type="slidenum">
              <a:rPr lang="en-US" sz="1200" b="0" strike="noStrike" spc="-1">
                <a:latin typeface="Times New Roman"/>
              </a:rPr>
              <a:t>9</a:t>
            </a:fld>
            <a:endParaRPr lang="en-IN" sz="1200" b="0" strike="noStrike" spc="-1">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9"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1"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3"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4"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8"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0"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2"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3"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4"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6"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8"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0"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1"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3"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4"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5"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6"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8"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9"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0"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1"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3"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lstStyle/>
          <a:p>
            <a:r>
              <a:t>Footer</a:t>
            </a:r>
          </a:p>
        </p:txBody>
      </p:sp>
      <p:sp>
        <p:nvSpPr>
          <p:cNvPr id="3" name="PlaceHolder 2"/>
          <p:cNvSpPr>
            <a:spLocks noGrp="1"/>
          </p:cNvSpPr>
          <p:nvPr>
            <p:ph type="sldNum" idx="2"/>
          </p:nvPr>
        </p:nvSpPr>
        <p:spPr/>
        <p:txBody>
          <a:bodyPr/>
          <a:lstStyle/>
          <a:p>
            <a:fld id="{97A83475-9A96-437F-8385-246FA6FCB1AA}" type="slidenum">
              <a:t>‹#›</a:t>
            </a:fld>
            <a:endParaRPr/>
          </a:p>
        </p:txBody>
      </p:sp>
      <p:sp>
        <p:nvSpPr>
          <p:cNvPr id="4" name="PlaceHolder 3"/>
          <p:cNvSpPr>
            <a:spLocks noGrp="1"/>
          </p:cNvSpPr>
          <p:nvPr>
            <p:ph type="dt" idx="3"/>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54"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4" name="PlaceHolder 3"/>
          <p:cNvSpPr>
            <a:spLocks noGrp="1"/>
          </p:cNvSpPr>
          <p:nvPr>
            <p:ph type="ftr" idx="1"/>
          </p:nvPr>
        </p:nvSpPr>
        <p:spPr/>
        <p:txBody>
          <a:bodyPr/>
          <a:lstStyle/>
          <a:p>
            <a:r>
              <a:t>Footer</a:t>
            </a:r>
          </a:p>
        </p:txBody>
      </p:sp>
      <p:sp>
        <p:nvSpPr>
          <p:cNvPr id="5" name="PlaceHolder 4"/>
          <p:cNvSpPr>
            <a:spLocks noGrp="1"/>
          </p:cNvSpPr>
          <p:nvPr>
            <p:ph type="sldNum" idx="2"/>
          </p:nvPr>
        </p:nvSpPr>
        <p:spPr/>
        <p:txBody>
          <a:bodyPr/>
          <a:lstStyle/>
          <a:p>
            <a:fld id="{42B83122-01DD-4880-855D-319C47EB2E40}"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56"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 name="PlaceHolder 3"/>
          <p:cNvSpPr>
            <a:spLocks noGrp="1"/>
          </p:cNvSpPr>
          <p:nvPr>
            <p:ph type="ftr" idx="1"/>
          </p:nvPr>
        </p:nvSpPr>
        <p:spPr/>
        <p:txBody>
          <a:bodyPr/>
          <a:lstStyle/>
          <a:p>
            <a:r>
              <a:t>Footer</a:t>
            </a:r>
          </a:p>
        </p:txBody>
      </p:sp>
      <p:sp>
        <p:nvSpPr>
          <p:cNvPr id="5" name="PlaceHolder 4"/>
          <p:cNvSpPr>
            <a:spLocks noGrp="1"/>
          </p:cNvSpPr>
          <p:nvPr>
            <p:ph type="sldNum" idx="2"/>
          </p:nvPr>
        </p:nvSpPr>
        <p:spPr/>
        <p:txBody>
          <a:bodyPr/>
          <a:lstStyle/>
          <a:p>
            <a:fld id="{F787D384-EB90-4E52-BCE1-1A1AB95A5787}"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58"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9"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1"/>
          </p:nvPr>
        </p:nvSpPr>
        <p:spPr/>
        <p:txBody>
          <a:bodyPr/>
          <a:lstStyle/>
          <a:p>
            <a:r>
              <a:t>Footer</a:t>
            </a:r>
          </a:p>
        </p:txBody>
      </p:sp>
      <p:sp>
        <p:nvSpPr>
          <p:cNvPr id="6" name="PlaceHolder 5"/>
          <p:cNvSpPr>
            <a:spLocks noGrp="1"/>
          </p:cNvSpPr>
          <p:nvPr>
            <p:ph type="sldNum" idx="2"/>
          </p:nvPr>
        </p:nvSpPr>
        <p:spPr/>
        <p:txBody>
          <a:bodyPr/>
          <a:lstStyle/>
          <a:p>
            <a:fld id="{8A7EB332-13FC-4F81-9832-AAA93A7951E3}" type="slidenum">
              <a:t>‹#›</a:t>
            </a:fld>
            <a:endParaRPr/>
          </a:p>
        </p:txBody>
      </p:sp>
      <p:sp>
        <p:nvSpPr>
          <p:cNvPr id="7" name="PlaceHolder 6"/>
          <p:cNvSpPr>
            <a:spLocks noGrp="1"/>
          </p:cNvSpPr>
          <p:nvPr>
            <p:ph type="dt" idx="3"/>
          </p:nvPr>
        </p:nvSpPr>
        <p:spPr/>
        <p:txBody>
          <a:body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 name="PlaceHolder 2"/>
          <p:cNvSpPr>
            <a:spLocks noGrp="1"/>
          </p:cNvSpPr>
          <p:nvPr>
            <p:ph type="ftr" idx="1"/>
          </p:nvPr>
        </p:nvSpPr>
        <p:spPr/>
        <p:txBody>
          <a:bodyPr/>
          <a:lstStyle/>
          <a:p>
            <a:r>
              <a:t>Footer</a:t>
            </a:r>
          </a:p>
        </p:txBody>
      </p:sp>
      <p:sp>
        <p:nvSpPr>
          <p:cNvPr id="4" name="PlaceHolder 3"/>
          <p:cNvSpPr>
            <a:spLocks noGrp="1"/>
          </p:cNvSpPr>
          <p:nvPr>
            <p:ph type="sldNum" idx="2"/>
          </p:nvPr>
        </p:nvSpPr>
        <p:spPr/>
        <p:txBody>
          <a:bodyPr/>
          <a:lstStyle/>
          <a:p>
            <a:fld id="{1D522511-995E-40AC-A4E6-7E66EDBE4F94}" type="slidenum">
              <a:t>‹#›</a:t>
            </a:fld>
            <a:endParaRPr/>
          </a:p>
        </p:txBody>
      </p:sp>
      <p:sp>
        <p:nvSpPr>
          <p:cNvPr id="5" name="PlaceHolder 4"/>
          <p:cNvSpPr>
            <a:spLocks noGrp="1"/>
          </p:cNvSpPr>
          <p:nvPr>
            <p:ph type="dt" idx="3"/>
          </p:nvPr>
        </p:nvSpPr>
        <p:spPr/>
        <p:txBody>
          <a:body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1"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3" name="PlaceHolder 2"/>
          <p:cNvSpPr>
            <a:spLocks noGrp="1"/>
          </p:cNvSpPr>
          <p:nvPr>
            <p:ph type="ftr" idx="1"/>
          </p:nvPr>
        </p:nvSpPr>
        <p:spPr/>
        <p:txBody>
          <a:bodyPr/>
          <a:lstStyle/>
          <a:p>
            <a:r>
              <a:t>Footer</a:t>
            </a:r>
          </a:p>
        </p:txBody>
      </p:sp>
      <p:sp>
        <p:nvSpPr>
          <p:cNvPr id="4" name="PlaceHolder 3"/>
          <p:cNvSpPr>
            <a:spLocks noGrp="1"/>
          </p:cNvSpPr>
          <p:nvPr>
            <p:ph type="sldNum" idx="2"/>
          </p:nvPr>
        </p:nvSpPr>
        <p:spPr/>
        <p:txBody>
          <a:bodyPr/>
          <a:lstStyle/>
          <a:p>
            <a:fld id="{61F21898-C830-4337-9B55-17F6F86DFF30}" type="slidenum">
              <a:t>‹#›</a:t>
            </a:fld>
            <a:endParaRPr/>
          </a:p>
        </p:txBody>
      </p:sp>
      <p:sp>
        <p:nvSpPr>
          <p:cNvPr id="5" name="PlaceHolder 4"/>
          <p:cNvSpPr>
            <a:spLocks noGrp="1"/>
          </p:cNvSpPr>
          <p:nvPr>
            <p:ph type="dt" idx="3"/>
          </p:nvPr>
        </p:nvSpPr>
        <p:spPr/>
        <p:txBody>
          <a:body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63"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4"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5"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
          </p:nvPr>
        </p:nvSpPr>
        <p:spPr/>
        <p:txBody>
          <a:bodyPr/>
          <a:lstStyle/>
          <a:p>
            <a:r>
              <a:t>Footer</a:t>
            </a:r>
          </a:p>
        </p:txBody>
      </p:sp>
      <p:sp>
        <p:nvSpPr>
          <p:cNvPr id="7" name="PlaceHolder 6"/>
          <p:cNvSpPr>
            <a:spLocks noGrp="1"/>
          </p:cNvSpPr>
          <p:nvPr>
            <p:ph type="sldNum" idx="2"/>
          </p:nvPr>
        </p:nvSpPr>
        <p:spPr/>
        <p:txBody>
          <a:bodyPr/>
          <a:lstStyle/>
          <a:p>
            <a:fld id="{148815ED-CE1A-40DD-B305-FF6F40DB3383}" type="slidenum">
              <a:t>‹#›</a:t>
            </a:fld>
            <a:endParaRPr/>
          </a:p>
        </p:txBody>
      </p:sp>
      <p:sp>
        <p:nvSpPr>
          <p:cNvPr id="8" name="PlaceHolder 7"/>
          <p:cNvSpPr>
            <a:spLocks noGrp="1"/>
          </p:cNvSpPr>
          <p:nvPr>
            <p:ph type="dt" idx="3"/>
          </p:nvPr>
        </p:nvSpPr>
        <p:spPr/>
        <p:txBody>
          <a:body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67"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8"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9"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
          </p:nvPr>
        </p:nvSpPr>
        <p:spPr/>
        <p:txBody>
          <a:bodyPr/>
          <a:lstStyle/>
          <a:p>
            <a:r>
              <a:t>Footer</a:t>
            </a:r>
          </a:p>
        </p:txBody>
      </p:sp>
      <p:sp>
        <p:nvSpPr>
          <p:cNvPr id="7" name="PlaceHolder 6"/>
          <p:cNvSpPr>
            <a:spLocks noGrp="1"/>
          </p:cNvSpPr>
          <p:nvPr>
            <p:ph type="sldNum" idx="2"/>
          </p:nvPr>
        </p:nvSpPr>
        <p:spPr/>
        <p:txBody>
          <a:bodyPr/>
          <a:lstStyle/>
          <a:p>
            <a:fld id="{B9BC1789-25F5-4504-91AC-A6161AEA356B}" type="slidenum">
              <a:t>‹#›</a:t>
            </a:fld>
            <a:endParaRPr/>
          </a:p>
        </p:txBody>
      </p:sp>
      <p:sp>
        <p:nvSpPr>
          <p:cNvPr id="8" name="PlaceHolder 7"/>
          <p:cNvSpPr>
            <a:spLocks noGrp="1"/>
          </p:cNvSpPr>
          <p:nvPr>
            <p:ph type="dt" idx="3"/>
          </p:nvPr>
        </p:nvSpPr>
        <p:spPr/>
        <p:txBody>
          <a:body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3"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
          </p:nvPr>
        </p:nvSpPr>
        <p:spPr/>
        <p:txBody>
          <a:bodyPr/>
          <a:lstStyle/>
          <a:p>
            <a:r>
              <a:t>Footer</a:t>
            </a:r>
          </a:p>
        </p:txBody>
      </p:sp>
      <p:sp>
        <p:nvSpPr>
          <p:cNvPr id="7" name="PlaceHolder 6"/>
          <p:cNvSpPr>
            <a:spLocks noGrp="1"/>
          </p:cNvSpPr>
          <p:nvPr>
            <p:ph type="sldNum" idx="2"/>
          </p:nvPr>
        </p:nvSpPr>
        <p:spPr/>
        <p:txBody>
          <a:bodyPr/>
          <a:lstStyle/>
          <a:p>
            <a:fld id="{BAF2AC64-CAD4-409F-9F34-C5244AACFBAD}" type="slidenum">
              <a:t>‹#›</a:t>
            </a:fld>
            <a:endParaRPr/>
          </a:p>
        </p:txBody>
      </p:sp>
      <p:sp>
        <p:nvSpPr>
          <p:cNvPr id="8" name="PlaceHolder 7"/>
          <p:cNvSpPr>
            <a:spLocks noGrp="1"/>
          </p:cNvSpPr>
          <p:nvPr>
            <p:ph type="dt" idx="3"/>
          </p:nvPr>
        </p:nvSpPr>
        <p:spPr/>
        <p:txBody>
          <a:body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75"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6"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1"/>
          </p:nvPr>
        </p:nvSpPr>
        <p:spPr/>
        <p:txBody>
          <a:bodyPr/>
          <a:lstStyle/>
          <a:p>
            <a:r>
              <a:t>Footer</a:t>
            </a:r>
          </a:p>
        </p:txBody>
      </p:sp>
      <p:sp>
        <p:nvSpPr>
          <p:cNvPr id="6" name="PlaceHolder 5"/>
          <p:cNvSpPr>
            <a:spLocks noGrp="1"/>
          </p:cNvSpPr>
          <p:nvPr>
            <p:ph type="sldNum" idx="2"/>
          </p:nvPr>
        </p:nvSpPr>
        <p:spPr/>
        <p:txBody>
          <a:bodyPr/>
          <a:lstStyle/>
          <a:p>
            <a:fld id="{45A10E50-17DA-42BB-B186-A05F86E7A09C}" type="slidenum">
              <a:t>‹#›</a:t>
            </a:fld>
            <a:endParaRPr/>
          </a:p>
        </p:txBody>
      </p:sp>
      <p:sp>
        <p:nvSpPr>
          <p:cNvPr id="7" name="PlaceHolder 6"/>
          <p:cNvSpPr>
            <a:spLocks noGrp="1"/>
          </p:cNvSpPr>
          <p:nvPr>
            <p:ph type="dt" idx="3"/>
          </p:nvPr>
        </p:nvSpPr>
        <p:spPr/>
        <p:txBody>
          <a:body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78"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9"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0"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1"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 name="PlaceHolder 6"/>
          <p:cNvSpPr>
            <a:spLocks noGrp="1"/>
          </p:cNvSpPr>
          <p:nvPr>
            <p:ph type="ftr" idx="1"/>
          </p:nvPr>
        </p:nvSpPr>
        <p:spPr/>
        <p:txBody>
          <a:bodyPr/>
          <a:lstStyle/>
          <a:p>
            <a:r>
              <a:t>Footer</a:t>
            </a:r>
          </a:p>
        </p:txBody>
      </p:sp>
      <p:sp>
        <p:nvSpPr>
          <p:cNvPr id="8" name="PlaceHolder 7"/>
          <p:cNvSpPr>
            <a:spLocks noGrp="1"/>
          </p:cNvSpPr>
          <p:nvPr>
            <p:ph type="sldNum" idx="2"/>
          </p:nvPr>
        </p:nvSpPr>
        <p:spPr/>
        <p:txBody>
          <a:bodyPr/>
          <a:lstStyle/>
          <a:p>
            <a:fld id="{D1DD9ECB-B221-445E-95F7-9ED9EA8812F5}" type="slidenum">
              <a:t>‹#›</a:t>
            </a:fld>
            <a:endParaRPr/>
          </a:p>
        </p:txBody>
      </p:sp>
      <p:sp>
        <p:nvSpPr>
          <p:cNvPr id="9" name="PlaceHolder 8"/>
          <p:cNvSpPr>
            <a:spLocks noGrp="1"/>
          </p:cNvSpPr>
          <p:nvPr>
            <p:ph type="dt" idx="3"/>
          </p:nvPr>
        </p:nvSpPr>
        <p:spPr/>
        <p:txBody>
          <a:body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83"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4"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5"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6"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7"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88"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9" name="PlaceHolder 8"/>
          <p:cNvSpPr>
            <a:spLocks noGrp="1"/>
          </p:cNvSpPr>
          <p:nvPr>
            <p:ph type="ftr" idx="1"/>
          </p:nvPr>
        </p:nvSpPr>
        <p:spPr/>
        <p:txBody>
          <a:bodyPr/>
          <a:lstStyle/>
          <a:p>
            <a:r>
              <a:t>Footer</a:t>
            </a:r>
          </a:p>
        </p:txBody>
      </p:sp>
      <p:sp>
        <p:nvSpPr>
          <p:cNvPr id="10" name="PlaceHolder 9"/>
          <p:cNvSpPr>
            <a:spLocks noGrp="1"/>
          </p:cNvSpPr>
          <p:nvPr>
            <p:ph type="sldNum" idx="2"/>
          </p:nvPr>
        </p:nvSpPr>
        <p:spPr/>
        <p:txBody>
          <a:bodyPr/>
          <a:lstStyle/>
          <a:p>
            <a:fld id="{939EED66-2C41-4B5B-A479-93762485139F}" type="slidenum">
              <a:t>‹#›</a:t>
            </a:fld>
            <a:endParaRPr/>
          </a:p>
        </p:txBody>
      </p:sp>
      <p:sp>
        <p:nvSpPr>
          <p:cNvPr id="11" name="PlaceHolder 10"/>
          <p:cNvSpPr>
            <a:spLocks noGrp="1"/>
          </p:cNvSpPr>
          <p:nvPr>
            <p:ph type="dt" idx="3"/>
          </p:nvPr>
        </p:nvSpPr>
        <p:spPr/>
        <p:txBody>
          <a:body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B750E095-B887-4EE6-9458-7755DCE1FA29}" type="slidenum">
              <a:t>‹#›</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01"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AE09AFD7-32EE-4812-8AD3-B5E1154E3E74}" type="slidenum">
              <a:t>‹#›</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03"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 name="PlaceHolder 3"/>
          <p:cNvSpPr>
            <a:spLocks noGrp="1"/>
          </p:cNvSpPr>
          <p:nvPr>
            <p:ph type="ftr" idx="4"/>
          </p:nvPr>
        </p:nvSpPr>
        <p:spPr/>
        <p:txBody>
          <a:bodyPr/>
          <a:lstStyle/>
          <a:p>
            <a:r>
              <a:t>Footer</a:t>
            </a:r>
          </a:p>
        </p:txBody>
      </p:sp>
      <p:sp>
        <p:nvSpPr>
          <p:cNvPr id="5" name="PlaceHolder 4"/>
          <p:cNvSpPr>
            <a:spLocks noGrp="1"/>
          </p:cNvSpPr>
          <p:nvPr>
            <p:ph type="sldNum" idx="5"/>
          </p:nvPr>
        </p:nvSpPr>
        <p:spPr/>
        <p:txBody>
          <a:bodyPr/>
          <a:lstStyle/>
          <a:p>
            <a:fld id="{0DF43F9F-634D-4FFD-8D2F-553B1861719A}" type="slidenum">
              <a:t>‹#›</a:t>
            </a:fld>
            <a:endParaRPr/>
          </a:p>
        </p:txBody>
      </p:sp>
      <p:sp>
        <p:nvSpPr>
          <p:cNvPr id="6" name="PlaceHolder 5"/>
          <p:cNvSpPr>
            <a:spLocks noGrp="1"/>
          </p:cNvSpPr>
          <p:nvPr>
            <p:ph type="dt" idx="6"/>
          </p:nvPr>
        </p:nvSpPr>
        <p:spPr/>
        <p:txBody>
          <a:body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05"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06"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4"/>
          </p:nvPr>
        </p:nvSpPr>
        <p:spPr/>
        <p:txBody>
          <a:bodyPr/>
          <a:lstStyle/>
          <a:p>
            <a:r>
              <a:t>Footer</a:t>
            </a:r>
          </a:p>
        </p:txBody>
      </p:sp>
      <p:sp>
        <p:nvSpPr>
          <p:cNvPr id="6" name="PlaceHolder 5"/>
          <p:cNvSpPr>
            <a:spLocks noGrp="1"/>
          </p:cNvSpPr>
          <p:nvPr>
            <p:ph type="sldNum" idx="5"/>
          </p:nvPr>
        </p:nvSpPr>
        <p:spPr/>
        <p:txBody>
          <a:bodyPr/>
          <a:lstStyle/>
          <a:p>
            <a:fld id="{D3038E40-4852-419E-94FC-79CCC2234118}" type="slidenum">
              <a:t>‹#›</a:t>
            </a:fld>
            <a:endParaRPr/>
          </a:p>
        </p:txBody>
      </p:sp>
      <p:sp>
        <p:nvSpPr>
          <p:cNvPr id="7" name="PlaceHolder 6"/>
          <p:cNvSpPr>
            <a:spLocks noGrp="1"/>
          </p:cNvSpPr>
          <p:nvPr>
            <p:ph type="dt" idx="6"/>
          </p:nvPr>
        </p:nvSpPr>
        <p:spPr/>
        <p:txBody>
          <a:body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 name="PlaceHolder 2"/>
          <p:cNvSpPr>
            <a:spLocks noGrp="1"/>
          </p:cNvSpPr>
          <p:nvPr>
            <p:ph type="ftr" idx="4"/>
          </p:nvPr>
        </p:nvSpPr>
        <p:spPr/>
        <p:txBody>
          <a:bodyPr/>
          <a:lstStyle/>
          <a:p>
            <a:r>
              <a:t>Footer</a:t>
            </a:r>
          </a:p>
        </p:txBody>
      </p:sp>
      <p:sp>
        <p:nvSpPr>
          <p:cNvPr id="4" name="PlaceHolder 3"/>
          <p:cNvSpPr>
            <a:spLocks noGrp="1"/>
          </p:cNvSpPr>
          <p:nvPr>
            <p:ph type="sldNum" idx="5"/>
          </p:nvPr>
        </p:nvSpPr>
        <p:spPr/>
        <p:txBody>
          <a:bodyPr/>
          <a:lstStyle/>
          <a:p>
            <a:fld id="{C85ACD41-DCEE-4BBF-AA4F-374EB251E551}" type="slidenum">
              <a:t>‹#›</a:t>
            </a:fld>
            <a:endParaRPr/>
          </a:p>
        </p:txBody>
      </p:sp>
      <p:sp>
        <p:nvSpPr>
          <p:cNvPr id="5" name="PlaceHolder 4"/>
          <p:cNvSpPr>
            <a:spLocks noGrp="1"/>
          </p:cNvSpPr>
          <p:nvPr>
            <p:ph type="dt" idx="6"/>
          </p:nvPr>
        </p:nvSpPr>
        <p:spPr/>
        <p:txBody>
          <a:body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8"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3" name="PlaceHolder 2"/>
          <p:cNvSpPr>
            <a:spLocks noGrp="1"/>
          </p:cNvSpPr>
          <p:nvPr>
            <p:ph type="ftr" idx="4"/>
          </p:nvPr>
        </p:nvSpPr>
        <p:spPr/>
        <p:txBody>
          <a:bodyPr/>
          <a:lstStyle/>
          <a:p>
            <a:r>
              <a:t>Footer</a:t>
            </a:r>
          </a:p>
        </p:txBody>
      </p:sp>
      <p:sp>
        <p:nvSpPr>
          <p:cNvPr id="4" name="PlaceHolder 3"/>
          <p:cNvSpPr>
            <a:spLocks noGrp="1"/>
          </p:cNvSpPr>
          <p:nvPr>
            <p:ph type="sldNum" idx="5"/>
          </p:nvPr>
        </p:nvSpPr>
        <p:spPr/>
        <p:txBody>
          <a:bodyPr/>
          <a:lstStyle/>
          <a:p>
            <a:fld id="{55EF1930-7940-4F47-B3DC-8BF25B9F7A5A}" type="slidenum">
              <a:t>‹#›</a:t>
            </a:fld>
            <a:endParaRPr/>
          </a:p>
        </p:txBody>
      </p:sp>
      <p:sp>
        <p:nvSpPr>
          <p:cNvPr id="5" name="PlaceHolder 4"/>
          <p:cNvSpPr>
            <a:spLocks noGrp="1"/>
          </p:cNvSpPr>
          <p:nvPr>
            <p:ph type="dt" idx="6"/>
          </p:nvPr>
        </p:nvSpPr>
        <p:spPr/>
        <p:txBody>
          <a:body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10"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11"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12"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4"/>
          </p:nvPr>
        </p:nvSpPr>
        <p:spPr/>
        <p:txBody>
          <a:bodyPr/>
          <a:lstStyle/>
          <a:p>
            <a:r>
              <a:t>Footer</a:t>
            </a:r>
          </a:p>
        </p:txBody>
      </p:sp>
      <p:sp>
        <p:nvSpPr>
          <p:cNvPr id="7" name="PlaceHolder 6"/>
          <p:cNvSpPr>
            <a:spLocks noGrp="1"/>
          </p:cNvSpPr>
          <p:nvPr>
            <p:ph type="sldNum" idx="5"/>
          </p:nvPr>
        </p:nvSpPr>
        <p:spPr/>
        <p:txBody>
          <a:bodyPr/>
          <a:lstStyle/>
          <a:p>
            <a:fld id="{6230F688-69CF-4037-8EDF-142F338B242F}" type="slidenum">
              <a:t>‹#›</a:t>
            </a:fld>
            <a:endParaRPr/>
          </a:p>
        </p:txBody>
      </p:sp>
      <p:sp>
        <p:nvSpPr>
          <p:cNvPr id="8" name="PlaceHolder 7"/>
          <p:cNvSpPr>
            <a:spLocks noGrp="1"/>
          </p:cNvSpPr>
          <p:nvPr>
            <p:ph type="dt" idx="6"/>
          </p:nvPr>
        </p:nvSpPr>
        <p:spPr/>
        <p:txBody>
          <a:body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14"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15"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16"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4"/>
          </p:nvPr>
        </p:nvSpPr>
        <p:spPr/>
        <p:txBody>
          <a:bodyPr/>
          <a:lstStyle/>
          <a:p>
            <a:r>
              <a:t>Footer</a:t>
            </a:r>
          </a:p>
        </p:txBody>
      </p:sp>
      <p:sp>
        <p:nvSpPr>
          <p:cNvPr id="7" name="PlaceHolder 6"/>
          <p:cNvSpPr>
            <a:spLocks noGrp="1"/>
          </p:cNvSpPr>
          <p:nvPr>
            <p:ph type="sldNum" idx="5"/>
          </p:nvPr>
        </p:nvSpPr>
        <p:spPr/>
        <p:txBody>
          <a:bodyPr/>
          <a:lstStyle/>
          <a:p>
            <a:fld id="{F5544DD1-1EDF-4193-BB09-7C065E43C9AB}" type="slidenum">
              <a:t>‹#›</a:t>
            </a:fld>
            <a:endParaRPr/>
          </a:p>
        </p:txBody>
      </p:sp>
      <p:sp>
        <p:nvSpPr>
          <p:cNvPr id="8" name="PlaceHolder 7"/>
          <p:cNvSpPr>
            <a:spLocks noGrp="1"/>
          </p:cNvSpPr>
          <p:nvPr>
            <p:ph type="dt" idx="6"/>
          </p:nvPr>
        </p:nvSpPr>
        <p:spPr/>
        <p:txBody>
          <a:body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1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18"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19"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20"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4"/>
          </p:nvPr>
        </p:nvSpPr>
        <p:spPr/>
        <p:txBody>
          <a:bodyPr/>
          <a:lstStyle/>
          <a:p>
            <a:r>
              <a:t>Footer</a:t>
            </a:r>
          </a:p>
        </p:txBody>
      </p:sp>
      <p:sp>
        <p:nvSpPr>
          <p:cNvPr id="7" name="PlaceHolder 6"/>
          <p:cNvSpPr>
            <a:spLocks noGrp="1"/>
          </p:cNvSpPr>
          <p:nvPr>
            <p:ph type="sldNum" idx="5"/>
          </p:nvPr>
        </p:nvSpPr>
        <p:spPr/>
        <p:txBody>
          <a:bodyPr/>
          <a:lstStyle/>
          <a:p>
            <a:fld id="{7DC824BE-5EFB-48C3-9B0B-8B1816449059}" type="slidenum">
              <a:t>‹#›</a:t>
            </a:fld>
            <a:endParaRPr/>
          </a:p>
        </p:txBody>
      </p:sp>
      <p:sp>
        <p:nvSpPr>
          <p:cNvPr id="8" name="PlaceHolder 7"/>
          <p:cNvSpPr>
            <a:spLocks noGrp="1"/>
          </p:cNvSpPr>
          <p:nvPr>
            <p:ph type="dt" idx="6"/>
          </p:nvPr>
        </p:nvSpPr>
        <p:spPr/>
        <p:txBody>
          <a:body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2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22"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23"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4"/>
          </p:nvPr>
        </p:nvSpPr>
        <p:spPr/>
        <p:txBody>
          <a:bodyPr/>
          <a:lstStyle/>
          <a:p>
            <a:r>
              <a:t>Footer</a:t>
            </a:r>
          </a:p>
        </p:txBody>
      </p:sp>
      <p:sp>
        <p:nvSpPr>
          <p:cNvPr id="6" name="PlaceHolder 5"/>
          <p:cNvSpPr>
            <a:spLocks noGrp="1"/>
          </p:cNvSpPr>
          <p:nvPr>
            <p:ph type="sldNum" idx="5"/>
          </p:nvPr>
        </p:nvSpPr>
        <p:spPr/>
        <p:txBody>
          <a:bodyPr/>
          <a:lstStyle/>
          <a:p>
            <a:fld id="{9CB8ABB7-2C31-4D76-8BB8-D179E66A48CD}" type="slidenum">
              <a:t>‹#›</a:t>
            </a:fld>
            <a:endParaRPr/>
          </a:p>
        </p:txBody>
      </p:sp>
      <p:sp>
        <p:nvSpPr>
          <p:cNvPr id="7" name="PlaceHolder 6"/>
          <p:cNvSpPr>
            <a:spLocks noGrp="1"/>
          </p:cNvSpPr>
          <p:nvPr>
            <p:ph type="dt" idx="6"/>
          </p:nvPr>
        </p:nvSpPr>
        <p:spPr/>
        <p:txBody>
          <a:body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25"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26"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27"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28"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 name="PlaceHolder 6"/>
          <p:cNvSpPr>
            <a:spLocks noGrp="1"/>
          </p:cNvSpPr>
          <p:nvPr>
            <p:ph type="ftr" idx="4"/>
          </p:nvPr>
        </p:nvSpPr>
        <p:spPr/>
        <p:txBody>
          <a:bodyPr/>
          <a:lstStyle/>
          <a:p>
            <a:r>
              <a:t>Footer</a:t>
            </a:r>
          </a:p>
        </p:txBody>
      </p:sp>
      <p:sp>
        <p:nvSpPr>
          <p:cNvPr id="8" name="PlaceHolder 7"/>
          <p:cNvSpPr>
            <a:spLocks noGrp="1"/>
          </p:cNvSpPr>
          <p:nvPr>
            <p:ph type="sldNum" idx="5"/>
          </p:nvPr>
        </p:nvSpPr>
        <p:spPr/>
        <p:txBody>
          <a:bodyPr/>
          <a:lstStyle/>
          <a:p>
            <a:fld id="{0C27FD7B-77D5-4954-97B4-C4CD25406ABE}" type="slidenum">
              <a:t>‹#›</a:t>
            </a:fld>
            <a:endParaRPr/>
          </a:p>
        </p:txBody>
      </p:sp>
      <p:sp>
        <p:nvSpPr>
          <p:cNvPr id="9" name="PlaceHolder 8"/>
          <p:cNvSpPr>
            <a:spLocks noGrp="1"/>
          </p:cNvSpPr>
          <p:nvPr>
            <p:ph type="dt" idx="6"/>
          </p:nvPr>
        </p:nvSpPr>
        <p:spPr/>
        <p:txBody>
          <a:body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30"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31"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32"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33"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34"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35"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9" name="PlaceHolder 8"/>
          <p:cNvSpPr>
            <a:spLocks noGrp="1"/>
          </p:cNvSpPr>
          <p:nvPr>
            <p:ph type="ftr" idx="4"/>
          </p:nvPr>
        </p:nvSpPr>
        <p:spPr/>
        <p:txBody>
          <a:bodyPr/>
          <a:lstStyle/>
          <a:p>
            <a:r>
              <a:t>Footer</a:t>
            </a:r>
          </a:p>
        </p:txBody>
      </p:sp>
      <p:sp>
        <p:nvSpPr>
          <p:cNvPr id="10" name="PlaceHolder 9"/>
          <p:cNvSpPr>
            <a:spLocks noGrp="1"/>
          </p:cNvSpPr>
          <p:nvPr>
            <p:ph type="sldNum" idx="5"/>
          </p:nvPr>
        </p:nvSpPr>
        <p:spPr/>
        <p:txBody>
          <a:bodyPr/>
          <a:lstStyle/>
          <a:p>
            <a:fld id="{BC6DE882-1495-4E97-B30F-49F38935B1DE}" type="slidenum">
              <a:t>‹#›</a:t>
            </a:fld>
            <a:endParaRPr/>
          </a:p>
        </p:txBody>
      </p:sp>
      <p:sp>
        <p:nvSpPr>
          <p:cNvPr id="11" name="PlaceHolder 10"/>
          <p:cNvSpPr>
            <a:spLocks noGrp="1"/>
          </p:cNvSpPr>
          <p:nvPr>
            <p:ph type="dt" idx="6"/>
          </p:nvPr>
        </p:nvSpPr>
        <p:spPr/>
        <p:txBody>
          <a:body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6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63"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6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65"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6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67"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68"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6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70"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72"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73"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74"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76"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77"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78"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7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80"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81"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82"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8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84"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85"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87"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88"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89"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0"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9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192"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3"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4"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5"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6"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197"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7"/>
          </p:nvPr>
        </p:nvSpPr>
        <p:spPr/>
        <p:txBody>
          <a:bodyPr/>
          <a:lstStyle/>
          <a:p>
            <a:fld id="{D4AB758D-F9EB-42E2-A1CD-5DB4A8251E7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10"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4" name="PlaceHolder 3"/>
          <p:cNvSpPr>
            <a:spLocks noGrp="1"/>
          </p:cNvSpPr>
          <p:nvPr>
            <p:ph type="sldNum" idx="7"/>
          </p:nvPr>
        </p:nvSpPr>
        <p:spPr/>
        <p:txBody>
          <a:bodyPr/>
          <a:lstStyle/>
          <a:p>
            <a:fld id="{6ACBEAEF-2BB3-412F-87A1-2B6EA3B575DE}" type="slidenum">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1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12"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 name="PlaceHolder 3"/>
          <p:cNvSpPr>
            <a:spLocks noGrp="1"/>
          </p:cNvSpPr>
          <p:nvPr>
            <p:ph type="sldNum" idx="7"/>
          </p:nvPr>
        </p:nvSpPr>
        <p:spPr/>
        <p:txBody>
          <a:bodyPr/>
          <a:lstStyle/>
          <a:p>
            <a:fld id="{70AA2F32-C919-42A6-AB88-BBB8EC5EE12C}" type="slidenum">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1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14"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15"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sldNum" idx="7"/>
          </p:nvPr>
        </p:nvSpPr>
        <p:spPr/>
        <p:txBody>
          <a:bodyPr/>
          <a:lstStyle/>
          <a:p>
            <a:fld id="{90BEEC28-996F-45E1-A0C6-11A751230B92}" type="slidenum">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1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 name="PlaceHolder 2"/>
          <p:cNvSpPr>
            <a:spLocks noGrp="1"/>
          </p:cNvSpPr>
          <p:nvPr>
            <p:ph type="sldNum" idx="7"/>
          </p:nvPr>
        </p:nvSpPr>
        <p:spPr/>
        <p:txBody>
          <a:bodyPr/>
          <a:lstStyle/>
          <a:p>
            <a:fld id="{26D719E2-59FE-4A1D-BB50-9007F78B8430}" type="slidenum">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17"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3" name="PlaceHolder 2"/>
          <p:cNvSpPr>
            <a:spLocks noGrp="1"/>
          </p:cNvSpPr>
          <p:nvPr>
            <p:ph type="sldNum" idx="7"/>
          </p:nvPr>
        </p:nvSpPr>
        <p:spPr/>
        <p:txBody>
          <a:bodyPr/>
          <a:lstStyle/>
          <a:p>
            <a:fld id="{75639AB3-65FA-4FED-BCE5-F734F92FBA78}" type="slidenum">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1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19"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20"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21"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sldNum" idx="7"/>
          </p:nvPr>
        </p:nvSpPr>
        <p:spPr/>
        <p:txBody>
          <a:bodyPr/>
          <a:lstStyle/>
          <a:p>
            <a:fld id="{A50856AB-9FD8-4611-94EF-9ED1FEFFE24E}" type="slidenum">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2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23"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24"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25"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sldNum" idx="7"/>
          </p:nvPr>
        </p:nvSpPr>
        <p:spPr/>
        <p:txBody>
          <a:bodyPr/>
          <a:lstStyle/>
          <a:p>
            <a:fld id="{84A0C500-9034-42F8-BABF-F94DD404E55D}" type="slidenum">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27"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28"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29"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sldNum" idx="7"/>
          </p:nvPr>
        </p:nvSpPr>
        <p:spPr/>
        <p:txBody>
          <a:bodyPr/>
          <a:lstStyle/>
          <a:p>
            <a:fld id="{3511811B-53FD-4C9D-B3DF-89531D2CED14}" type="slidenum">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31"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32"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sldNum" idx="7"/>
          </p:nvPr>
        </p:nvSpPr>
        <p:spPr/>
        <p:txBody>
          <a:bodyPr/>
          <a:lstStyle/>
          <a:p>
            <a:fld id="{C1E00A07-C50E-4B97-B468-28FC62EC0F67}" type="slidenum">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3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34"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35"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36"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37"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 name="PlaceHolder 6"/>
          <p:cNvSpPr>
            <a:spLocks noGrp="1"/>
          </p:cNvSpPr>
          <p:nvPr>
            <p:ph type="sldNum" idx="7"/>
          </p:nvPr>
        </p:nvSpPr>
        <p:spPr/>
        <p:txBody>
          <a:bodyPr/>
          <a:lstStyle/>
          <a:p>
            <a:fld id="{BDF6DEF8-C4E2-4D7F-9CEB-2D251AFB54CB}" type="slidenum">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3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39"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40"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41"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42"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43"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44"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9" name="PlaceHolder 8"/>
          <p:cNvSpPr>
            <a:spLocks noGrp="1"/>
          </p:cNvSpPr>
          <p:nvPr>
            <p:ph type="sldNum" idx="7"/>
          </p:nvPr>
        </p:nvSpPr>
        <p:spPr/>
        <p:txBody>
          <a:bodyPr/>
          <a:lstStyle/>
          <a:p>
            <a:fld id="{9072F00A-A4E6-4523-B240-BB82B89AAEA3}" type="slidenum">
              <a:t>‹#›</a:t>
            </a:fld>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lstStyle/>
          <a:p>
            <a:r>
              <a:t>Footer</a:t>
            </a:r>
          </a:p>
        </p:txBody>
      </p:sp>
      <p:sp>
        <p:nvSpPr>
          <p:cNvPr id="3" name="PlaceHolder 2"/>
          <p:cNvSpPr>
            <a:spLocks noGrp="1"/>
          </p:cNvSpPr>
          <p:nvPr>
            <p:ph type="sldNum" idx="9"/>
          </p:nvPr>
        </p:nvSpPr>
        <p:spPr/>
        <p:txBody>
          <a:bodyPr/>
          <a:lstStyle/>
          <a:p>
            <a:fld id="{8BFE0EF0-89C5-4DFC-A017-7E122EBC3395}" type="slidenum">
              <a:t>‹#›</a:t>
            </a:fld>
            <a:endParaRPr/>
          </a:p>
        </p:txBody>
      </p:sp>
      <p:sp>
        <p:nvSpPr>
          <p:cNvPr id="4" name="PlaceHolder 3"/>
          <p:cNvSpPr>
            <a:spLocks noGrp="1"/>
          </p:cNvSpPr>
          <p:nvPr>
            <p:ph type="dt" idx="10"/>
          </p:nvPr>
        </p:nvSpPr>
        <p:spPr/>
        <p:txBody>
          <a:body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59"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60"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4" name="PlaceHolder 3"/>
          <p:cNvSpPr>
            <a:spLocks noGrp="1"/>
          </p:cNvSpPr>
          <p:nvPr>
            <p:ph type="ftr" idx="8"/>
          </p:nvPr>
        </p:nvSpPr>
        <p:spPr/>
        <p:txBody>
          <a:bodyPr/>
          <a:lstStyle/>
          <a:p>
            <a:r>
              <a:t>Footer</a:t>
            </a:r>
          </a:p>
        </p:txBody>
      </p:sp>
      <p:sp>
        <p:nvSpPr>
          <p:cNvPr id="5" name="PlaceHolder 4"/>
          <p:cNvSpPr>
            <a:spLocks noGrp="1"/>
          </p:cNvSpPr>
          <p:nvPr>
            <p:ph type="sldNum" idx="9"/>
          </p:nvPr>
        </p:nvSpPr>
        <p:spPr/>
        <p:txBody>
          <a:bodyPr/>
          <a:lstStyle/>
          <a:p>
            <a:fld id="{F1E0438F-3AC9-4C1B-BC59-034AD5ACC9BF}"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6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62"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 name="PlaceHolder 3"/>
          <p:cNvSpPr>
            <a:spLocks noGrp="1"/>
          </p:cNvSpPr>
          <p:nvPr>
            <p:ph type="ftr" idx="8"/>
          </p:nvPr>
        </p:nvSpPr>
        <p:spPr/>
        <p:txBody>
          <a:bodyPr/>
          <a:lstStyle/>
          <a:p>
            <a:r>
              <a:t>Footer</a:t>
            </a:r>
          </a:p>
        </p:txBody>
      </p:sp>
      <p:sp>
        <p:nvSpPr>
          <p:cNvPr id="5" name="PlaceHolder 4"/>
          <p:cNvSpPr>
            <a:spLocks noGrp="1"/>
          </p:cNvSpPr>
          <p:nvPr>
            <p:ph type="sldNum" idx="9"/>
          </p:nvPr>
        </p:nvSpPr>
        <p:spPr/>
        <p:txBody>
          <a:bodyPr/>
          <a:lstStyle/>
          <a:p>
            <a:fld id="{DD9EE06D-FB59-43D3-A4DF-F5F692FEB508}"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64"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65"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8"/>
          </p:nvPr>
        </p:nvSpPr>
        <p:spPr/>
        <p:txBody>
          <a:bodyPr/>
          <a:lstStyle/>
          <a:p>
            <a:r>
              <a:t>Footer</a:t>
            </a:r>
          </a:p>
        </p:txBody>
      </p:sp>
      <p:sp>
        <p:nvSpPr>
          <p:cNvPr id="6" name="PlaceHolder 5"/>
          <p:cNvSpPr>
            <a:spLocks noGrp="1"/>
          </p:cNvSpPr>
          <p:nvPr>
            <p:ph type="sldNum" idx="9"/>
          </p:nvPr>
        </p:nvSpPr>
        <p:spPr/>
        <p:txBody>
          <a:bodyPr/>
          <a:lstStyle/>
          <a:p>
            <a:fld id="{ABE0047F-050D-412C-8679-D26D5699B84D}" type="slidenum">
              <a:t>‹#›</a:t>
            </a:fld>
            <a:endParaRPr/>
          </a:p>
        </p:txBody>
      </p:sp>
      <p:sp>
        <p:nvSpPr>
          <p:cNvPr id="7" name="PlaceHolder 6"/>
          <p:cNvSpPr>
            <a:spLocks noGrp="1"/>
          </p:cNvSpPr>
          <p:nvPr>
            <p:ph type="dt" idx="10"/>
          </p:nvPr>
        </p:nvSpPr>
        <p:spPr/>
        <p:txBody>
          <a:bodyPr/>
          <a:lstStyle/>
          <a:p>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6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 name="PlaceHolder 2"/>
          <p:cNvSpPr>
            <a:spLocks noGrp="1"/>
          </p:cNvSpPr>
          <p:nvPr>
            <p:ph type="ftr" idx="8"/>
          </p:nvPr>
        </p:nvSpPr>
        <p:spPr/>
        <p:txBody>
          <a:bodyPr/>
          <a:lstStyle/>
          <a:p>
            <a:r>
              <a:t>Footer</a:t>
            </a:r>
          </a:p>
        </p:txBody>
      </p:sp>
      <p:sp>
        <p:nvSpPr>
          <p:cNvPr id="4" name="PlaceHolder 3"/>
          <p:cNvSpPr>
            <a:spLocks noGrp="1"/>
          </p:cNvSpPr>
          <p:nvPr>
            <p:ph type="sldNum" idx="9"/>
          </p:nvPr>
        </p:nvSpPr>
        <p:spPr/>
        <p:txBody>
          <a:bodyPr/>
          <a:lstStyle/>
          <a:p>
            <a:fld id="{A30AEE01-0154-4FEB-B637-C2F685F57C6F}" type="slidenum">
              <a:t>‹#›</a:t>
            </a:fld>
            <a:endParaRPr/>
          </a:p>
        </p:txBody>
      </p:sp>
      <p:sp>
        <p:nvSpPr>
          <p:cNvPr id="5" name="PlaceHolder 4"/>
          <p:cNvSpPr>
            <a:spLocks noGrp="1"/>
          </p:cNvSpPr>
          <p:nvPr>
            <p:ph type="dt" idx="10"/>
          </p:nvPr>
        </p:nvSpPr>
        <p:spPr/>
        <p:txBody>
          <a:body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67"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3" name="PlaceHolder 2"/>
          <p:cNvSpPr>
            <a:spLocks noGrp="1"/>
          </p:cNvSpPr>
          <p:nvPr>
            <p:ph type="ftr" idx="8"/>
          </p:nvPr>
        </p:nvSpPr>
        <p:spPr/>
        <p:txBody>
          <a:bodyPr/>
          <a:lstStyle/>
          <a:p>
            <a:r>
              <a:t>Footer</a:t>
            </a:r>
          </a:p>
        </p:txBody>
      </p:sp>
      <p:sp>
        <p:nvSpPr>
          <p:cNvPr id="4" name="PlaceHolder 3"/>
          <p:cNvSpPr>
            <a:spLocks noGrp="1"/>
          </p:cNvSpPr>
          <p:nvPr>
            <p:ph type="sldNum" idx="9"/>
          </p:nvPr>
        </p:nvSpPr>
        <p:spPr/>
        <p:txBody>
          <a:bodyPr/>
          <a:lstStyle/>
          <a:p>
            <a:fld id="{98C6A52A-DC00-4A75-90B3-D4CF31A400AB}" type="slidenum">
              <a:t>‹#›</a:t>
            </a:fld>
            <a:endParaRPr/>
          </a:p>
        </p:txBody>
      </p:sp>
      <p:sp>
        <p:nvSpPr>
          <p:cNvPr id="5" name="PlaceHolder 4"/>
          <p:cNvSpPr>
            <a:spLocks noGrp="1"/>
          </p:cNvSpPr>
          <p:nvPr>
            <p:ph type="dt" idx="10"/>
          </p:nvPr>
        </p:nvSpPr>
        <p:spPr/>
        <p:txBody>
          <a:bodyPr/>
          <a:lstStyle/>
          <a:p>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69"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0"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1"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8"/>
          </p:nvPr>
        </p:nvSpPr>
        <p:spPr/>
        <p:txBody>
          <a:bodyPr/>
          <a:lstStyle/>
          <a:p>
            <a:r>
              <a:t>Footer</a:t>
            </a:r>
          </a:p>
        </p:txBody>
      </p:sp>
      <p:sp>
        <p:nvSpPr>
          <p:cNvPr id="7" name="PlaceHolder 6"/>
          <p:cNvSpPr>
            <a:spLocks noGrp="1"/>
          </p:cNvSpPr>
          <p:nvPr>
            <p:ph type="sldNum" idx="9"/>
          </p:nvPr>
        </p:nvSpPr>
        <p:spPr/>
        <p:txBody>
          <a:bodyPr/>
          <a:lstStyle/>
          <a:p>
            <a:fld id="{D3A5258F-2551-481A-99C4-F106520C06BA}" type="slidenum">
              <a:t>‹#›</a:t>
            </a:fld>
            <a:endParaRPr/>
          </a:p>
        </p:txBody>
      </p:sp>
      <p:sp>
        <p:nvSpPr>
          <p:cNvPr id="8" name="PlaceHolder 7"/>
          <p:cNvSpPr>
            <a:spLocks noGrp="1"/>
          </p:cNvSpPr>
          <p:nvPr>
            <p:ph type="dt" idx="10"/>
          </p:nvPr>
        </p:nvSpPr>
        <p:spPr/>
        <p:txBody>
          <a:body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73"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4"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5"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8"/>
          </p:nvPr>
        </p:nvSpPr>
        <p:spPr/>
        <p:txBody>
          <a:bodyPr/>
          <a:lstStyle/>
          <a:p>
            <a:r>
              <a:t>Footer</a:t>
            </a:r>
          </a:p>
        </p:txBody>
      </p:sp>
      <p:sp>
        <p:nvSpPr>
          <p:cNvPr id="7" name="PlaceHolder 6"/>
          <p:cNvSpPr>
            <a:spLocks noGrp="1"/>
          </p:cNvSpPr>
          <p:nvPr>
            <p:ph type="sldNum" idx="9"/>
          </p:nvPr>
        </p:nvSpPr>
        <p:spPr/>
        <p:txBody>
          <a:bodyPr/>
          <a:lstStyle/>
          <a:p>
            <a:fld id="{02E51414-93BB-4A86-9384-EDED797415F2}" type="slidenum">
              <a:t>‹#›</a:t>
            </a:fld>
            <a:endParaRPr/>
          </a:p>
        </p:txBody>
      </p:sp>
      <p:sp>
        <p:nvSpPr>
          <p:cNvPr id="8" name="PlaceHolder 7"/>
          <p:cNvSpPr>
            <a:spLocks noGrp="1"/>
          </p:cNvSpPr>
          <p:nvPr>
            <p:ph type="dt" idx="10"/>
          </p:nvPr>
        </p:nvSpPr>
        <p:spPr/>
        <p:txBody>
          <a:body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7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77"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8"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79"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8"/>
          </p:nvPr>
        </p:nvSpPr>
        <p:spPr/>
        <p:txBody>
          <a:bodyPr/>
          <a:lstStyle/>
          <a:p>
            <a:r>
              <a:t>Footer</a:t>
            </a:r>
          </a:p>
        </p:txBody>
      </p:sp>
      <p:sp>
        <p:nvSpPr>
          <p:cNvPr id="7" name="PlaceHolder 6"/>
          <p:cNvSpPr>
            <a:spLocks noGrp="1"/>
          </p:cNvSpPr>
          <p:nvPr>
            <p:ph type="sldNum" idx="9"/>
          </p:nvPr>
        </p:nvSpPr>
        <p:spPr/>
        <p:txBody>
          <a:bodyPr/>
          <a:lstStyle/>
          <a:p>
            <a:fld id="{57840259-4FDC-4BD0-B882-F8781EB75D3A}" type="slidenum">
              <a:t>‹#›</a:t>
            </a:fld>
            <a:endParaRPr/>
          </a:p>
        </p:txBody>
      </p:sp>
      <p:sp>
        <p:nvSpPr>
          <p:cNvPr id="8" name="PlaceHolder 7"/>
          <p:cNvSpPr>
            <a:spLocks noGrp="1"/>
          </p:cNvSpPr>
          <p:nvPr>
            <p:ph type="dt" idx="10"/>
          </p:nvPr>
        </p:nvSpPr>
        <p:spPr/>
        <p:txBody>
          <a:body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81"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82"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8"/>
          </p:nvPr>
        </p:nvSpPr>
        <p:spPr/>
        <p:txBody>
          <a:bodyPr/>
          <a:lstStyle/>
          <a:p>
            <a:r>
              <a:t>Footer</a:t>
            </a:r>
          </a:p>
        </p:txBody>
      </p:sp>
      <p:sp>
        <p:nvSpPr>
          <p:cNvPr id="6" name="PlaceHolder 5"/>
          <p:cNvSpPr>
            <a:spLocks noGrp="1"/>
          </p:cNvSpPr>
          <p:nvPr>
            <p:ph type="sldNum" idx="9"/>
          </p:nvPr>
        </p:nvSpPr>
        <p:spPr/>
        <p:txBody>
          <a:bodyPr/>
          <a:lstStyle/>
          <a:p>
            <a:fld id="{AAE4EA9A-EAA3-4E7B-B6A8-84D1F72458C0}" type="slidenum">
              <a:t>‹#›</a:t>
            </a:fld>
            <a:endParaRPr/>
          </a:p>
        </p:txBody>
      </p:sp>
      <p:sp>
        <p:nvSpPr>
          <p:cNvPr id="7" name="PlaceHolder 6"/>
          <p:cNvSpPr>
            <a:spLocks noGrp="1"/>
          </p:cNvSpPr>
          <p:nvPr>
            <p:ph type="dt" idx="10"/>
          </p:nvPr>
        </p:nvSpPr>
        <p:spPr/>
        <p:txBody>
          <a:bodyPr/>
          <a:lstStyle/>
          <a:p>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84"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85"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86"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87"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 name="PlaceHolder 6"/>
          <p:cNvSpPr>
            <a:spLocks noGrp="1"/>
          </p:cNvSpPr>
          <p:nvPr>
            <p:ph type="ftr" idx="8"/>
          </p:nvPr>
        </p:nvSpPr>
        <p:spPr/>
        <p:txBody>
          <a:bodyPr/>
          <a:lstStyle/>
          <a:p>
            <a:r>
              <a:t>Footer</a:t>
            </a:r>
          </a:p>
        </p:txBody>
      </p:sp>
      <p:sp>
        <p:nvSpPr>
          <p:cNvPr id="8" name="PlaceHolder 7"/>
          <p:cNvSpPr>
            <a:spLocks noGrp="1"/>
          </p:cNvSpPr>
          <p:nvPr>
            <p:ph type="sldNum" idx="9"/>
          </p:nvPr>
        </p:nvSpPr>
        <p:spPr/>
        <p:txBody>
          <a:bodyPr/>
          <a:lstStyle/>
          <a:p>
            <a:fld id="{D19267D8-EB70-45D8-903B-5FD80448198D}" type="slidenum">
              <a:t>‹#›</a:t>
            </a:fld>
            <a:endParaRPr/>
          </a:p>
        </p:txBody>
      </p:sp>
      <p:sp>
        <p:nvSpPr>
          <p:cNvPr id="9" name="PlaceHolder 8"/>
          <p:cNvSpPr>
            <a:spLocks noGrp="1"/>
          </p:cNvSpPr>
          <p:nvPr>
            <p:ph type="dt" idx="10"/>
          </p:nvPr>
        </p:nvSpPr>
        <p:spPr/>
        <p:txBody>
          <a:body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8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289"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90"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91"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92"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93"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294"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9" name="PlaceHolder 8"/>
          <p:cNvSpPr>
            <a:spLocks noGrp="1"/>
          </p:cNvSpPr>
          <p:nvPr>
            <p:ph type="ftr" idx="8"/>
          </p:nvPr>
        </p:nvSpPr>
        <p:spPr/>
        <p:txBody>
          <a:bodyPr/>
          <a:lstStyle/>
          <a:p>
            <a:r>
              <a:t>Footer</a:t>
            </a:r>
          </a:p>
        </p:txBody>
      </p:sp>
      <p:sp>
        <p:nvSpPr>
          <p:cNvPr id="10" name="PlaceHolder 9"/>
          <p:cNvSpPr>
            <a:spLocks noGrp="1"/>
          </p:cNvSpPr>
          <p:nvPr>
            <p:ph type="sldNum" idx="9"/>
          </p:nvPr>
        </p:nvSpPr>
        <p:spPr/>
        <p:txBody>
          <a:bodyPr/>
          <a:lstStyle/>
          <a:p>
            <a:fld id="{7E2013EC-5569-49AD-8D00-2D7BBE9FB958}" type="slidenum">
              <a:t>‹#›</a:t>
            </a:fld>
            <a:endParaRPr/>
          </a:p>
        </p:txBody>
      </p:sp>
      <p:sp>
        <p:nvSpPr>
          <p:cNvPr id="11" name="PlaceHolder 10"/>
          <p:cNvSpPr>
            <a:spLocks noGrp="1"/>
          </p:cNvSpPr>
          <p:nvPr>
            <p:ph type="dt" idx="10"/>
          </p:nvPr>
        </p:nvSpPr>
        <p:spPr/>
        <p:txBody>
          <a:body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lstStyle/>
          <a:p>
            <a:r>
              <a:t>Footer</a:t>
            </a:r>
          </a:p>
        </p:txBody>
      </p:sp>
      <p:sp>
        <p:nvSpPr>
          <p:cNvPr id="3" name="PlaceHolder 2"/>
          <p:cNvSpPr>
            <a:spLocks noGrp="1"/>
          </p:cNvSpPr>
          <p:nvPr>
            <p:ph type="sldNum" idx="12"/>
          </p:nvPr>
        </p:nvSpPr>
        <p:spPr/>
        <p:txBody>
          <a:bodyPr/>
          <a:lstStyle/>
          <a:p>
            <a:fld id="{242F5DD5-184F-4155-BBF2-1456561302F9}" type="slidenum">
              <a:t>‹#›</a:t>
            </a:fld>
            <a:endParaRPr/>
          </a:p>
        </p:txBody>
      </p:sp>
      <p:sp>
        <p:nvSpPr>
          <p:cNvPr id="4" name="PlaceHolder 3"/>
          <p:cNvSpPr>
            <a:spLocks noGrp="1"/>
          </p:cNvSpPr>
          <p:nvPr>
            <p:ph type="dt" idx="13"/>
          </p:nvPr>
        </p:nvSpPr>
        <p:spPr/>
        <p:txBody>
          <a:bodyPr/>
          <a:lstStyle/>
          <a:p>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30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05"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1106FFDC-98CD-4C6C-9C25-DAD835C8F71C}" type="slidenum">
              <a:t>‹#›</a:t>
            </a:fld>
            <a:endParaRPr/>
          </a:p>
        </p:txBody>
      </p:sp>
      <p:sp>
        <p:nvSpPr>
          <p:cNvPr id="6" name="PlaceHolder 5"/>
          <p:cNvSpPr>
            <a:spLocks noGrp="1"/>
          </p:cNvSpPr>
          <p:nvPr>
            <p:ph type="dt" idx="13"/>
          </p:nvPr>
        </p:nvSpPr>
        <p:spPr/>
        <p:txBody>
          <a:bodyPr/>
          <a:lstStyle/>
          <a:p>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30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07"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B0AFA781-F676-4A80-A360-6158B20FE297}" type="slidenum">
              <a:t>‹#›</a:t>
            </a:fld>
            <a:endParaRPr/>
          </a:p>
        </p:txBody>
      </p:sp>
      <p:sp>
        <p:nvSpPr>
          <p:cNvPr id="6" name="PlaceHolder 5"/>
          <p:cNvSpPr>
            <a:spLocks noGrp="1"/>
          </p:cNvSpPr>
          <p:nvPr>
            <p:ph type="dt" idx="13"/>
          </p:nvPr>
        </p:nvSpPr>
        <p:spPr/>
        <p:txBody>
          <a:bodyPr/>
          <a:lstStyle/>
          <a:p>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30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09"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10"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11"/>
          </p:nvPr>
        </p:nvSpPr>
        <p:spPr/>
        <p:txBody>
          <a:bodyPr/>
          <a:lstStyle/>
          <a:p>
            <a:r>
              <a:t>Footer</a:t>
            </a:r>
          </a:p>
        </p:txBody>
      </p:sp>
      <p:sp>
        <p:nvSpPr>
          <p:cNvPr id="6" name="PlaceHolder 5"/>
          <p:cNvSpPr>
            <a:spLocks noGrp="1"/>
          </p:cNvSpPr>
          <p:nvPr>
            <p:ph type="sldNum" idx="12"/>
          </p:nvPr>
        </p:nvSpPr>
        <p:spPr/>
        <p:txBody>
          <a:bodyPr/>
          <a:lstStyle/>
          <a:p>
            <a:fld id="{28E74858-0365-41BA-A6DE-05629D9BD7EC}" type="slidenum">
              <a:t>‹#›</a:t>
            </a:fld>
            <a:endParaRPr/>
          </a:p>
        </p:txBody>
      </p:sp>
      <p:sp>
        <p:nvSpPr>
          <p:cNvPr id="7" name="PlaceHolder 6"/>
          <p:cNvSpPr>
            <a:spLocks noGrp="1"/>
          </p:cNvSpPr>
          <p:nvPr>
            <p:ph type="dt" idx="13"/>
          </p:nvPr>
        </p:nvSpPr>
        <p:spPr/>
        <p:txBody>
          <a:body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1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 name="PlaceHolder 2"/>
          <p:cNvSpPr>
            <a:spLocks noGrp="1"/>
          </p:cNvSpPr>
          <p:nvPr>
            <p:ph type="ftr" idx="11"/>
          </p:nvPr>
        </p:nvSpPr>
        <p:spPr/>
        <p:txBody>
          <a:bodyPr/>
          <a:lstStyle/>
          <a:p>
            <a:r>
              <a:t>Footer</a:t>
            </a:r>
          </a:p>
        </p:txBody>
      </p:sp>
      <p:sp>
        <p:nvSpPr>
          <p:cNvPr id="4" name="PlaceHolder 3"/>
          <p:cNvSpPr>
            <a:spLocks noGrp="1"/>
          </p:cNvSpPr>
          <p:nvPr>
            <p:ph type="sldNum" idx="12"/>
          </p:nvPr>
        </p:nvSpPr>
        <p:spPr/>
        <p:txBody>
          <a:bodyPr/>
          <a:lstStyle/>
          <a:p>
            <a:fld id="{931357A5-867A-4517-9D17-2EF59E98562C}" type="slidenum">
              <a:t>‹#›</a:t>
            </a:fld>
            <a:endParaRPr/>
          </a:p>
        </p:txBody>
      </p:sp>
      <p:sp>
        <p:nvSpPr>
          <p:cNvPr id="5" name="PlaceHolder 4"/>
          <p:cNvSpPr>
            <a:spLocks noGrp="1"/>
          </p:cNvSpPr>
          <p:nvPr>
            <p:ph type="dt" idx="13"/>
          </p:nvPr>
        </p:nvSpPr>
        <p:spPr/>
        <p:txBody>
          <a:body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312"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3" name="PlaceHolder 2"/>
          <p:cNvSpPr>
            <a:spLocks noGrp="1"/>
          </p:cNvSpPr>
          <p:nvPr>
            <p:ph type="ftr" idx="11"/>
          </p:nvPr>
        </p:nvSpPr>
        <p:spPr/>
        <p:txBody>
          <a:bodyPr/>
          <a:lstStyle/>
          <a:p>
            <a:r>
              <a:t>Footer</a:t>
            </a:r>
          </a:p>
        </p:txBody>
      </p:sp>
      <p:sp>
        <p:nvSpPr>
          <p:cNvPr id="4" name="PlaceHolder 3"/>
          <p:cNvSpPr>
            <a:spLocks noGrp="1"/>
          </p:cNvSpPr>
          <p:nvPr>
            <p:ph type="sldNum" idx="12"/>
          </p:nvPr>
        </p:nvSpPr>
        <p:spPr/>
        <p:txBody>
          <a:bodyPr/>
          <a:lstStyle/>
          <a:p>
            <a:fld id="{E5DFBF57-492A-4F1D-A6AA-78D300A34EA6}" type="slidenum">
              <a:t>‹#›</a:t>
            </a:fld>
            <a:endParaRPr/>
          </a:p>
        </p:txBody>
      </p:sp>
      <p:sp>
        <p:nvSpPr>
          <p:cNvPr id="5" name="PlaceHolder 4"/>
          <p:cNvSpPr>
            <a:spLocks noGrp="1"/>
          </p:cNvSpPr>
          <p:nvPr>
            <p:ph type="dt" idx="13"/>
          </p:nvPr>
        </p:nvSpPr>
        <p:spPr/>
        <p:txBody>
          <a:body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14"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15"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16"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1"/>
          </p:nvPr>
        </p:nvSpPr>
        <p:spPr/>
        <p:txBody>
          <a:bodyPr/>
          <a:lstStyle/>
          <a:p>
            <a:r>
              <a:t>Footer</a:t>
            </a:r>
          </a:p>
        </p:txBody>
      </p:sp>
      <p:sp>
        <p:nvSpPr>
          <p:cNvPr id="7" name="PlaceHolder 6"/>
          <p:cNvSpPr>
            <a:spLocks noGrp="1"/>
          </p:cNvSpPr>
          <p:nvPr>
            <p:ph type="sldNum" idx="12"/>
          </p:nvPr>
        </p:nvSpPr>
        <p:spPr/>
        <p:txBody>
          <a:bodyPr/>
          <a:lstStyle/>
          <a:p>
            <a:fld id="{D063FB7A-4B85-447E-9748-50829C5EF351}" type="slidenum">
              <a:t>‹#›</a:t>
            </a:fld>
            <a:endParaRPr/>
          </a:p>
        </p:txBody>
      </p:sp>
      <p:sp>
        <p:nvSpPr>
          <p:cNvPr id="8" name="PlaceHolder 7"/>
          <p:cNvSpPr>
            <a:spLocks noGrp="1"/>
          </p:cNvSpPr>
          <p:nvPr>
            <p:ph type="dt" idx="13"/>
          </p:nvPr>
        </p:nvSpPr>
        <p:spPr/>
        <p:txBody>
          <a:body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1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18"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19"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20"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1"/>
          </p:nvPr>
        </p:nvSpPr>
        <p:spPr/>
        <p:txBody>
          <a:bodyPr/>
          <a:lstStyle/>
          <a:p>
            <a:r>
              <a:t>Footer</a:t>
            </a:r>
          </a:p>
        </p:txBody>
      </p:sp>
      <p:sp>
        <p:nvSpPr>
          <p:cNvPr id="7" name="PlaceHolder 6"/>
          <p:cNvSpPr>
            <a:spLocks noGrp="1"/>
          </p:cNvSpPr>
          <p:nvPr>
            <p:ph type="sldNum" idx="12"/>
          </p:nvPr>
        </p:nvSpPr>
        <p:spPr/>
        <p:txBody>
          <a:bodyPr/>
          <a:lstStyle/>
          <a:p>
            <a:fld id="{E791033A-E674-4BB8-8F4C-CF72EAC81A21}" type="slidenum">
              <a:t>‹#›</a:t>
            </a:fld>
            <a:endParaRPr/>
          </a:p>
        </p:txBody>
      </p:sp>
      <p:sp>
        <p:nvSpPr>
          <p:cNvPr id="8" name="PlaceHolder 7"/>
          <p:cNvSpPr>
            <a:spLocks noGrp="1"/>
          </p:cNvSpPr>
          <p:nvPr>
            <p:ph type="dt" idx="13"/>
          </p:nvPr>
        </p:nvSpPr>
        <p:spPr/>
        <p:txBody>
          <a:body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22"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23"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24"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1"/>
          </p:nvPr>
        </p:nvSpPr>
        <p:spPr/>
        <p:txBody>
          <a:bodyPr/>
          <a:lstStyle/>
          <a:p>
            <a:r>
              <a:t>Footer</a:t>
            </a:r>
          </a:p>
        </p:txBody>
      </p:sp>
      <p:sp>
        <p:nvSpPr>
          <p:cNvPr id="7" name="PlaceHolder 6"/>
          <p:cNvSpPr>
            <a:spLocks noGrp="1"/>
          </p:cNvSpPr>
          <p:nvPr>
            <p:ph type="sldNum" idx="12"/>
          </p:nvPr>
        </p:nvSpPr>
        <p:spPr/>
        <p:txBody>
          <a:bodyPr/>
          <a:lstStyle/>
          <a:p>
            <a:fld id="{24409C54-B49F-421D-AF5F-82333886F7B7}" type="slidenum">
              <a:t>‹#›</a:t>
            </a:fld>
            <a:endParaRPr/>
          </a:p>
        </p:txBody>
      </p:sp>
      <p:sp>
        <p:nvSpPr>
          <p:cNvPr id="8" name="PlaceHolder 7"/>
          <p:cNvSpPr>
            <a:spLocks noGrp="1"/>
          </p:cNvSpPr>
          <p:nvPr>
            <p:ph type="dt" idx="13"/>
          </p:nvPr>
        </p:nvSpPr>
        <p:spPr/>
        <p:txBody>
          <a:body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32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26"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27"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11"/>
          </p:nvPr>
        </p:nvSpPr>
        <p:spPr/>
        <p:txBody>
          <a:bodyPr/>
          <a:lstStyle/>
          <a:p>
            <a:r>
              <a:t>Footer</a:t>
            </a:r>
          </a:p>
        </p:txBody>
      </p:sp>
      <p:sp>
        <p:nvSpPr>
          <p:cNvPr id="6" name="PlaceHolder 5"/>
          <p:cNvSpPr>
            <a:spLocks noGrp="1"/>
          </p:cNvSpPr>
          <p:nvPr>
            <p:ph type="sldNum" idx="12"/>
          </p:nvPr>
        </p:nvSpPr>
        <p:spPr/>
        <p:txBody>
          <a:bodyPr/>
          <a:lstStyle/>
          <a:p>
            <a:fld id="{F62A06BB-880E-4888-A460-911B278994FD}" type="slidenum">
              <a:t>‹#›</a:t>
            </a:fld>
            <a:endParaRPr/>
          </a:p>
        </p:txBody>
      </p:sp>
      <p:sp>
        <p:nvSpPr>
          <p:cNvPr id="7" name="PlaceHolder 6"/>
          <p:cNvSpPr>
            <a:spLocks noGrp="1"/>
          </p:cNvSpPr>
          <p:nvPr>
            <p:ph type="dt" idx="13"/>
          </p:nvPr>
        </p:nvSpPr>
        <p:spPr/>
        <p:txBody>
          <a:body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29"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0"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1"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2"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 name="PlaceHolder 6"/>
          <p:cNvSpPr>
            <a:spLocks noGrp="1"/>
          </p:cNvSpPr>
          <p:nvPr>
            <p:ph type="ftr" idx="11"/>
          </p:nvPr>
        </p:nvSpPr>
        <p:spPr/>
        <p:txBody>
          <a:bodyPr/>
          <a:lstStyle/>
          <a:p>
            <a:r>
              <a:t>Footer</a:t>
            </a:r>
          </a:p>
        </p:txBody>
      </p:sp>
      <p:sp>
        <p:nvSpPr>
          <p:cNvPr id="8" name="PlaceHolder 7"/>
          <p:cNvSpPr>
            <a:spLocks noGrp="1"/>
          </p:cNvSpPr>
          <p:nvPr>
            <p:ph type="sldNum" idx="12"/>
          </p:nvPr>
        </p:nvSpPr>
        <p:spPr/>
        <p:txBody>
          <a:bodyPr/>
          <a:lstStyle/>
          <a:p>
            <a:fld id="{3FE1FB2C-F0D6-4BB2-97E6-32F9B78DF29C}" type="slidenum">
              <a:t>‹#›</a:t>
            </a:fld>
            <a:endParaRPr/>
          </a:p>
        </p:txBody>
      </p:sp>
      <p:sp>
        <p:nvSpPr>
          <p:cNvPr id="9" name="PlaceHolder 8"/>
          <p:cNvSpPr>
            <a:spLocks noGrp="1"/>
          </p:cNvSpPr>
          <p:nvPr>
            <p:ph type="dt" idx="13"/>
          </p:nvPr>
        </p:nvSpPr>
        <p:spPr/>
        <p:txBody>
          <a:body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34"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5"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6"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7"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8"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39"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9" name="PlaceHolder 8"/>
          <p:cNvSpPr>
            <a:spLocks noGrp="1"/>
          </p:cNvSpPr>
          <p:nvPr>
            <p:ph type="ftr" idx="11"/>
          </p:nvPr>
        </p:nvSpPr>
        <p:spPr/>
        <p:txBody>
          <a:bodyPr/>
          <a:lstStyle/>
          <a:p>
            <a:r>
              <a:t>Footer</a:t>
            </a:r>
          </a:p>
        </p:txBody>
      </p:sp>
      <p:sp>
        <p:nvSpPr>
          <p:cNvPr id="10" name="PlaceHolder 9"/>
          <p:cNvSpPr>
            <a:spLocks noGrp="1"/>
          </p:cNvSpPr>
          <p:nvPr>
            <p:ph type="sldNum" idx="12"/>
          </p:nvPr>
        </p:nvSpPr>
        <p:spPr/>
        <p:txBody>
          <a:bodyPr/>
          <a:lstStyle/>
          <a:p>
            <a:fld id="{3B69118C-22DB-474E-A8CE-A007F5DAE2EA}" type="slidenum">
              <a:t>‹#›</a:t>
            </a:fld>
            <a:endParaRPr/>
          </a:p>
        </p:txBody>
      </p:sp>
      <p:sp>
        <p:nvSpPr>
          <p:cNvPr id="11" name="PlaceHolder 10"/>
          <p:cNvSpPr>
            <a:spLocks noGrp="1"/>
          </p:cNvSpPr>
          <p:nvPr>
            <p:ph type="dt" idx="13"/>
          </p:nvPr>
        </p:nvSpPr>
        <p:spPr/>
        <p:txBody>
          <a:bodyPr/>
          <a:lstStyle/>
          <a:p>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ECE4DF02-EBB9-4E0F-9EC6-52C34CD61F01}" type="slidenum">
              <a:t>‹#›</a:t>
            </a:fld>
            <a:endParaRPr/>
          </a:p>
        </p:txBody>
      </p:sp>
      <p:sp>
        <p:nvSpPr>
          <p:cNvPr id="4" name="PlaceHolder 3"/>
          <p:cNvSpPr>
            <a:spLocks noGrp="1"/>
          </p:cNvSpPr>
          <p:nvPr>
            <p:ph type="dt" idx="16"/>
          </p:nvPr>
        </p:nvSpPr>
        <p:spPr/>
        <p:txBody>
          <a:bodyPr/>
          <a:lstStyle/>
          <a:p>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35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52"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4" name="PlaceHolder 3"/>
          <p:cNvSpPr>
            <a:spLocks noGrp="1"/>
          </p:cNvSpPr>
          <p:nvPr>
            <p:ph type="ftr" idx="14"/>
          </p:nvPr>
        </p:nvSpPr>
        <p:spPr/>
        <p:txBody>
          <a:bodyPr/>
          <a:lstStyle/>
          <a:p>
            <a:r>
              <a:t>Footer</a:t>
            </a:r>
          </a:p>
        </p:txBody>
      </p:sp>
      <p:sp>
        <p:nvSpPr>
          <p:cNvPr id="5" name="PlaceHolder 4"/>
          <p:cNvSpPr>
            <a:spLocks noGrp="1"/>
          </p:cNvSpPr>
          <p:nvPr>
            <p:ph type="sldNum" idx="15"/>
          </p:nvPr>
        </p:nvSpPr>
        <p:spPr/>
        <p:txBody>
          <a:bodyPr/>
          <a:lstStyle/>
          <a:p>
            <a:fld id="{97FF18CC-B065-4492-AEB7-769D5540DD95}" type="slidenum">
              <a:t>‹#›</a:t>
            </a:fld>
            <a:endParaRPr/>
          </a:p>
        </p:txBody>
      </p:sp>
      <p:sp>
        <p:nvSpPr>
          <p:cNvPr id="6" name="PlaceHolder 5"/>
          <p:cNvSpPr>
            <a:spLocks noGrp="1"/>
          </p:cNvSpPr>
          <p:nvPr>
            <p:ph type="dt" idx="16"/>
          </p:nvPr>
        </p:nvSpPr>
        <p:spPr/>
        <p:txBody>
          <a:bodyPr/>
          <a:lstStyle/>
          <a:p>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35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54"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 name="PlaceHolder 3"/>
          <p:cNvSpPr>
            <a:spLocks noGrp="1"/>
          </p:cNvSpPr>
          <p:nvPr>
            <p:ph type="ftr" idx="14"/>
          </p:nvPr>
        </p:nvSpPr>
        <p:spPr/>
        <p:txBody>
          <a:bodyPr/>
          <a:lstStyle/>
          <a:p>
            <a:r>
              <a:t>Footer</a:t>
            </a:r>
          </a:p>
        </p:txBody>
      </p:sp>
      <p:sp>
        <p:nvSpPr>
          <p:cNvPr id="5" name="PlaceHolder 4"/>
          <p:cNvSpPr>
            <a:spLocks noGrp="1"/>
          </p:cNvSpPr>
          <p:nvPr>
            <p:ph type="sldNum" idx="15"/>
          </p:nvPr>
        </p:nvSpPr>
        <p:spPr/>
        <p:txBody>
          <a:bodyPr/>
          <a:lstStyle/>
          <a:p>
            <a:fld id="{4983679E-2B0A-4739-9EA6-270A13E0DF0A}" type="slidenum">
              <a:t>‹#›</a:t>
            </a:fld>
            <a:endParaRPr/>
          </a:p>
        </p:txBody>
      </p:sp>
      <p:sp>
        <p:nvSpPr>
          <p:cNvPr id="6" name="PlaceHolder 5"/>
          <p:cNvSpPr>
            <a:spLocks noGrp="1"/>
          </p:cNvSpPr>
          <p:nvPr>
            <p:ph type="dt" idx="16"/>
          </p:nvPr>
        </p:nvSpPr>
        <p:spPr/>
        <p:txBody>
          <a:bodyPr/>
          <a:lstStyle/>
          <a:p>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35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56"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57"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14"/>
          </p:nvPr>
        </p:nvSpPr>
        <p:spPr/>
        <p:txBody>
          <a:bodyPr/>
          <a:lstStyle/>
          <a:p>
            <a:r>
              <a:t>Footer</a:t>
            </a:r>
          </a:p>
        </p:txBody>
      </p:sp>
      <p:sp>
        <p:nvSpPr>
          <p:cNvPr id="6" name="PlaceHolder 5"/>
          <p:cNvSpPr>
            <a:spLocks noGrp="1"/>
          </p:cNvSpPr>
          <p:nvPr>
            <p:ph type="sldNum" idx="15"/>
          </p:nvPr>
        </p:nvSpPr>
        <p:spPr/>
        <p:txBody>
          <a:bodyPr/>
          <a:lstStyle/>
          <a:p>
            <a:fld id="{963204FD-4FA5-4E26-9C6B-6F5C342A68B6}"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5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 name="PlaceHolder 2"/>
          <p:cNvSpPr>
            <a:spLocks noGrp="1"/>
          </p:cNvSpPr>
          <p:nvPr>
            <p:ph type="ftr" idx="14"/>
          </p:nvPr>
        </p:nvSpPr>
        <p:spPr/>
        <p:txBody>
          <a:bodyPr/>
          <a:lstStyle/>
          <a:p>
            <a:r>
              <a:t>Footer</a:t>
            </a:r>
          </a:p>
        </p:txBody>
      </p:sp>
      <p:sp>
        <p:nvSpPr>
          <p:cNvPr id="4" name="PlaceHolder 3"/>
          <p:cNvSpPr>
            <a:spLocks noGrp="1"/>
          </p:cNvSpPr>
          <p:nvPr>
            <p:ph type="sldNum" idx="15"/>
          </p:nvPr>
        </p:nvSpPr>
        <p:spPr/>
        <p:txBody>
          <a:bodyPr/>
          <a:lstStyle/>
          <a:p>
            <a:fld id="{8DC9ECD5-76F1-4939-B373-B87F3D1A69DB}" type="slidenum">
              <a:t>‹#›</a:t>
            </a:fld>
            <a:endParaRPr/>
          </a:p>
        </p:txBody>
      </p:sp>
      <p:sp>
        <p:nvSpPr>
          <p:cNvPr id="5" name="PlaceHolder 4"/>
          <p:cNvSpPr>
            <a:spLocks noGrp="1"/>
          </p:cNvSpPr>
          <p:nvPr>
            <p:ph type="dt" idx="16"/>
          </p:nvPr>
        </p:nvSpPr>
        <p:spPr/>
        <p:txBody>
          <a:bodyPr/>
          <a:lstStyle/>
          <a:p>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359"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
        <p:nvSpPr>
          <p:cNvPr id="3" name="PlaceHolder 2"/>
          <p:cNvSpPr>
            <a:spLocks noGrp="1"/>
          </p:cNvSpPr>
          <p:nvPr>
            <p:ph type="ftr" idx="14"/>
          </p:nvPr>
        </p:nvSpPr>
        <p:spPr/>
        <p:txBody>
          <a:bodyPr/>
          <a:lstStyle/>
          <a:p>
            <a:r>
              <a:t>Footer</a:t>
            </a:r>
          </a:p>
        </p:txBody>
      </p:sp>
      <p:sp>
        <p:nvSpPr>
          <p:cNvPr id="4" name="PlaceHolder 3"/>
          <p:cNvSpPr>
            <a:spLocks noGrp="1"/>
          </p:cNvSpPr>
          <p:nvPr>
            <p:ph type="sldNum" idx="15"/>
          </p:nvPr>
        </p:nvSpPr>
        <p:spPr/>
        <p:txBody>
          <a:bodyPr/>
          <a:lstStyle/>
          <a:p>
            <a:fld id="{7031CF5E-B32D-4190-A2DC-8B8FB08F036A}" type="slidenum">
              <a:t>‹#›</a:t>
            </a:fld>
            <a:endParaRPr/>
          </a:p>
        </p:txBody>
      </p:sp>
      <p:sp>
        <p:nvSpPr>
          <p:cNvPr id="5" name="PlaceHolder 4"/>
          <p:cNvSpPr>
            <a:spLocks noGrp="1"/>
          </p:cNvSpPr>
          <p:nvPr>
            <p:ph type="dt" idx="16"/>
          </p:nvPr>
        </p:nvSpPr>
        <p:spPr/>
        <p:txBody>
          <a:bodyPr/>
          <a:lstStyle/>
          <a:p>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36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61"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62"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63"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4"/>
          </p:nvPr>
        </p:nvSpPr>
        <p:spPr/>
        <p:txBody>
          <a:bodyPr/>
          <a:lstStyle/>
          <a:p>
            <a:r>
              <a:t>Footer</a:t>
            </a:r>
          </a:p>
        </p:txBody>
      </p:sp>
      <p:sp>
        <p:nvSpPr>
          <p:cNvPr id="7" name="PlaceHolder 6"/>
          <p:cNvSpPr>
            <a:spLocks noGrp="1"/>
          </p:cNvSpPr>
          <p:nvPr>
            <p:ph type="sldNum" idx="15"/>
          </p:nvPr>
        </p:nvSpPr>
        <p:spPr/>
        <p:txBody>
          <a:bodyPr/>
          <a:lstStyle/>
          <a:p>
            <a:fld id="{19FAB17E-A72A-4C32-AC9E-26CD21889E83}" type="slidenum">
              <a:t>‹#›</a:t>
            </a:fld>
            <a:endParaRPr/>
          </a:p>
        </p:txBody>
      </p:sp>
      <p:sp>
        <p:nvSpPr>
          <p:cNvPr id="8" name="PlaceHolder 7"/>
          <p:cNvSpPr>
            <a:spLocks noGrp="1"/>
          </p:cNvSpPr>
          <p:nvPr>
            <p:ph type="dt" idx="16"/>
          </p:nvPr>
        </p:nvSpPr>
        <p:spPr/>
        <p:txBody>
          <a:body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6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65"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66"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67"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4"/>
          </p:nvPr>
        </p:nvSpPr>
        <p:spPr/>
        <p:txBody>
          <a:bodyPr/>
          <a:lstStyle/>
          <a:p>
            <a:r>
              <a:t>Footer</a:t>
            </a:r>
          </a:p>
        </p:txBody>
      </p:sp>
      <p:sp>
        <p:nvSpPr>
          <p:cNvPr id="7" name="PlaceHolder 6"/>
          <p:cNvSpPr>
            <a:spLocks noGrp="1"/>
          </p:cNvSpPr>
          <p:nvPr>
            <p:ph type="sldNum" idx="15"/>
          </p:nvPr>
        </p:nvSpPr>
        <p:spPr/>
        <p:txBody>
          <a:bodyPr/>
          <a:lstStyle/>
          <a:p>
            <a:fld id="{3F9D852A-1380-4655-8ED0-F73F840BB606}" type="slidenum">
              <a:t>‹#›</a:t>
            </a:fld>
            <a:endParaRPr/>
          </a:p>
        </p:txBody>
      </p:sp>
      <p:sp>
        <p:nvSpPr>
          <p:cNvPr id="8" name="PlaceHolder 7"/>
          <p:cNvSpPr>
            <a:spLocks noGrp="1"/>
          </p:cNvSpPr>
          <p:nvPr>
            <p:ph type="dt" idx="16"/>
          </p:nvPr>
        </p:nvSpPr>
        <p:spPr/>
        <p:txBody>
          <a:bodyPr/>
          <a:lstStyle/>
          <a:p>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6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69"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70"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71"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6" name="PlaceHolder 5"/>
          <p:cNvSpPr>
            <a:spLocks noGrp="1"/>
          </p:cNvSpPr>
          <p:nvPr>
            <p:ph type="ftr" idx="14"/>
          </p:nvPr>
        </p:nvSpPr>
        <p:spPr/>
        <p:txBody>
          <a:bodyPr/>
          <a:lstStyle/>
          <a:p>
            <a:r>
              <a:t>Footer</a:t>
            </a:r>
          </a:p>
        </p:txBody>
      </p:sp>
      <p:sp>
        <p:nvSpPr>
          <p:cNvPr id="7" name="PlaceHolder 6"/>
          <p:cNvSpPr>
            <a:spLocks noGrp="1"/>
          </p:cNvSpPr>
          <p:nvPr>
            <p:ph type="sldNum" idx="15"/>
          </p:nvPr>
        </p:nvSpPr>
        <p:spPr/>
        <p:txBody>
          <a:bodyPr/>
          <a:lstStyle/>
          <a:p>
            <a:fld id="{70420B1A-8492-422C-87CC-1F079F75DA9F}" type="slidenum">
              <a:t>‹#›</a:t>
            </a:fld>
            <a:endParaRPr/>
          </a:p>
        </p:txBody>
      </p:sp>
      <p:sp>
        <p:nvSpPr>
          <p:cNvPr id="8" name="PlaceHolder 7"/>
          <p:cNvSpPr>
            <a:spLocks noGrp="1"/>
          </p:cNvSpPr>
          <p:nvPr>
            <p:ph type="dt" idx="16"/>
          </p:nvPr>
        </p:nvSpPr>
        <p:spPr/>
        <p:txBody>
          <a:bodyPr/>
          <a:lstStyle/>
          <a:p>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37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73"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74"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5" name="PlaceHolder 4"/>
          <p:cNvSpPr>
            <a:spLocks noGrp="1"/>
          </p:cNvSpPr>
          <p:nvPr>
            <p:ph type="ftr" idx="14"/>
          </p:nvPr>
        </p:nvSpPr>
        <p:spPr/>
        <p:txBody>
          <a:bodyPr/>
          <a:lstStyle/>
          <a:p>
            <a:r>
              <a:t>Footer</a:t>
            </a:r>
          </a:p>
        </p:txBody>
      </p:sp>
      <p:sp>
        <p:nvSpPr>
          <p:cNvPr id="6" name="PlaceHolder 5"/>
          <p:cNvSpPr>
            <a:spLocks noGrp="1"/>
          </p:cNvSpPr>
          <p:nvPr>
            <p:ph type="sldNum" idx="15"/>
          </p:nvPr>
        </p:nvSpPr>
        <p:spPr/>
        <p:txBody>
          <a:bodyPr/>
          <a:lstStyle/>
          <a:p>
            <a:fld id="{48A5A2F1-CC53-4CC8-86AC-0EF386C10774}"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7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76"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77"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78"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79"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7" name="PlaceHolder 6"/>
          <p:cNvSpPr>
            <a:spLocks noGrp="1"/>
          </p:cNvSpPr>
          <p:nvPr>
            <p:ph type="ftr" idx="14"/>
          </p:nvPr>
        </p:nvSpPr>
        <p:spPr/>
        <p:txBody>
          <a:bodyPr/>
          <a:lstStyle/>
          <a:p>
            <a:r>
              <a:t>Footer</a:t>
            </a:r>
          </a:p>
        </p:txBody>
      </p:sp>
      <p:sp>
        <p:nvSpPr>
          <p:cNvPr id="8" name="PlaceHolder 7"/>
          <p:cNvSpPr>
            <a:spLocks noGrp="1"/>
          </p:cNvSpPr>
          <p:nvPr>
            <p:ph type="sldNum" idx="15"/>
          </p:nvPr>
        </p:nvSpPr>
        <p:spPr/>
        <p:txBody>
          <a:bodyPr/>
          <a:lstStyle/>
          <a:p>
            <a:fld id="{72C09096-5398-44D0-B721-F1896ADB3292}" type="slidenum">
              <a:t>‹#›</a:t>
            </a:fld>
            <a:endParaRPr/>
          </a:p>
        </p:txBody>
      </p:sp>
      <p:sp>
        <p:nvSpPr>
          <p:cNvPr id="9" name="PlaceHolder 8"/>
          <p:cNvSpPr>
            <a:spLocks noGrp="1"/>
          </p:cNvSpPr>
          <p:nvPr>
            <p:ph type="dt" idx="16"/>
          </p:nvPr>
        </p:nvSpPr>
        <p:spPr/>
        <p:txBody>
          <a:bodyPr/>
          <a:lstStyle/>
          <a:p>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8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81"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82"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83"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84"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85"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386"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9" name="PlaceHolder 8"/>
          <p:cNvSpPr>
            <a:spLocks noGrp="1"/>
          </p:cNvSpPr>
          <p:nvPr>
            <p:ph type="ftr" idx="14"/>
          </p:nvPr>
        </p:nvSpPr>
        <p:spPr/>
        <p:txBody>
          <a:bodyPr/>
          <a:lstStyle/>
          <a:p>
            <a:r>
              <a:t>Footer</a:t>
            </a:r>
          </a:p>
        </p:txBody>
      </p:sp>
      <p:sp>
        <p:nvSpPr>
          <p:cNvPr id="10" name="PlaceHolder 9"/>
          <p:cNvSpPr>
            <a:spLocks noGrp="1"/>
          </p:cNvSpPr>
          <p:nvPr>
            <p:ph type="sldNum" idx="15"/>
          </p:nvPr>
        </p:nvSpPr>
        <p:spPr/>
        <p:txBody>
          <a:bodyPr/>
          <a:lstStyle/>
          <a:p>
            <a:fld id="{6E400113-7731-4F98-BD24-2C09CEAEE228}" type="slidenum">
              <a:t>‹#›</a:t>
            </a:fld>
            <a:endParaRPr/>
          </a:p>
        </p:txBody>
      </p:sp>
      <p:sp>
        <p:nvSpPr>
          <p:cNvPr id="11" name="PlaceHolder 10"/>
          <p:cNvSpPr>
            <a:spLocks noGrp="1"/>
          </p:cNvSpPr>
          <p:nvPr>
            <p:ph type="dt" idx="16"/>
          </p:nvPr>
        </p:nvSpPr>
        <p:spPr/>
        <p:txBody>
          <a:bodyPr/>
          <a:lstStyle/>
          <a:p>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39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95"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39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97"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399"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00"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0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402" name="PlaceHolder 1"/>
          <p:cNvSpPr>
            <a:spLocks noGrp="1"/>
          </p:cNvSpPr>
          <p:nvPr>
            <p:ph type="subTitle"/>
          </p:nvPr>
        </p:nvSpPr>
        <p:spPr>
          <a:xfrm>
            <a:off x="609480" y="273600"/>
            <a:ext cx="10972440" cy="5307840"/>
          </a:xfrm>
          <a:prstGeom prst="rect">
            <a:avLst/>
          </a:prstGeom>
          <a:noFill/>
          <a:ln w="0">
            <a:noFill/>
          </a:ln>
        </p:spPr>
        <p:txBody>
          <a:bodyPr lIns="0" tIns="0" rIns="0" bIns="0" anchor="ctr">
            <a:noAutofit/>
          </a:bodyPr>
          <a:lstStyle/>
          <a:p>
            <a:pPr algn="ctr">
              <a:buNone/>
            </a:pPr>
            <a:endParaRPr lang="en-IN" sz="3200" b="0" strike="noStrike" spc="-1">
              <a:latin typeface="Arial"/>
            </a:endParaRPr>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404"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05" name="PlaceHolder 3"/>
          <p:cNvSpPr>
            <a:spLocks noGrp="1"/>
          </p:cNvSpPr>
          <p:nvPr>
            <p:ph/>
          </p:nvPr>
        </p:nvSpPr>
        <p:spPr>
          <a:xfrm>
            <a:off x="623196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06"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407"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408" name="PlaceHolder 2"/>
          <p:cNvSpPr>
            <a:spLocks noGrp="1"/>
          </p:cNvSpPr>
          <p:nvPr>
            <p:ph/>
          </p:nvPr>
        </p:nvSpPr>
        <p:spPr>
          <a:xfrm>
            <a:off x="609480" y="1604520"/>
            <a:ext cx="5354280" cy="397728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09"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10" name="PlaceHolder 4"/>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411"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412"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13"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14" name="PlaceHolder 4"/>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416" name="PlaceHolder 2"/>
          <p:cNvSpPr>
            <a:spLocks noGrp="1"/>
          </p:cNvSpPr>
          <p:nvPr>
            <p:ph/>
          </p:nvPr>
        </p:nvSpPr>
        <p:spPr>
          <a:xfrm>
            <a:off x="609480" y="160452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17" name="PlaceHolder 3"/>
          <p:cNvSpPr>
            <a:spLocks noGrp="1"/>
          </p:cNvSpPr>
          <p:nvPr>
            <p:ph/>
          </p:nvPr>
        </p:nvSpPr>
        <p:spPr>
          <a:xfrm>
            <a:off x="609480" y="3682080"/>
            <a:ext cx="109724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18"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419" name="PlaceHolder 2"/>
          <p:cNvSpPr>
            <a:spLocks noGrp="1"/>
          </p:cNvSpPr>
          <p:nvPr>
            <p:ph/>
          </p:nvPr>
        </p:nvSpPr>
        <p:spPr>
          <a:xfrm>
            <a:off x="60948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0" name="PlaceHolder 3"/>
          <p:cNvSpPr>
            <a:spLocks noGrp="1"/>
          </p:cNvSpPr>
          <p:nvPr>
            <p:ph/>
          </p:nvPr>
        </p:nvSpPr>
        <p:spPr>
          <a:xfrm>
            <a:off x="6231960" y="160452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1" name="PlaceHolder 4"/>
          <p:cNvSpPr>
            <a:spLocks noGrp="1"/>
          </p:cNvSpPr>
          <p:nvPr>
            <p:ph/>
          </p:nvPr>
        </p:nvSpPr>
        <p:spPr>
          <a:xfrm>
            <a:off x="60948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2" name="PlaceHolder 5"/>
          <p:cNvSpPr>
            <a:spLocks noGrp="1"/>
          </p:cNvSpPr>
          <p:nvPr>
            <p:ph/>
          </p:nvPr>
        </p:nvSpPr>
        <p:spPr>
          <a:xfrm>
            <a:off x="6231960" y="3682080"/>
            <a:ext cx="535428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2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endParaRPr lang="en-IN" sz="4400" b="0" strike="noStrike" spc="-1">
              <a:latin typeface="Arial"/>
            </a:endParaRPr>
          </a:p>
        </p:txBody>
      </p:sp>
      <p:sp>
        <p:nvSpPr>
          <p:cNvPr id="424" name="PlaceHolder 2"/>
          <p:cNvSpPr>
            <a:spLocks noGrp="1"/>
          </p:cNvSpPr>
          <p:nvPr>
            <p:ph/>
          </p:nvPr>
        </p:nvSpPr>
        <p:spPr>
          <a:xfrm>
            <a:off x="60948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5" name="PlaceHolder 3"/>
          <p:cNvSpPr>
            <a:spLocks noGrp="1"/>
          </p:cNvSpPr>
          <p:nvPr>
            <p:ph/>
          </p:nvPr>
        </p:nvSpPr>
        <p:spPr>
          <a:xfrm>
            <a:off x="431964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6" name="PlaceHolder 4"/>
          <p:cNvSpPr>
            <a:spLocks noGrp="1"/>
          </p:cNvSpPr>
          <p:nvPr>
            <p:ph/>
          </p:nvPr>
        </p:nvSpPr>
        <p:spPr>
          <a:xfrm>
            <a:off x="8029800" y="160452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7" name="PlaceHolder 5"/>
          <p:cNvSpPr>
            <a:spLocks noGrp="1"/>
          </p:cNvSpPr>
          <p:nvPr>
            <p:ph/>
          </p:nvPr>
        </p:nvSpPr>
        <p:spPr>
          <a:xfrm>
            <a:off x="60948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8" name="PlaceHolder 6"/>
          <p:cNvSpPr>
            <a:spLocks noGrp="1"/>
          </p:cNvSpPr>
          <p:nvPr>
            <p:ph/>
          </p:nvPr>
        </p:nvSpPr>
        <p:spPr>
          <a:xfrm>
            <a:off x="431964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
        <p:nvSpPr>
          <p:cNvPr id="429" name="PlaceHolder 7"/>
          <p:cNvSpPr>
            <a:spLocks noGrp="1"/>
          </p:cNvSpPr>
          <p:nvPr>
            <p:ph/>
          </p:nvPr>
        </p:nvSpPr>
        <p:spPr>
          <a:xfrm>
            <a:off x="8029800" y="3682080"/>
            <a:ext cx="3533040" cy="1896840"/>
          </a:xfrm>
          <a:prstGeom prst="rect">
            <a:avLst/>
          </a:prstGeom>
          <a:noFill/>
          <a:ln w="0">
            <a:noFill/>
          </a:ln>
        </p:spPr>
        <p:txBody>
          <a:bodyPr lIns="0" tIns="0" rIns="0" bIns="0" anchor="t">
            <a:normAutofit/>
          </a:bodyPr>
          <a:lstStyle/>
          <a:p>
            <a:endParaRPr lang="en-IN"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theme" Target="../theme/theme6.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0.xml"/><Relationship Id="rId13" Type="http://schemas.openxmlformats.org/officeDocument/2006/relationships/theme" Target="../theme/theme7.xml"/><Relationship Id="rId3" Type="http://schemas.openxmlformats.org/officeDocument/2006/relationships/slideLayout" Target="../slideLayouts/slideLayout75.xml"/><Relationship Id="rId7" Type="http://schemas.openxmlformats.org/officeDocument/2006/relationships/slideLayout" Target="../slideLayouts/slideLayout79.xml"/><Relationship Id="rId12" Type="http://schemas.openxmlformats.org/officeDocument/2006/relationships/slideLayout" Target="../slideLayouts/slideLayout84.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11" Type="http://schemas.openxmlformats.org/officeDocument/2006/relationships/slideLayout" Target="../slideLayouts/slideLayout83.xml"/><Relationship Id="rId5" Type="http://schemas.openxmlformats.org/officeDocument/2006/relationships/slideLayout" Target="../slideLayouts/slideLayout77.xml"/><Relationship Id="rId10" Type="http://schemas.openxmlformats.org/officeDocument/2006/relationships/slideLayout" Target="../slideLayouts/slideLayout82.xml"/><Relationship Id="rId4" Type="http://schemas.openxmlformats.org/officeDocument/2006/relationships/slideLayout" Target="../slideLayouts/slideLayout76.xml"/><Relationship Id="rId9" Type="http://schemas.openxmlformats.org/officeDocument/2006/relationships/slideLayout" Target="../slideLayouts/slideLayout81.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2.xml"/><Relationship Id="rId13" Type="http://schemas.openxmlformats.org/officeDocument/2006/relationships/theme" Target="../theme/theme8.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slideLayout" Target="../slideLayouts/slideLayout96.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104.xml"/><Relationship Id="rId13" Type="http://schemas.openxmlformats.org/officeDocument/2006/relationships/theme" Target="../theme/theme9.xml"/><Relationship Id="rId3" Type="http://schemas.openxmlformats.org/officeDocument/2006/relationships/slideLayout" Target="../slideLayouts/slideLayout99.xml"/><Relationship Id="rId7" Type="http://schemas.openxmlformats.org/officeDocument/2006/relationships/slideLayout" Target="../slideLayouts/slideLayout103.xml"/><Relationship Id="rId12" Type="http://schemas.openxmlformats.org/officeDocument/2006/relationships/slideLayout" Target="../slideLayouts/slideLayout108.xml"/><Relationship Id="rId2" Type="http://schemas.openxmlformats.org/officeDocument/2006/relationships/slideLayout" Target="../slideLayouts/slideLayout98.xml"/><Relationship Id="rId1" Type="http://schemas.openxmlformats.org/officeDocument/2006/relationships/slideLayout" Target="../slideLayouts/slideLayout97.xml"/><Relationship Id="rId6" Type="http://schemas.openxmlformats.org/officeDocument/2006/relationships/slideLayout" Target="../slideLayouts/slideLayout102.xml"/><Relationship Id="rId11" Type="http://schemas.openxmlformats.org/officeDocument/2006/relationships/slideLayout" Target="../slideLayouts/slideLayout107.xml"/><Relationship Id="rId5" Type="http://schemas.openxmlformats.org/officeDocument/2006/relationships/slideLayout" Target="../slideLayouts/slideLayout101.xml"/><Relationship Id="rId10" Type="http://schemas.openxmlformats.org/officeDocument/2006/relationships/slideLayout" Target="../slideLayouts/slideLayout106.xml"/><Relationship Id="rId4" Type="http://schemas.openxmlformats.org/officeDocument/2006/relationships/slideLayout" Target="../slideLayouts/slideLayout100.xml"/><Relationship Id="rId9" Type="http://schemas.openxmlformats.org/officeDocument/2006/relationships/slideLayout" Target="../slideLayouts/slideLayout10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9C369"/>
        </a:solidFill>
        <a:effectLst/>
      </p:bgPr>
    </p:bg>
    <p:spTree>
      <p:nvGrpSpPr>
        <p:cNvPr id="1" name=""/>
        <p:cNvGrpSpPr/>
        <p:nvPr/>
      </p:nvGrpSpPr>
      <p:grpSpPr>
        <a:xfrm>
          <a:off x="0" y="0"/>
          <a:ext cx="0" cy="0"/>
          <a:chOff x="0" y="0"/>
          <a:chExt cx="0" cy="0"/>
        </a:xfrm>
      </p:grpSpPr>
      <p:sp>
        <p:nvSpPr>
          <p:cNvPr id="8"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9"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4" name="Google Shape;327;p33"/>
          <p:cNvSpPr/>
          <p:nvPr/>
        </p:nvSpPr>
        <p:spPr>
          <a:xfrm>
            <a:off x="1062720" y="1161360"/>
            <a:ext cx="10220040" cy="4830840"/>
          </a:xfrm>
          <a:prstGeom prst="rect">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5" name="Google Shape;328;p33"/>
          <p:cNvSpPr/>
          <p:nvPr/>
        </p:nvSpPr>
        <p:spPr>
          <a:xfrm>
            <a:off x="858240" y="800280"/>
            <a:ext cx="10220040" cy="49518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3D6CD"/>
        </a:solidFill>
        <a:effectLst/>
      </p:bgPr>
    </p:bg>
    <p:spTree>
      <p:nvGrpSpPr>
        <p:cNvPr id="1" name=""/>
        <p:cNvGrpSpPr/>
        <p:nvPr/>
      </p:nvGrpSpPr>
      <p:grpSpPr>
        <a:xfrm>
          <a:off x="0" y="0"/>
          <a:ext cx="0" cy="0"/>
          <a:chOff x="0" y="0"/>
          <a:chExt cx="0" cy="0"/>
        </a:xfrm>
      </p:grpSpPr>
      <p:sp>
        <p:nvSpPr>
          <p:cNvPr id="44"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45"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46"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47"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48" name="PlaceHolder 1"/>
          <p:cNvSpPr>
            <a:spLocks noGrp="1"/>
          </p:cNvSpPr>
          <p:nvPr>
            <p:ph type="ftr" idx="1"/>
          </p:nvPr>
        </p:nvSpPr>
        <p:spPr>
          <a:xfrm>
            <a:off x="5364360" y="6400800"/>
            <a:ext cx="146196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&lt;footer&gt;</a:t>
            </a:r>
            <a:endParaRPr lang="en-IN" sz="1000" b="0" strike="noStrike" spc="-1">
              <a:latin typeface="Times New Roman"/>
            </a:endParaRPr>
          </a:p>
        </p:txBody>
      </p:sp>
      <p:sp>
        <p:nvSpPr>
          <p:cNvPr id="49" name="PlaceHolder 2"/>
          <p:cNvSpPr>
            <a:spLocks noGrp="1"/>
          </p:cNvSpPr>
          <p:nvPr>
            <p:ph type="sldNum" idx="2"/>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184FEE8A-89E1-4903-9530-3D6647D682D7}" type="slidenum">
              <a:rPr lang="en-US" sz="1000" b="0" strike="noStrike" spc="-1">
                <a:solidFill>
                  <a:srgbClr val="000000"/>
                </a:solidFill>
                <a:latin typeface="Century Gothic"/>
              </a:rPr>
              <a:t>‹#›</a:t>
            </a:fld>
            <a:endParaRPr lang="en-IN" sz="1000" b="0" strike="noStrike" spc="-1">
              <a:latin typeface="Times New Roman"/>
            </a:endParaRPr>
          </a:p>
        </p:txBody>
      </p:sp>
      <p:sp>
        <p:nvSpPr>
          <p:cNvPr id="50" name="PlaceHolder 3"/>
          <p:cNvSpPr>
            <a:spLocks noGrp="1"/>
          </p:cNvSpPr>
          <p:nvPr>
            <p:ph type="dt" idx="3"/>
          </p:nvPr>
        </p:nvSpPr>
        <p:spPr>
          <a:xfrm>
            <a:off x="10629000" y="6400800"/>
            <a:ext cx="639000" cy="245880"/>
          </a:xfrm>
          <a:prstGeom prst="rect">
            <a:avLst/>
          </a:prstGeom>
          <a:noFill/>
          <a:ln w="0">
            <a:noFill/>
          </a:ln>
        </p:spPr>
        <p:txBody>
          <a:bodyPr lIns="0" tIns="45000" rIns="0" bIns="45000" anchor="ctr">
            <a:noAutofit/>
          </a:bodyPr>
          <a:lstStyle>
            <a:lvl1pPr>
              <a:defRPr lang="en-IN" sz="1400" b="0" strike="noStrike" spc="-1">
                <a:latin typeface="Times New Roman"/>
              </a:defRPr>
            </a:lvl1pPr>
          </a:lstStyle>
          <a:p>
            <a:r>
              <a:rPr lang="en-IN" sz="1400" b="0" strike="noStrike" spc="-1">
                <a:latin typeface="Times New Roman"/>
              </a:rPr>
              <a:t>&lt;date/time&gt;</a:t>
            </a:r>
          </a:p>
        </p:txBody>
      </p:sp>
      <p:sp>
        <p:nvSpPr>
          <p:cNvPr id="51"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52"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2A9D8F"/>
        </a:solidFill>
        <a:effectLst/>
      </p:bgPr>
    </p:bg>
    <p:spTree>
      <p:nvGrpSpPr>
        <p:cNvPr id="1" name=""/>
        <p:cNvGrpSpPr/>
        <p:nvPr/>
      </p:nvGrpSpPr>
      <p:grpSpPr>
        <a:xfrm>
          <a:off x="0" y="0"/>
          <a:ext cx="0" cy="0"/>
          <a:chOff x="0" y="0"/>
          <a:chExt cx="0" cy="0"/>
        </a:xfrm>
      </p:grpSpPr>
      <p:sp>
        <p:nvSpPr>
          <p:cNvPr id="89"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90"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91"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92"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93" name="Google Shape;327;p33"/>
          <p:cNvSpPr/>
          <p:nvPr/>
        </p:nvSpPr>
        <p:spPr>
          <a:xfrm>
            <a:off x="1087200" y="1161360"/>
            <a:ext cx="10220040" cy="483084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94" name="Google Shape;328;p33"/>
          <p:cNvSpPr/>
          <p:nvPr/>
        </p:nvSpPr>
        <p:spPr>
          <a:xfrm>
            <a:off x="858240" y="800280"/>
            <a:ext cx="10220040" cy="4951800"/>
          </a:xfrm>
          <a:prstGeom prst="rect">
            <a:avLst/>
          </a:prstGeom>
          <a:solidFill>
            <a:schemeClr val="accent4"/>
          </a:solidFill>
          <a:ln w="25400">
            <a:solidFill>
              <a:srgbClr val="000000"/>
            </a:solidFill>
            <a:miter/>
          </a:ln>
        </p:spPr>
        <p:style>
          <a:lnRef idx="0">
            <a:scrgbClr r="0" g="0" b="0"/>
          </a:lnRef>
          <a:fillRef idx="0">
            <a:scrgbClr r="0" g="0" b="0"/>
          </a:fillRef>
          <a:effectRef idx="0">
            <a:scrgbClr r="0" g="0" b="0"/>
          </a:effectRef>
          <a:fontRef idx="minor"/>
        </p:style>
      </p:sp>
      <p:sp>
        <p:nvSpPr>
          <p:cNvPr id="95" name="PlaceHolder 1"/>
          <p:cNvSpPr>
            <a:spLocks noGrp="1"/>
          </p:cNvSpPr>
          <p:nvPr>
            <p:ph type="ftr" idx="4"/>
          </p:nvPr>
        </p:nvSpPr>
        <p:spPr>
          <a:xfrm>
            <a:off x="5364360" y="6400800"/>
            <a:ext cx="146196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&lt;footer&gt;</a:t>
            </a:r>
            <a:endParaRPr lang="en-IN" sz="1000" b="0" strike="noStrike" spc="-1">
              <a:latin typeface="Times New Roman"/>
            </a:endParaRPr>
          </a:p>
        </p:txBody>
      </p:sp>
      <p:sp>
        <p:nvSpPr>
          <p:cNvPr id="96" name="PlaceHolder 2"/>
          <p:cNvSpPr>
            <a:spLocks noGrp="1"/>
          </p:cNvSpPr>
          <p:nvPr>
            <p:ph type="sldNum" idx="5"/>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36048EF8-DE47-4183-8C3E-DEEB602256A0}" type="slidenum">
              <a:rPr lang="en-US" sz="1000" b="0" strike="noStrike" spc="-1">
                <a:solidFill>
                  <a:srgbClr val="000000"/>
                </a:solidFill>
                <a:latin typeface="Century Gothic"/>
              </a:rPr>
              <a:t>‹#›</a:t>
            </a:fld>
            <a:endParaRPr lang="en-IN" sz="1000" b="0" strike="noStrike" spc="-1">
              <a:latin typeface="Times New Roman"/>
            </a:endParaRPr>
          </a:p>
        </p:txBody>
      </p:sp>
      <p:sp>
        <p:nvSpPr>
          <p:cNvPr id="97" name="PlaceHolder 3"/>
          <p:cNvSpPr>
            <a:spLocks noGrp="1"/>
          </p:cNvSpPr>
          <p:nvPr>
            <p:ph type="dt" idx="6"/>
          </p:nvPr>
        </p:nvSpPr>
        <p:spPr>
          <a:xfrm>
            <a:off x="10629000" y="6400800"/>
            <a:ext cx="639000" cy="245880"/>
          </a:xfrm>
          <a:prstGeom prst="rect">
            <a:avLst/>
          </a:prstGeom>
          <a:noFill/>
          <a:ln w="0">
            <a:noFill/>
          </a:ln>
        </p:spPr>
        <p:txBody>
          <a:bodyPr lIns="0" tIns="45000" rIns="0" bIns="45000" anchor="ctr">
            <a:noAutofit/>
          </a:bodyPr>
          <a:lstStyle>
            <a:lvl1pPr>
              <a:defRPr lang="en-IN" sz="1400" b="0" strike="noStrike" spc="-1">
                <a:latin typeface="Times New Roman"/>
              </a:defRPr>
            </a:lvl1pPr>
          </a:lstStyle>
          <a:p>
            <a:r>
              <a:rPr lang="en-IN" sz="1400" b="0" strike="noStrike" spc="-1">
                <a:latin typeface="Times New Roman"/>
              </a:rPr>
              <a:t>&lt;date/time&gt;</a:t>
            </a:r>
          </a:p>
        </p:txBody>
      </p:sp>
      <p:sp>
        <p:nvSpPr>
          <p:cNvPr id="98"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99"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3D6CD"/>
        </a:solidFill>
        <a:effectLst/>
      </p:bgPr>
    </p:bg>
    <p:spTree>
      <p:nvGrpSpPr>
        <p:cNvPr id="1" name=""/>
        <p:cNvGrpSpPr/>
        <p:nvPr/>
      </p:nvGrpSpPr>
      <p:grpSpPr>
        <a:xfrm>
          <a:off x="0" y="0"/>
          <a:ext cx="0" cy="0"/>
          <a:chOff x="0" y="0"/>
          <a:chExt cx="0" cy="0"/>
        </a:xfrm>
      </p:grpSpPr>
      <p:sp>
        <p:nvSpPr>
          <p:cNvPr id="136"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137"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138"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139"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140" name="Google Shape;1247;p56"/>
          <p:cNvSpPr/>
          <p:nvPr/>
        </p:nvSpPr>
        <p:spPr>
          <a:xfrm>
            <a:off x="5607000" y="347040"/>
            <a:ext cx="6280920" cy="1038600"/>
          </a:xfrm>
          <a:prstGeom prst="rect">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1" name="Google Shape;1264;p56"/>
          <p:cNvSpPr/>
          <p:nvPr/>
        </p:nvSpPr>
        <p:spPr>
          <a:xfrm>
            <a:off x="5607000" y="1623600"/>
            <a:ext cx="6280920" cy="1038600"/>
          </a:xfrm>
          <a:prstGeom prst="rect">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2" name="Google Shape;1278;p56"/>
          <p:cNvSpPr/>
          <p:nvPr/>
        </p:nvSpPr>
        <p:spPr>
          <a:xfrm>
            <a:off x="5607000" y="2926080"/>
            <a:ext cx="6280920" cy="1038600"/>
          </a:xfrm>
          <a:prstGeom prst="rect">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3" name="Google Shape;1278;p56"/>
          <p:cNvSpPr/>
          <p:nvPr/>
        </p:nvSpPr>
        <p:spPr>
          <a:xfrm>
            <a:off x="5607000" y="4223160"/>
            <a:ext cx="6280920" cy="1038600"/>
          </a:xfrm>
          <a:prstGeom prst="rect">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4" name="Google Shape;1278;p56"/>
          <p:cNvSpPr/>
          <p:nvPr/>
        </p:nvSpPr>
        <p:spPr>
          <a:xfrm>
            <a:off x="5607000" y="5519520"/>
            <a:ext cx="6280920" cy="1038600"/>
          </a:xfrm>
          <a:prstGeom prst="rect">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5" name="Google Shape;1268;p56"/>
          <p:cNvSpPr/>
          <p:nvPr/>
        </p:nvSpPr>
        <p:spPr>
          <a:xfrm>
            <a:off x="4348800" y="1637640"/>
            <a:ext cx="968760" cy="968760"/>
          </a:xfrm>
          <a:prstGeom prst="ellipse">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6" name="Google Shape;1282;p56"/>
          <p:cNvSpPr/>
          <p:nvPr/>
        </p:nvSpPr>
        <p:spPr>
          <a:xfrm>
            <a:off x="4348800" y="2927160"/>
            <a:ext cx="968760" cy="968760"/>
          </a:xfrm>
          <a:prstGeom prst="ellipse">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7" name="Google Shape;1282;p56"/>
          <p:cNvSpPr/>
          <p:nvPr/>
        </p:nvSpPr>
        <p:spPr>
          <a:xfrm>
            <a:off x="4348800" y="4277160"/>
            <a:ext cx="968760" cy="968760"/>
          </a:xfrm>
          <a:prstGeom prst="ellipse">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8" name="Google Shape;1282;p56"/>
          <p:cNvSpPr/>
          <p:nvPr/>
        </p:nvSpPr>
        <p:spPr>
          <a:xfrm>
            <a:off x="4348800" y="5568480"/>
            <a:ext cx="968760" cy="968760"/>
          </a:xfrm>
          <a:prstGeom prst="ellipse">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49" name="Google Shape;1251;p56"/>
          <p:cNvSpPr/>
          <p:nvPr/>
        </p:nvSpPr>
        <p:spPr>
          <a:xfrm>
            <a:off x="4348800" y="361080"/>
            <a:ext cx="968760" cy="968760"/>
          </a:xfrm>
          <a:prstGeom prst="ellipse">
            <a:avLst/>
          </a:prstGeom>
          <a:solidFill>
            <a:schemeClr val="accent3"/>
          </a:solidFill>
          <a:ln w="25400">
            <a:solidFill>
              <a:srgbClr val="000000"/>
            </a:solidFill>
            <a:miter/>
          </a:ln>
        </p:spPr>
        <p:style>
          <a:lnRef idx="0">
            <a:scrgbClr r="0" g="0" b="0"/>
          </a:lnRef>
          <a:fillRef idx="0">
            <a:scrgbClr r="0" g="0" b="0"/>
          </a:fillRef>
          <a:effectRef idx="0">
            <a:scrgbClr r="0" g="0" b="0"/>
          </a:effectRef>
          <a:fontRef idx="minor"/>
        </p:style>
      </p:sp>
      <p:sp>
        <p:nvSpPr>
          <p:cNvPr id="150" name="Google Shape;1248;p56"/>
          <p:cNvSpPr/>
          <p:nvPr/>
        </p:nvSpPr>
        <p:spPr>
          <a:xfrm>
            <a:off x="5512320" y="241560"/>
            <a:ext cx="6280920" cy="10386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1" name="Google Shape;1265;p56"/>
          <p:cNvSpPr/>
          <p:nvPr/>
        </p:nvSpPr>
        <p:spPr>
          <a:xfrm>
            <a:off x="5512320" y="1518120"/>
            <a:ext cx="6280920" cy="10386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2" name="Google Shape;1279;p56"/>
          <p:cNvSpPr/>
          <p:nvPr/>
        </p:nvSpPr>
        <p:spPr>
          <a:xfrm>
            <a:off x="5512320" y="2807640"/>
            <a:ext cx="6280920" cy="10386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3" name="Google Shape;1279;p56"/>
          <p:cNvSpPr/>
          <p:nvPr/>
        </p:nvSpPr>
        <p:spPr>
          <a:xfrm>
            <a:off x="5512320" y="4117320"/>
            <a:ext cx="6280920" cy="10386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4" name="Google Shape;1279;p56"/>
          <p:cNvSpPr/>
          <p:nvPr/>
        </p:nvSpPr>
        <p:spPr>
          <a:xfrm>
            <a:off x="5512320" y="5413680"/>
            <a:ext cx="6280920" cy="10386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5" name="Google Shape;1251;p56"/>
          <p:cNvSpPr/>
          <p:nvPr/>
        </p:nvSpPr>
        <p:spPr>
          <a:xfrm>
            <a:off x="4290480" y="303120"/>
            <a:ext cx="968760" cy="968760"/>
          </a:xfrm>
          <a:prstGeom prst="ellipse">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6" name="Google Shape;1268;p56"/>
          <p:cNvSpPr/>
          <p:nvPr/>
        </p:nvSpPr>
        <p:spPr>
          <a:xfrm>
            <a:off x="4290480" y="1579680"/>
            <a:ext cx="968760" cy="968760"/>
          </a:xfrm>
          <a:prstGeom prst="ellipse">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7" name="Google Shape;1282;p56"/>
          <p:cNvSpPr/>
          <p:nvPr/>
        </p:nvSpPr>
        <p:spPr>
          <a:xfrm>
            <a:off x="4290480" y="2869200"/>
            <a:ext cx="968760" cy="968760"/>
          </a:xfrm>
          <a:prstGeom prst="ellipse">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8" name="Google Shape;1282;p56"/>
          <p:cNvSpPr/>
          <p:nvPr/>
        </p:nvSpPr>
        <p:spPr>
          <a:xfrm>
            <a:off x="4290480" y="4217760"/>
            <a:ext cx="968760" cy="968760"/>
          </a:xfrm>
          <a:prstGeom prst="ellipse">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59" name="Google Shape;1282;p56"/>
          <p:cNvSpPr/>
          <p:nvPr/>
        </p:nvSpPr>
        <p:spPr>
          <a:xfrm>
            <a:off x="4290480" y="5510520"/>
            <a:ext cx="968760" cy="968760"/>
          </a:xfrm>
          <a:prstGeom prst="ellipse">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16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161"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E9C369"/>
        </a:solidFill>
        <a:effectLst/>
      </p:bgPr>
    </p:bg>
    <p:spTree>
      <p:nvGrpSpPr>
        <p:cNvPr id="1" name=""/>
        <p:cNvGrpSpPr/>
        <p:nvPr/>
      </p:nvGrpSpPr>
      <p:grpSpPr>
        <a:xfrm>
          <a:off x="0" y="0"/>
          <a:ext cx="0" cy="0"/>
          <a:chOff x="0" y="0"/>
          <a:chExt cx="0" cy="0"/>
        </a:xfrm>
      </p:grpSpPr>
      <p:sp>
        <p:nvSpPr>
          <p:cNvPr id="198"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199"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00"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01"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02" name="Google Shape;327;p33"/>
          <p:cNvSpPr/>
          <p:nvPr/>
        </p:nvSpPr>
        <p:spPr>
          <a:xfrm>
            <a:off x="5400720" y="1198440"/>
            <a:ext cx="6113520" cy="4793400"/>
          </a:xfrm>
          <a:prstGeom prst="rect">
            <a:avLst/>
          </a:prstGeom>
          <a:solidFill>
            <a:schemeClr val="accent2"/>
          </a:solidFill>
          <a:ln w="25400">
            <a:solidFill>
              <a:srgbClr val="000000"/>
            </a:solidFill>
            <a:miter/>
          </a:ln>
        </p:spPr>
        <p:style>
          <a:lnRef idx="0">
            <a:scrgbClr r="0" g="0" b="0"/>
          </a:lnRef>
          <a:fillRef idx="0">
            <a:scrgbClr r="0" g="0" b="0"/>
          </a:fillRef>
          <a:effectRef idx="0">
            <a:scrgbClr r="0" g="0" b="0"/>
          </a:effectRef>
          <a:fontRef idx="minor"/>
        </p:style>
      </p:sp>
      <p:sp>
        <p:nvSpPr>
          <p:cNvPr id="203" name="Google Shape;328;p33"/>
          <p:cNvSpPr/>
          <p:nvPr/>
        </p:nvSpPr>
        <p:spPr>
          <a:xfrm>
            <a:off x="5196600" y="838080"/>
            <a:ext cx="6113520" cy="4914000"/>
          </a:xfrm>
          <a:prstGeom prst="rect">
            <a:avLst/>
          </a:prstGeom>
          <a:solidFill>
            <a:schemeClr val="accent5"/>
          </a:solidFill>
          <a:ln w="25400">
            <a:solidFill>
              <a:srgbClr val="000000"/>
            </a:solidFill>
            <a:miter/>
          </a:ln>
        </p:spPr>
        <p:style>
          <a:lnRef idx="0">
            <a:scrgbClr r="0" g="0" b="0"/>
          </a:lnRef>
          <a:fillRef idx="0">
            <a:scrgbClr r="0" g="0" b="0"/>
          </a:fillRef>
          <a:effectRef idx="0">
            <a:scrgbClr r="0" g="0" b="0"/>
          </a:effectRef>
          <a:fontRef idx="minor"/>
        </p:style>
      </p:sp>
      <p:sp>
        <p:nvSpPr>
          <p:cNvPr id="204" name="Straight Connector 20"/>
          <p:cNvSpPr/>
          <p:nvPr/>
        </p:nvSpPr>
        <p:spPr>
          <a:xfrm>
            <a:off x="4350960" y="6532560"/>
            <a:ext cx="369324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05" name="Straight Connector 22"/>
          <p:cNvSpPr/>
          <p:nvPr/>
        </p:nvSpPr>
        <p:spPr>
          <a:xfrm>
            <a:off x="8467200" y="6526800"/>
            <a:ext cx="3724560" cy="57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06" name="PlaceHolder 1"/>
          <p:cNvSpPr>
            <a:spLocks noGrp="1"/>
          </p:cNvSpPr>
          <p:nvPr>
            <p:ph type="sldNum" idx="7"/>
          </p:nvPr>
        </p:nvSpPr>
        <p:spPr>
          <a:xfrm>
            <a:off x="807300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3CA988E1-7AAF-4B5F-8D5C-EE94631E5282}" type="slidenum">
              <a:rPr lang="en-US" sz="1000" b="0" strike="noStrike" spc="-1">
                <a:solidFill>
                  <a:srgbClr val="000000"/>
                </a:solidFill>
                <a:latin typeface="Century Gothic"/>
              </a:rPr>
              <a:t>‹#›</a:t>
            </a:fld>
            <a:endParaRPr lang="en-IN" sz="1000" b="0" strike="noStrike" spc="-1">
              <a:latin typeface="Times New Roman"/>
            </a:endParaRPr>
          </a:p>
        </p:txBody>
      </p:sp>
      <p:sp>
        <p:nvSpPr>
          <p:cNvPr id="20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20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3EBE8"/>
        </a:solidFill>
        <a:effectLst/>
      </p:bgPr>
    </p:bg>
    <p:spTree>
      <p:nvGrpSpPr>
        <p:cNvPr id="1" name=""/>
        <p:cNvGrpSpPr/>
        <p:nvPr/>
      </p:nvGrpSpPr>
      <p:grpSpPr>
        <a:xfrm>
          <a:off x="0" y="0"/>
          <a:ext cx="0" cy="0"/>
          <a:chOff x="0" y="0"/>
          <a:chExt cx="0" cy="0"/>
        </a:xfrm>
      </p:grpSpPr>
      <p:sp>
        <p:nvSpPr>
          <p:cNvPr id="245"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46"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47"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48"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49" name="Google Shape;1251;p56"/>
          <p:cNvSpPr/>
          <p:nvPr/>
        </p:nvSpPr>
        <p:spPr>
          <a:xfrm>
            <a:off x="1072440" y="2549880"/>
            <a:ext cx="1621440" cy="1621440"/>
          </a:xfrm>
          <a:prstGeom prst="ellipse">
            <a:avLst/>
          </a:prstGeom>
          <a:solidFill>
            <a:schemeClr val="accent3">
              <a:lumMod val="20000"/>
              <a:lumOff val="80000"/>
            </a:schemeClr>
          </a:solidFill>
          <a:ln w="25400">
            <a:solidFill>
              <a:srgbClr val="000000"/>
            </a:solidFill>
            <a:miter/>
          </a:ln>
        </p:spPr>
        <p:style>
          <a:lnRef idx="0">
            <a:scrgbClr r="0" g="0" b="0"/>
          </a:lnRef>
          <a:fillRef idx="0">
            <a:scrgbClr r="0" g="0" b="0"/>
          </a:fillRef>
          <a:effectRef idx="0">
            <a:scrgbClr r="0" g="0" b="0"/>
          </a:effectRef>
          <a:fontRef idx="minor"/>
        </p:style>
      </p:sp>
      <p:sp>
        <p:nvSpPr>
          <p:cNvPr id="250" name="Google Shape;1251;p56"/>
          <p:cNvSpPr/>
          <p:nvPr/>
        </p:nvSpPr>
        <p:spPr>
          <a:xfrm>
            <a:off x="3235680" y="2522520"/>
            <a:ext cx="1621440" cy="1621440"/>
          </a:xfrm>
          <a:prstGeom prst="ellipse">
            <a:avLst/>
          </a:prstGeom>
          <a:solidFill>
            <a:schemeClr val="accent3">
              <a:lumMod val="20000"/>
              <a:lumOff val="80000"/>
            </a:schemeClr>
          </a:solidFill>
          <a:ln w="25400">
            <a:solidFill>
              <a:srgbClr val="000000"/>
            </a:solidFill>
            <a:miter/>
          </a:ln>
        </p:spPr>
        <p:style>
          <a:lnRef idx="0">
            <a:scrgbClr r="0" g="0" b="0"/>
          </a:lnRef>
          <a:fillRef idx="0">
            <a:scrgbClr r="0" g="0" b="0"/>
          </a:fillRef>
          <a:effectRef idx="0">
            <a:scrgbClr r="0" g="0" b="0"/>
          </a:effectRef>
          <a:fontRef idx="minor"/>
        </p:style>
      </p:sp>
      <p:sp>
        <p:nvSpPr>
          <p:cNvPr id="251" name="Google Shape;1251;p56"/>
          <p:cNvSpPr/>
          <p:nvPr/>
        </p:nvSpPr>
        <p:spPr>
          <a:xfrm>
            <a:off x="5415120" y="2513880"/>
            <a:ext cx="1621440" cy="1621440"/>
          </a:xfrm>
          <a:prstGeom prst="ellipse">
            <a:avLst/>
          </a:prstGeom>
          <a:solidFill>
            <a:schemeClr val="accent3">
              <a:lumMod val="20000"/>
              <a:lumOff val="80000"/>
            </a:schemeClr>
          </a:solidFill>
          <a:ln w="25400">
            <a:solidFill>
              <a:srgbClr val="000000"/>
            </a:solidFill>
            <a:miter/>
          </a:ln>
        </p:spPr>
        <p:style>
          <a:lnRef idx="0">
            <a:scrgbClr r="0" g="0" b="0"/>
          </a:lnRef>
          <a:fillRef idx="0">
            <a:scrgbClr r="0" g="0" b="0"/>
          </a:fillRef>
          <a:effectRef idx="0">
            <a:scrgbClr r="0" g="0" b="0"/>
          </a:effectRef>
          <a:fontRef idx="minor"/>
        </p:style>
      </p:sp>
      <p:sp>
        <p:nvSpPr>
          <p:cNvPr id="252" name="Google Shape;1251;p56"/>
          <p:cNvSpPr/>
          <p:nvPr/>
        </p:nvSpPr>
        <p:spPr>
          <a:xfrm>
            <a:off x="7530480" y="2525040"/>
            <a:ext cx="1621440" cy="1621440"/>
          </a:xfrm>
          <a:prstGeom prst="ellipse">
            <a:avLst/>
          </a:prstGeom>
          <a:solidFill>
            <a:schemeClr val="accent3">
              <a:lumMod val="20000"/>
              <a:lumOff val="80000"/>
            </a:schemeClr>
          </a:solidFill>
          <a:ln w="25400">
            <a:solidFill>
              <a:srgbClr val="000000"/>
            </a:solidFill>
            <a:miter/>
          </a:ln>
        </p:spPr>
        <p:style>
          <a:lnRef idx="0">
            <a:scrgbClr r="0" g="0" b="0"/>
          </a:lnRef>
          <a:fillRef idx="0">
            <a:scrgbClr r="0" g="0" b="0"/>
          </a:fillRef>
          <a:effectRef idx="0">
            <a:scrgbClr r="0" g="0" b="0"/>
          </a:effectRef>
          <a:fontRef idx="minor"/>
        </p:style>
      </p:sp>
      <p:sp>
        <p:nvSpPr>
          <p:cNvPr id="253" name="Google Shape;1251;p56"/>
          <p:cNvSpPr/>
          <p:nvPr/>
        </p:nvSpPr>
        <p:spPr>
          <a:xfrm>
            <a:off x="9709920" y="2516400"/>
            <a:ext cx="1621440" cy="1621440"/>
          </a:xfrm>
          <a:prstGeom prst="ellipse">
            <a:avLst/>
          </a:prstGeom>
          <a:solidFill>
            <a:schemeClr val="accent3">
              <a:lumMod val="20000"/>
              <a:lumOff val="80000"/>
            </a:schemeClr>
          </a:solidFill>
          <a:ln w="25400">
            <a:solidFill>
              <a:srgbClr val="000000"/>
            </a:solidFill>
            <a:miter/>
          </a:ln>
        </p:spPr>
        <p:style>
          <a:lnRef idx="0">
            <a:scrgbClr r="0" g="0" b="0"/>
          </a:lnRef>
          <a:fillRef idx="0">
            <a:scrgbClr r="0" g="0" b="0"/>
          </a:fillRef>
          <a:effectRef idx="0">
            <a:scrgbClr r="0" g="0" b="0"/>
          </a:effectRef>
          <a:fontRef idx="minor"/>
        </p:style>
      </p:sp>
      <p:sp>
        <p:nvSpPr>
          <p:cNvPr id="254" name="PlaceHolder 1"/>
          <p:cNvSpPr>
            <a:spLocks noGrp="1"/>
          </p:cNvSpPr>
          <p:nvPr>
            <p:ph type="ftr" idx="8"/>
          </p:nvPr>
        </p:nvSpPr>
        <p:spPr>
          <a:xfrm>
            <a:off x="5364360" y="6400800"/>
            <a:ext cx="146196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&lt;footer&gt;</a:t>
            </a:r>
            <a:endParaRPr lang="en-IN" sz="1000" b="0" strike="noStrike" spc="-1">
              <a:latin typeface="Times New Roman"/>
            </a:endParaRPr>
          </a:p>
        </p:txBody>
      </p:sp>
      <p:sp>
        <p:nvSpPr>
          <p:cNvPr id="255" name="PlaceHolder 2"/>
          <p:cNvSpPr>
            <a:spLocks noGrp="1"/>
          </p:cNvSpPr>
          <p:nvPr>
            <p:ph type="sldNum" idx="9"/>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38972CD9-F1CA-4563-9873-32E79655891D}" type="slidenum">
              <a:rPr lang="en-US" sz="1000" b="0" strike="noStrike" spc="-1">
                <a:solidFill>
                  <a:srgbClr val="000000"/>
                </a:solidFill>
                <a:latin typeface="Century Gothic"/>
              </a:rPr>
              <a:t>‹#›</a:t>
            </a:fld>
            <a:endParaRPr lang="en-IN" sz="1000" b="0" strike="noStrike" spc="-1">
              <a:latin typeface="Times New Roman"/>
            </a:endParaRPr>
          </a:p>
        </p:txBody>
      </p:sp>
      <p:sp>
        <p:nvSpPr>
          <p:cNvPr id="256" name="PlaceHolder 3"/>
          <p:cNvSpPr>
            <a:spLocks noGrp="1"/>
          </p:cNvSpPr>
          <p:nvPr>
            <p:ph type="dt" idx="10"/>
          </p:nvPr>
        </p:nvSpPr>
        <p:spPr>
          <a:xfrm>
            <a:off x="10629000" y="6400800"/>
            <a:ext cx="639000" cy="245880"/>
          </a:xfrm>
          <a:prstGeom prst="rect">
            <a:avLst/>
          </a:prstGeom>
          <a:noFill/>
          <a:ln w="0">
            <a:noFill/>
          </a:ln>
        </p:spPr>
        <p:txBody>
          <a:bodyPr lIns="0" tIns="45000" rIns="0" bIns="45000" anchor="ctr">
            <a:noAutofit/>
          </a:bodyPr>
          <a:lstStyle>
            <a:lvl1pPr>
              <a:defRPr lang="en-IN" sz="1400" b="0" strike="noStrike" spc="-1">
                <a:latin typeface="Times New Roman"/>
              </a:defRPr>
            </a:lvl1pPr>
          </a:lstStyle>
          <a:p>
            <a:r>
              <a:rPr lang="en-IN" sz="1400" b="0" strike="noStrike" spc="-1">
                <a:latin typeface="Times New Roman"/>
              </a:rPr>
              <a:t>&lt;date/time&gt;</a:t>
            </a:r>
          </a:p>
        </p:txBody>
      </p:sp>
      <p:sp>
        <p:nvSpPr>
          <p:cNvPr id="257"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25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3EBE8"/>
        </a:solidFill>
        <a:effectLst/>
      </p:bgPr>
    </p:bg>
    <p:spTree>
      <p:nvGrpSpPr>
        <p:cNvPr id="1" name=""/>
        <p:cNvGrpSpPr/>
        <p:nvPr/>
      </p:nvGrpSpPr>
      <p:grpSpPr>
        <a:xfrm>
          <a:off x="0" y="0"/>
          <a:ext cx="0" cy="0"/>
          <a:chOff x="0" y="0"/>
          <a:chExt cx="0" cy="0"/>
        </a:xfrm>
      </p:grpSpPr>
      <p:sp>
        <p:nvSpPr>
          <p:cNvPr id="295"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96"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97"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98"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299" name="PlaceHolder 1"/>
          <p:cNvSpPr>
            <a:spLocks noGrp="1"/>
          </p:cNvSpPr>
          <p:nvPr>
            <p:ph type="ftr" idx="11"/>
          </p:nvPr>
        </p:nvSpPr>
        <p:spPr>
          <a:xfrm>
            <a:off x="5364360" y="6400800"/>
            <a:ext cx="146196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&lt;footer&gt;</a:t>
            </a:r>
            <a:endParaRPr lang="en-IN" sz="1000" b="0" strike="noStrike" spc="-1">
              <a:latin typeface="Times New Roman"/>
            </a:endParaRPr>
          </a:p>
        </p:txBody>
      </p:sp>
      <p:sp>
        <p:nvSpPr>
          <p:cNvPr id="300" name="PlaceHolder 2"/>
          <p:cNvSpPr>
            <a:spLocks noGrp="1"/>
          </p:cNvSpPr>
          <p:nvPr>
            <p:ph type="sldNum" idx="12"/>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8638D44B-D1B7-4698-8F32-9B4FD8CCEF16}" type="slidenum">
              <a:rPr lang="en-US" sz="1000" b="0" strike="noStrike" spc="-1">
                <a:solidFill>
                  <a:srgbClr val="000000"/>
                </a:solidFill>
                <a:latin typeface="Century Gothic"/>
              </a:rPr>
              <a:t>‹#›</a:t>
            </a:fld>
            <a:endParaRPr lang="en-IN" sz="1000" b="0" strike="noStrike" spc="-1">
              <a:latin typeface="Times New Roman"/>
            </a:endParaRPr>
          </a:p>
        </p:txBody>
      </p:sp>
      <p:sp>
        <p:nvSpPr>
          <p:cNvPr id="301" name="PlaceHolder 3"/>
          <p:cNvSpPr>
            <a:spLocks noGrp="1"/>
          </p:cNvSpPr>
          <p:nvPr>
            <p:ph type="dt" idx="13"/>
          </p:nvPr>
        </p:nvSpPr>
        <p:spPr>
          <a:xfrm>
            <a:off x="10629000" y="6400800"/>
            <a:ext cx="639000" cy="245880"/>
          </a:xfrm>
          <a:prstGeom prst="rect">
            <a:avLst/>
          </a:prstGeom>
          <a:noFill/>
          <a:ln w="0">
            <a:noFill/>
          </a:ln>
        </p:spPr>
        <p:txBody>
          <a:bodyPr lIns="0" tIns="45000" rIns="0" bIns="45000" anchor="ctr">
            <a:noAutofit/>
          </a:bodyPr>
          <a:lstStyle>
            <a:lvl1pPr>
              <a:defRPr lang="en-IN" sz="1400" b="0" strike="noStrike" spc="-1">
                <a:latin typeface="Times New Roman"/>
              </a:defRPr>
            </a:lvl1pPr>
          </a:lstStyle>
          <a:p>
            <a:r>
              <a:rPr lang="en-IN" sz="1400" b="0" strike="noStrike" spc="-1">
                <a:latin typeface="Times New Roman"/>
              </a:rPr>
              <a:t>&lt;date/time&gt;</a:t>
            </a:r>
          </a:p>
        </p:txBody>
      </p:sp>
      <p:sp>
        <p:nvSpPr>
          <p:cNvPr id="30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30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3D6CD"/>
        </a:solidFill>
        <a:effectLst/>
      </p:bgPr>
    </p:bg>
    <p:spTree>
      <p:nvGrpSpPr>
        <p:cNvPr id="1" name=""/>
        <p:cNvGrpSpPr/>
        <p:nvPr/>
      </p:nvGrpSpPr>
      <p:grpSpPr>
        <a:xfrm>
          <a:off x="0" y="0"/>
          <a:ext cx="0" cy="0"/>
          <a:chOff x="0" y="0"/>
          <a:chExt cx="0" cy="0"/>
        </a:xfrm>
      </p:grpSpPr>
      <p:sp>
        <p:nvSpPr>
          <p:cNvPr id="340"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41"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42"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43"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44" name="Google Shape;1148;p53"/>
          <p:cNvSpPr/>
          <p:nvPr/>
        </p:nvSpPr>
        <p:spPr>
          <a:xfrm>
            <a:off x="6481080" y="2106000"/>
            <a:ext cx="5055480" cy="3985920"/>
          </a:xfrm>
          <a:prstGeom prst="rect">
            <a:avLst/>
          </a:prstGeom>
          <a:solidFill>
            <a:schemeClr val="accent2"/>
          </a:solidFill>
          <a:ln w="25400">
            <a:solidFill>
              <a:srgbClr val="000000"/>
            </a:solidFill>
            <a:miter/>
          </a:ln>
        </p:spPr>
        <p:style>
          <a:lnRef idx="0">
            <a:scrgbClr r="0" g="0" b="0"/>
          </a:lnRef>
          <a:fillRef idx="0">
            <a:scrgbClr r="0" g="0" b="0"/>
          </a:fillRef>
          <a:effectRef idx="0">
            <a:scrgbClr r="0" g="0" b="0"/>
          </a:effectRef>
          <a:fontRef idx="minor"/>
        </p:style>
      </p:sp>
      <p:sp>
        <p:nvSpPr>
          <p:cNvPr id="345" name="Google Shape;1148;p53"/>
          <p:cNvSpPr/>
          <p:nvPr/>
        </p:nvSpPr>
        <p:spPr>
          <a:xfrm>
            <a:off x="808200" y="2106000"/>
            <a:ext cx="5053320" cy="3985920"/>
          </a:xfrm>
          <a:prstGeom prst="rect">
            <a:avLst/>
          </a:prstGeom>
          <a:solidFill>
            <a:schemeClr val="accent2"/>
          </a:solidFill>
          <a:ln w="25400">
            <a:solidFill>
              <a:srgbClr val="000000"/>
            </a:solidFill>
            <a:miter/>
          </a:ln>
        </p:spPr>
        <p:style>
          <a:lnRef idx="0">
            <a:scrgbClr r="0" g="0" b="0"/>
          </a:lnRef>
          <a:fillRef idx="0">
            <a:scrgbClr r="0" g="0" b="0"/>
          </a:fillRef>
          <a:effectRef idx="0">
            <a:scrgbClr r="0" g="0" b="0"/>
          </a:effectRef>
          <a:fontRef idx="minor"/>
        </p:style>
      </p:sp>
      <p:sp>
        <p:nvSpPr>
          <p:cNvPr id="346" name="PlaceHolder 1"/>
          <p:cNvSpPr>
            <a:spLocks noGrp="1"/>
          </p:cNvSpPr>
          <p:nvPr>
            <p:ph type="ftr" idx="14"/>
          </p:nvPr>
        </p:nvSpPr>
        <p:spPr>
          <a:xfrm>
            <a:off x="5364360" y="6400800"/>
            <a:ext cx="146196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&lt;footer&gt;</a:t>
            </a:r>
            <a:endParaRPr lang="en-IN" sz="1000" b="0" strike="noStrike" spc="-1">
              <a:latin typeface="Times New Roman"/>
            </a:endParaRPr>
          </a:p>
        </p:txBody>
      </p:sp>
      <p:sp>
        <p:nvSpPr>
          <p:cNvPr id="347" name="PlaceHolder 2"/>
          <p:cNvSpPr>
            <a:spLocks noGrp="1"/>
          </p:cNvSpPr>
          <p:nvPr>
            <p:ph type="sldNum" idx="15"/>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63E6C551-2E65-41D3-BFFF-4AC227448CCD}" type="slidenum">
              <a:rPr lang="en-US" sz="1000" b="0" strike="noStrike" spc="-1">
                <a:solidFill>
                  <a:srgbClr val="000000"/>
                </a:solidFill>
                <a:latin typeface="Century Gothic"/>
              </a:rPr>
              <a:t>‹#›</a:t>
            </a:fld>
            <a:endParaRPr lang="en-IN" sz="1000" b="0" strike="noStrike" spc="-1">
              <a:latin typeface="Times New Roman"/>
            </a:endParaRPr>
          </a:p>
        </p:txBody>
      </p:sp>
      <p:sp>
        <p:nvSpPr>
          <p:cNvPr id="348" name="PlaceHolder 3"/>
          <p:cNvSpPr>
            <a:spLocks noGrp="1"/>
          </p:cNvSpPr>
          <p:nvPr>
            <p:ph type="dt" idx="16"/>
          </p:nvPr>
        </p:nvSpPr>
        <p:spPr>
          <a:xfrm>
            <a:off x="10629000" y="6400800"/>
            <a:ext cx="639000" cy="245880"/>
          </a:xfrm>
          <a:prstGeom prst="rect">
            <a:avLst/>
          </a:prstGeom>
          <a:noFill/>
          <a:ln w="0">
            <a:noFill/>
          </a:ln>
        </p:spPr>
        <p:txBody>
          <a:bodyPr lIns="0" tIns="45000" rIns="0" bIns="45000" anchor="ctr">
            <a:noAutofit/>
          </a:bodyPr>
          <a:lstStyle>
            <a:lvl1pPr>
              <a:defRPr lang="en-IN" sz="1400" b="0" strike="noStrike" spc="-1">
                <a:latin typeface="Times New Roman"/>
              </a:defRPr>
            </a:lvl1pPr>
          </a:lstStyle>
          <a:p>
            <a:r>
              <a:rPr lang="en-IN" sz="1400" b="0" strike="noStrike" spc="-1">
                <a:latin typeface="Times New Roman"/>
              </a:rPr>
              <a:t>&lt;date/time&gt;</a:t>
            </a:r>
          </a:p>
        </p:txBody>
      </p:sp>
      <p:sp>
        <p:nvSpPr>
          <p:cNvPr id="3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3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3D6CD"/>
        </a:solidFill>
        <a:effectLst/>
      </p:bgPr>
    </p:bg>
    <p:spTree>
      <p:nvGrpSpPr>
        <p:cNvPr id="1" name=""/>
        <p:cNvGrpSpPr/>
        <p:nvPr/>
      </p:nvGrpSpPr>
      <p:grpSpPr>
        <a:xfrm>
          <a:off x="0" y="0"/>
          <a:ext cx="0" cy="0"/>
          <a:chOff x="0" y="0"/>
          <a:chExt cx="0" cy="0"/>
        </a:xfrm>
      </p:grpSpPr>
      <p:sp>
        <p:nvSpPr>
          <p:cNvPr id="387" name="Straight Connector 7"/>
          <p:cNvSpPr/>
          <p:nvPr/>
        </p:nvSpPr>
        <p:spPr>
          <a:xfrm>
            <a:off x="0" y="6535800"/>
            <a:ext cx="8380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88" name="Straight Connector 13"/>
          <p:cNvSpPr/>
          <p:nvPr/>
        </p:nvSpPr>
        <p:spPr>
          <a:xfrm>
            <a:off x="1204920" y="6535800"/>
            <a:ext cx="416052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89" name="Straight Connector 15"/>
          <p:cNvSpPr/>
          <p:nvPr/>
        </p:nvSpPr>
        <p:spPr>
          <a:xfrm>
            <a:off x="6801840" y="6528600"/>
            <a:ext cx="384048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90" name="Straight Connector 19"/>
          <p:cNvSpPr/>
          <p:nvPr/>
        </p:nvSpPr>
        <p:spPr>
          <a:xfrm>
            <a:off x="11276280" y="6528600"/>
            <a:ext cx="914400" cy="360"/>
          </a:xfrm>
          <a:prstGeom prst="line">
            <a:avLst/>
          </a:prstGeom>
          <a:ln w="12700">
            <a:solidFill>
              <a:srgbClr val="000000"/>
            </a:solidFill>
          </a:ln>
        </p:spPr>
        <p:style>
          <a:lnRef idx="1">
            <a:schemeClr val="accent1"/>
          </a:lnRef>
          <a:fillRef idx="0">
            <a:schemeClr val="accent1"/>
          </a:fillRef>
          <a:effectRef idx="0">
            <a:schemeClr val="accent1"/>
          </a:effectRef>
          <a:fontRef idx="minor"/>
        </p:style>
      </p:sp>
      <p:sp>
        <p:nvSpPr>
          <p:cNvPr id="391" name="Google Shape;1251;p56"/>
          <p:cNvSpPr/>
          <p:nvPr/>
        </p:nvSpPr>
        <p:spPr>
          <a:xfrm>
            <a:off x="5102280" y="597240"/>
            <a:ext cx="5948640" cy="5948640"/>
          </a:xfrm>
          <a:prstGeom prst="ellipse">
            <a:avLst/>
          </a:prstGeom>
          <a:solidFill>
            <a:schemeClr val="accent2"/>
          </a:solidFill>
          <a:ln w="25400">
            <a:solidFill>
              <a:srgbClr val="000000"/>
            </a:solidFill>
            <a:miter/>
          </a:ln>
        </p:spPr>
        <p:style>
          <a:lnRef idx="0">
            <a:scrgbClr r="0" g="0" b="0"/>
          </a:lnRef>
          <a:fillRef idx="0">
            <a:scrgbClr r="0" g="0" b="0"/>
          </a:fillRef>
          <a:effectRef idx="0">
            <a:scrgbClr r="0" g="0" b="0"/>
          </a:effectRef>
          <a:fontRef idx="minor"/>
        </p:style>
      </p:sp>
      <p:sp>
        <p:nvSpPr>
          <p:cNvPr id="39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algn="ctr">
              <a:buNone/>
            </a:pPr>
            <a:r>
              <a:rPr lang="en-IN" sz="4400" b="0" strike="noStrike" spc="-1">
                <a:latin typeface="Arial"/>
              </a:rPr>
              <a:t>Click to edit the title text format</a:t>
            </a:r>
          </a:p>
        </p:txBody>
      </p:sp>
      <p:sp>
        <p:nvSpPr>
          <p:cNvPr id="39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IN"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IN" sz="2800" b="0" strike="noStrike" spc="-1">
                <a:latin typeface="Arial"/>
              </a:rPr>
              <a:t>Second Outline Level</a:t>
            </a:r>
          </a:p>
          <a:p>
            <a:pPr marL="1296000" lvl="2" indent="-288000">
              <a:spcBef>
                <a:spcPts val="850"/>
              </a:spcBef>
              <a:buClr>
                <a:srgbClr val="000000"/>
              </a:buClr>
              <a:buSzPct val="45000"/>
              <a:buFont typeface="Wingdings" charset="2"/>
              <a:buChar char=""/>
            </a:pPr>
            <a:r>
              <a:rPr lang="en-IN" sz="2400" b="0" strike="noStrike" spc="-1">
                <a:latin typeface="Arial"/>
              </a:rPr>
              <a:t>Third Outline Level</a:t>
            </a:r>
          </a:p>
          <a:p>
            <a:pPr marL="1728000" lvl="3" indent="-216000">
              <a:spcBef>
                <a:spcPts val="567"/>
              </a:spcBef>
              <a:buClr>
                <a:srgbClr val="000000"/>
              </a:buClr>
              <a:buSzPct val="75000"/>
              <a:buFont typeface="Symbol" charset="2"/>
              <a:buChar char=""/>
            </a:pPr>
            <a:r>
              <a:rPr lang="en-IN" sz="2000" b="0" strike="noStrike" spc="-1">
                <a:latin typeface="Arial"/>
              </a:rPr>
              <a:t>Fourth Outline Level</a:t>
            </a:r>
          </a:p>
          <a:p>
            <a:pPr marL="2160000" lvl="4" indent="-216000">
              <a:spcBef>
                <a:spcPts val="283"/>
              </a:spcBef>
              <a:buClr>
                <a:srgbClr val="000000"/>
              </a:buClr>
              <a:buSzPct val="45000"/>
              <a:buFont typeface="Wingdings" charset="2"/>
              <a:buChar char=""/>
            </a:pPr>
            <a:r>
              <a:rPr lang="en-IN" sz="2000" b="0" strike="noStrike" spc="-1">
                <a:latin typeface="Arial"/>
              </a:rPr>
              <a:t>Fifth Outline Level</a:t>
            </a:r>
          </a:p>
          <a:p>
            <a:pPr marL="2592000" lvl="5" indent="-216000">
              <a:spcBef>
                <a:spcPts val="283"/>
              </a:spcBef>
              <a:buClr>
                <a:srgbClr val="000000"/>
              </a:buClr>
              <a:buSzPct val="45000"/>
              <a:buFont typeface="Wingdings" charset="2"/>
              <a:buChar char=""/>
            </a:pPr>
            <a:r>
              <a:rPr lang="en-IN" sz="2000" b="0" strike="noStrike" spc="-1">
                <a:latin typeface="Arial"/>
              </a:rPr>
              <a:t>Sixth Outline Level</a:t>
            </a:r>
          </a:p>
          <a:p>
            <a:pPr marL="3024000" lvl="6" indent="-216000">
              <a:spcBef>
                <a:spcPts val="283"/>
              </a:spcBef>
              <a:buClr>
                <a:srgbClr val="000000"/>
              </a:buClr>
              <a:buSzPct val="45000"/>
              <a:buFont typeface="Wingdings" charset="2"/>
              <a:buChar char=""/>
            </a:pPr>
            <a:r>
              <a:rPr lang="en-IN"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62" r:id="rId10"/>
    <p:sldLayoutId id="2147483763" r:id="rId11"/>
    <p:sldLayoutId id="2147483764"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8" Type="http://schemas.openxmlformats.org/officeDocument/2006/relationships/hyperlink" Target="https://kavalkaran.github.io/redict" TargetMode="External"/><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6" name="Picture 1"/>
          <p:cNvPicPr/>
          <p:nvPr/>
        </p:nvPicPr>
        <p:blipFill>
          <a:blip r:embed="rId2"/>
          <a:stretch/>
        </p:blipFill>
        <p:spPr>
          <a:xfrm>
            <a:off x="567720" y="303840"/>
            <a:ext cx="11055600" cy="6248880"/>
          </a:xfrm>
          <a:prstGeom prst="rect">
            <a:avLst/>
          </a:prstGeom>
          <a:ln w="0">
            <a:noFill/>
          </a:ln>
        </p:spPr>
      </p:pic>
      <p:sp>
        <p:nvSpPr>
          <p:cNvPr id="437" name="PlaceHolder 1"/>
          <p:cNvSpPr>
            <a:spLocks noGrp="1"/>
          </p:cNvSpPr>
          <p:nvPr>
            <p:ph type="title"/>
          </p:nvPr>
        </p:nvSpPr>
        <p:spPr>
          <a:xfrm>
            <a:off x="3403080" y="921600"/>
            <a:ext cx="5306040" cy="1997280"/>
          </a:xfrm>
          <a:prstGeom prst="rect">
            <a:avLst/>
          </a:prstGeom>
          <a:noFill/>
          <a:ln w="0">
            <a:noFill/>
          </a:ln>
        </p:spPr>
        <p:txBody>
          <a:bodyPr lIns="90000" tIns="45000" rIns="90000" bIns="45000" anchor="b">
            <a:noAutofit/>
          </a:bodyPr>
          <a:lstStyle/>
          <a:p>
            <a:pPr>
              <a:lnSpc>
                <a:spcPct val="90000"/>
              </a:lnSpc>
              <a:buNone/>
              <a:tabLst>
                <a:tab pos="0" algn="l"/>
              </a:tabLst>
            </a:pPr>
            <a:r>
              <a:rPr lang="en-US" sz="6000" b="0" strike="noStrike" spc="-1" dirty="0">
                <a:solidFill>
                  <a:srgbClr val="F3EBE8"/>
                </a:solidFill>
                <a:latin typeface="Courier New"/>
              </a:rPr>
              <a:t>KAVALKARAN</a:t>
            </a:r>
            <a:endParaRPr lang="en-IN" sz="6000" b="0" strike="noStrike" spc="-1" dirty="0">
              <a:latin typeface="Arial"/>
            </a:endParaRPr>
          </a:p>
        </p:txBody>
      </p:sp>
      <p:sp>
        <p:nvSpPr>
          <p:cNvPr id="438" name="PlaceHolder 2"/>
          <p:cNvSpPr>
            <a:spLocks noGrp="1"/>
          </p:cNvSpPr>
          <p:nvPr>
            <p:ph type="subTitle"/>
          </p:nvPr>
        </p:nvSpPr>
        <p:spPr>
          <a:xfrm>
            <a:off x="1176480" y="3537720"/>
            <a:ext cx="8812440" cy="2713680"/>
          </a:xfrm>
          <a:prstGeom prst="rect">
            <a:avLst/>
          </a:prstGeom>
          <a:noFill/>
          <a:ln w="0">
            <a:noFill/>
          </a:ln>
        </p:spPr>
        <p:txBody>
          <a:bodyPr lIns="90000" tIns="45000" rIns="90000" bIns="45000" anchor="t">
            <a:noAutofit/>
          </a:bodyPr>
          <a:lstStyle/>
          <a:p>
            <a:pPr marL="54720">
              <a:lnSpc>
                <a:spcPct val="120000"/>
              </a:lnSpc>
              <a:buNone/>
              <a:tabLst>
                <a:tab pos="0" algn="l"/>
              </a:tabLst>
            </a:pPr>
            <a:r>
              <a:rPr lang="en-US" sz="2000" b="0" strike="noStrike" spc="-1" dirty="0">
                <a:solidFill>
                  <a:srgbClr val="FFFFFF"/>
                </a:solidFill>
                <a:latin typeface="Univers Condensed Light"/>
              </a:rPr>
              <a:t>Id : 1123742 , group: </a:t>
            </a:r>
            <a:r>
              <a:rPr lang="en-US" sz="2000" b="0" strike="noStrike" spc="-1" dirty="0" err="1">
                <a:solidFill>
                  <a:srgbClr val="FFFFFF"/>
                </a:solidFill>
                <a:latin typeface="Univers Condensed Light"/>
              </a:rPr>
              <a:t>kavalkaran_team_cyber_security</a:t>
            </a:r>
            <a:endParaRPr lang="en-IN" sz="2000" b="0" strike="noStrike" spc="-1" dirty="0">
              <a:latin typeface="Arial"/>
            </a:endParaRPr>
          </a:p>
          <a:p>
            <a:pPr marL="54720">
              <a:lnSpc>
                <a:spcPct val="120000"/>
              </a:lnSpc>
              <a:buNone/>
              <a:tabLst>
                <a:tab pos="0" algn="l"/>
              </a:tabLst>
            </a:pPr>
            <a:r>
              <a:rPr lang="en-US" sz="2000" b="0" strike="noStrike" spc="-1" dirty="0">
                <a:solidFill>
                  <a:srgbClr val="FFFFFF"/>
                </a:solidFill>
                <a:latin typeface="Univers Condensed Light"/>
              </a:rPr>
              <a:t>Theme : Good Governance and Public service </a:t>
            </a:r>
            <a:r>
              <a:rPr lang="en-IN" sz="2000" b="0" strike="noStrike" spc="-1" dirty="0">
                <a:solidFill>
                  <a:srgbClr val="FFFFFF"/>
                </a:solidFill>
                <a:latin typeface="Univers Condensed Light"/>
              </a:rPr>
              <a:t>delivery </a:t>
            </a:r>
            <a:endParaRPr lang="en-IN" sz="2000" b="0" strike="noStrike" spc="-1" dirty="0">
              <a:latin typeface="Arial"/>
            </a:endParaRPr>
          </a:p>
          <a:p>
            <a:pPr marL="54720">
              <a:lnSpc>
                <a:spcPct val="120000"/>
              </a:lnSpc>
              <a:buNone/>
              <a:tabLst>
                <a:tab pos="0" algn="l"/>
              </a:tabLst>
            </a:pPr>
            <a:r>
              <a:rPr lang="en-US" sz="2000" b="0" strike="noStrike" spc="-1" dirty="0">
                <a:solidFill>
                  <a:srgbClr val="FFFFFF"/>
                </a:solidFill>
                <a:latin typeface="Univers Condensed Light"/>
              </a:rPr>
              <a:t>( Athul </a:t>
            </a:r>
            <a:r>
              <a:rPr lang="en-US" sz="2000" spc="-1" dirty="0">
                <a:solidFill>
                  <a:srgbClr val="FFFFFF"/>
                </a:solidFill>
                <a:latin typeface="Univers Condensed Light"/>
              </a:rPr>
              <a:t>V</a:t>
            </a:r>
            <a:r>
              <a:rPr lang="en-US" sz="2000" b="0" strike="noStrike" spc="-1" dirty="0">
                <a:solidFill>
                  <a:srgbClr val="FFFFFF"/>
                </a:solidFill>
                <a:latin typeface="Univers Condensed Light"/>
              </a:rPr>
              <a:t>inod .M)  Contact : Phone – 9539218900 , mail : athul.back.is.now@gmail.com</a:t>
            </a:r>
            <a:endParaRPr lang="en-IN" sz="2000" b="0" strike="noStrike" spc="-1" dirty="0">
              <a:latin typeface="Arial"/>
            </a:endParaRPr>
          </a:p>
          <a:p>
            <a:pPr marL="54720">
              <a:lnSpc>
                <a:spcPct val="120000"/>
              </a:lnSpc>
              <a:buNone/>
              <a:tabLst>
                <a:tab pos="0" algn="l"/>
              </a:tabLst>
            </a:pPr>
            <a:r>
              <a:rPr lang="en-US" sz="2000" b="0" strike="noStrike" spc="-1" dirty="0">
                <a:solidFill>
                  <a:srgbClr val="FFFFFF"/>
                </a:solidFill>
                <a:latin typeface="Univers Condensed Light"/>
              </a:rPr>
              <a:t>Institution : R.M.H.S.S  </a:t>
            </a:r>
            <a:r>
              <a:rPr lang="en-US" sz="2000" b="0" strike="noStrike" spc="-1" dirty="0" err="1">
                <a:solidFill>
                  <a:srgbClr val="FFFFFF"/>
                </a:solidFill>
                <a:latin typeface="Univers Condensed Light"/>
              </a:rPr>
              <a:t>Melattur</a:t>
            </a:r>
            <a:endParaRPr lang="en-IN" sz="2000" b="0" strike="noStrike" spc="-1" dirty="0">
              <a:latin typeface="Arial"/>
            </a:endParaRPr>
          </a:p>
          <a:p>
            <a:pPr marL="54720">
              <a:lnSpc>
                <a:spcPct val="120000"/>
              </a:lnSpc>
              <a:buNone/>
              <a:tabLst>
                <a:tab pos="0" algn="l"/>
              </a:tabLst>
            </a:pPr>
            <a:r>
              <a:rPr lang="en-US" sz="2000" b="0" strike="noStrike" spc="-1" dirty="0">
                <a:solidFill>
                  <a:srgbClr val="FFFFFF"/>
                </a:solidFill>
                <a:latin typeface="Univers Condensed Light"/>
              </a:rPr>
              <a:t>District : Malappuram</a:t>
            </a:r>
            <a:endParaRPr lang="en-IN" sz="2000" b="0" strike="noStrike" spc="-1" dirty="0">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70000">
        <p:zoom/>
      </p:transition>
    </mc:Choice>
    <mc:Fallback xmlns="" xmlns:p15="http://schemas.microsoft.com/office/powerpoint/2012/main">
      <p:transition spd="slow" advTm="70000">
        <p:zoom dir="o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438">
                                            <p:txEl>
                                              <p:pRg st="0" end="0"/>
                                            </p:txEl>
                                          </p:spTgt>
                                        </p:tgtEl>
                                        <p:attrNameLst>
                                          <p:attrName>style.visibility</p:attrName>
                                        </p:attrNameLst>
                                      </p:cBhvr>
                                      <p:to>
                                        <p:strVal val="visible"/>
                                      </p:to>
                                    </p:set>
                                    <p:animEffect transition="in" filter="wipe(down)">
                                      <p:cBhvr>
                                        <p:cTn id="7" dur="580">
                                          <p:stCondLst>
                                            <p:cond delay="0"/>
                                          </p:stCondLst>
                                        </p:cTn>
                                        <p:tgtEl>
                                          <p:spTgt spid="438">
                                            <p:txEl>
                                              <p:pRg st="0" end="0"/>
                                            </p:txEl>
                                          </p:spTgt>
                                        </p:tgtEl>
                                      </p:cBhvr>
                                    </p:animEffect>
                                    <p:anim calcmode="lin" valueType="num">
                                      <p:cBhvr>
                                        <p:cTn id="8" dur="1822" tmFilter="0,0; 0.14,0.36; 0.43,0.73; 0.71,0.91; 1.0,1.0">
                                          <p:stCondLst>
                                            <p:cond delay="0"/>
                                          </p:stCondLst>
                                        </p:cTn>
                                        <p:tgtEl>
                                          <p:spTgt spid="438">
                                            <p:txEl>
                                              <p:pRg st="0" end="0"/>
                                            </p:txEl>
                                          </p:spTgt>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38">
                                            <p:txEl>
                                              <p:pRg st="0" end="0"/>
                                            </p:txEl>
                                          </p:spTgt>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38">
                                            <p:txEl>
                                              <p:pRg st="0" end="0"/>
                                            </p:txEl>
                                          </p:spTgt>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38">
                                            <p:txEl>
                                              <p:pRg st="0" end="0"/>
                                            </p:txEl>
                                          </p:spTgt>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38">
                                            <p:txEl>
                                              <p:pRg st="0" end="0"/>
                                            </p:txEl>
                                          </p:spTgt>
                                        </p:tgtEl>
                                        <p:attrNameLst>
                                          <p:attrName>ppt_y</p:attrName>
                                        </p:attrNameLst>
                                      </p:cBhvr>
                                      <p:tavLst>
                                        <p:tav tm="0" fmla="#ppt_y-sin(pi*$)/81">
                                          <p:val>
                                            <p:fltVal val="0"/>
                                          </p:val>
                                        </p:tav>
                                        <p:tav tm="100000">
                                          <p:val>
                                            <p:fltVal val="1"/>
                                          </p:val>
                                        </p:tav>
                                      </p:tavLst>
                                    </p:anim>
                                    <p:animScale>
                                      <p:cBhvr>
                                        <p:cTn id="13" dur="26">
                                          <p:stCondLst>
                                            <p:cond delay="650"/>
                                          </p:stCondLst>
                                        </p:cTn>
                                        <p:tgtEl>
                                          <p:spTgt spid="438">
                                            <p:txEl>
                                              <p:pRg st="0" end="0"/>
                                            </p:txEl>
                                          </p:spTgt>
                                        </p:tgtEl>
                                      </p:cBhvr>
                                      <p:to x="100000" y="60000"/>
                                    </p:animScale>
                                    <p:animScale>
                                      <p:cBhvr>
                                        <p:cTn id="14" dur="166" decel="50000">
                                          <p:stCondLst>
                                            <p:cond delay="676"/>
                                          </p:stCondLst>
                                        </p:cTn>
                                        <p:tgtEl>
                                          <p:spTgt spid="438">
                                            <p:txEl>
                                              <p:pRg st="0" end="0"/>
                                            </p:txEl>
                                          </p:spTgt>
                                        </p:tgtEl>
                                      </p:cBhvr>
                                      <p:to x="100000" y="100000"/>
                                    </p:animScale>
                                    <p:animScale>
                                      <p:cBhvr>
                                        <p:cTn id="15" dur="26">
                                          <p:stCondLst>
                                            <p:cond delay="1312"/>
                                          </p:stCondLst>
                                        </p:cTn>
                                        <p:tgtEl>
                                          <p:spTgt spid="438">
                                            <p:txEl>
                                              <p:pRg st="0" end="0"/>
                                            </p:txEl>
                                          </p:spTgt>
                                        </p:tgtEl>
                                      </p:cBhvr>
                                      <p:to x="100000" y="80000"/>
                                    </p:animScale>
                                    <p:animScale>
                                      <p:cBhvr>
                                        <p:cTn id="16" dur="166" decel="50000">
                                          <p:stCondLst>
                                            <p:cond delay="1338"/>
                                          </p:stCondLst>
                                        </p:cTn>
                                        <p:tgtEl>
                                          <p:spTgt spid="438">
                                            <p:txEl>
                                              <p:pRg st="0" end="0"/>
                                            </p:txEl>
                                          </p:spTgt>
                                        </p:tgtEl>
                                      </p:cBhvr>
                                      <p:to x="100000" y="100000"/>
                                    </p:animScale>
                                    <p:animScale>
                                      <p:cBhvr>
                                        <p:cTn id="17" dur="26">
                                          <p:stCondLst>
                                            <p:cond delay="1642"/>
                                          </p:stCondLst>
                                        </p:cTn>
                                        <p:tgtEl>
                                          <p:spTgt spid="438">
                                            <p:txEl>
                                              <p:pRg st="0" end="0"/>
                                            </p:txEl>
                                          </p:spTgt>
                                        </p:tgtEl>
                                      </p:cBhvr>
                                      <p:to x="100000" y="90000"/>
                                    </p:animScale>
                                    <p:animScale>
                                      <p:cBhvr>
                                        <p:cTn id="18" dur="166" decel="50000">
                                          <p:stCondLst>
                                            <p:cond delay="1668"/>
                                          </p:stCondLst>
                                        </p:cTn>
                                        <p:tgtEl>
                                          <p:spTgt spid="438">
                                            <p:txEl>
                                              <p:pRg st="0" end="0"/>
                                            </p:txEl>
                                          </p:spTgt>
                                        </p:tgtEl>
                                      </p:cBhvr>
                                      <p:to x="100000" y="100000"/>
                                    </p:animScale>
                                    <p:animScale>
                                      <p:cBhvr>
                                        <p:cTn id="19" dur="26">
                                          <p:stCondLst>
                                            <p:cond delay="1808"/>
                                          </p:stCondLst>
                                        </p:cTn>
                                        <p:tgtEl>
                                          <p:spTgt spid="438">
                                            <p:txEl>
                                              <p:pRg st="0" end="0"/>
                                            </p:txEl>
                                          </p:spTgt>
                                        </p:tgtEl>
                                      </p:cBhvr>
                                      <p:to x="100000" y="95000"/>
                                    </p:animScale>
                                    <p:animScale>
                                      <p:cBhvr>
                                        <p:cTn id="20" dur="166" decel="50000">
                                          <p:stCondLst>
                                            <p:cond delay="1834"/>
                                          </p:stCondLst>
                                        </p:cTn>
                                        <p:tgtEl>
                                          <p:spTgt spid="438">
                                            <p:txEl>
                                              <p:pRg st="0" end="0"/>
                                            </p:txEl>
                                          </p:spTgt>
                                        </p:tgtEl>
                                      </p:cBhvr>
                                      <p:to x="100000" y="100000"/>
                                    </p:animScale>
                                  </p:childTnLst>
                                </p:cTn>
                              </p:par>
                              <p:par>
                                <p:cTn id="21" presetID="26" presetClass="entr" presetSubtype="0" fill="hold" nodeType="withEffect">
                                  <p:stCondLst>
                                    <p:cond delay="0"/>
                                  </p:stCondLst>
                                  <p:childTnLst>
                                    <p:set>
                                      <p:cBhvr>
                                        <p:cTn id="22" dur="1" fill="hold">
                                          <p:stCondLst>
                                            <p:cond delay="0"/>
                                          </p:stCondLst>
                                        </p:cTn>
                                        <p:tgtEl>
                                          <p:spTgt spid="438">
                                            <p:txEl>
                                              <p:pRg st="1" end="1"/>
                                            </p:txEl>
                                          </p:spTgt>
                                        </p:tgtEl>
                                        <p:attrNameLst>
                                          <p:attrName>style.visibility</p:attrName>
                                        </p:attrNameLst>
                                      </p:cBhvr>
                                      <p:to>
                                        <p:strVal val="visible"/>
                                      </p:to>
                                    </p:set>
                                    <p:animEffect transition="in" filter="wipe(down)">
                                      <p:cBhvr>
                                        <p:cTn id="23" dur="580">
                                          <p:stCondLst>
                                            <p:cond delay="0"/>
                                          </p:stCondLst>
                                        </p:cTn>
                                        <p:tgtEl>
                                          <p:spTgt spid="438">
                                            <p:txEl>
                                              <p:pRg st="1" end="1"/>
                                            </p:txEl>
                                          </p:spTgt>
                                        </p:tgtEl>
                                      </p:cBhvr>
                                    </p:animEffect>
                                    <p:anim calcmode="lin" valueType="num">
                                      <p:cBhvr>
                                        <p:cTn id="24" dur="1822" tmFilter="0,0; 0.14,0.36; 0.43,0.73; 0.71,0.91; 1.0,1.0">
                                          <p:stCondLst>
                                            <p:cond delay="0"/>
                                          </p:stCondLst>
                                        </p:cTn>
                                        <p:tgtEl>
                                          <p:spTgt spid="438">
                                            <p:txEl>
                                              <p:pRg st="1" end="1"/>
                                            </p:txEl>
                                          </p:spTgt>
                                        </p:tgtEl>
                                        <p:attrNameLst>
                                          <p:attrName>ppt_x</p:attrName>
                                        </p:attrNameLst>
                                      </p:cBhvr>
                                      <p:tavLst>
                                        <p:tav tm="0">
                                          <p:val>
                                            <p:strVal val="#ppt_x-0.25"/>
                                          </p:val>
                                        </p:tav>
                                        <p:tav tm="100000">
                                          <p:val>
                                            <p:strVal val="#ppt_x"/>
                                          </p:val>
                                        </p:tav>
                                      </p:tavLst>
                                    </p:anim>
                                    <p:anim calcmode="lin" valueType="num">
                                      <p:cBhvr>
                                        <p:cTn id="25" dur="664" tmFilter="0.0,0.0; 0.25,0.07; 0.50,0.2; 0.75,0.467; 1.0,1.0">
                                          <p:stCondLst>
                                            <p:cond delay="0"/>
                                          </p:stCondLst>
                                        </p:cTn>
                                        <p:tgtEl>
                                          <p:spTgt spid="438">
                                            <p:txEl>
                                              <p:pRg st="1" end="1"/>
                                            </p:txEl>
                                          </p:spTgt>
                                        </p:tgtEl>
                                        <p:attrNameLst>
                                          <p:attrName>ppt_y</p:attrName>
                                        </p:attrNameLst>
                                      </p:cBhvr>
                                      <p:tavLst>
                                        <p:tav tm="0" fmla="#ppt_y-sin(pi*$)/3">
                                          <p:val>
                                            <p:fltVal val="0.5"/>
                                          </p:val>
                                        </p:tav>
                                        <p:tav tm="100000">
                                          <p:val>
                                            <p:fltVal val="1"/>
                                          </p:val>
                                        </p:tav>
                                      </p:tavLst>
                                    </p:anim>
                                    <p:anim calcmode="lin" valueType="num">
                                      <p:cBhvr>
                                        <p:cTn id="26" dur="664" tmFilter="0, 0; 0.125,0.2665; 0.25,0.4; 0.375,0.465; 0.5,0.5;  0.625,0.535; 0.75,0.6; 0.875,0.7335; 1,1">
                                          <p:stCondLst>
                                            <p:cond delay="664"/>
                                          </p:stCondLst>
                                        </p:cTn>
                                        <p:tgtEl>
                                          <p:spTgt spid="438">
                                            <p:txEl>
                                              <p:pRg st="1" end="1"/>
                                            </p:txEl>
                                          </p:spTgt>
                                        </p:tgtEl>
                                        <p:attrNameLst>
                                          <p:attrName>ppt_y</p:attrName>
                                        </p:attrNameLst>
                                      </p:cBhvr>
                                      <p:tavLst>
                                        <p:tav tm="0" fmla="#ppt_y-sin(pi*$)/9">
                                          <p:val>
                                            <p:fltVal val="0"/>
                                          </p:val>
                                        </p:tav>
                                        <p:tav tm="100000">
                                          <p:val>
                                            <p:fltVal val="1"/>
                                          </p:val>
                                        </p:tav>
                                      </p:tavLst>
                                    </p:anim>
                                    <p:anim calcmode="lin" valueType="num">
                                      <p:cBhvr>
                                        <p:cTn id="27" dur="332" tmFilter="0, 0; 0.125,0.2665; 0.25,0.4; 0.375,0.465; 0.5,0.5;  0.625,0.535; 0.75,0.6; 0.875,0.7335; 1,1">
                                          <p:stCondLst>
                                            <p:cond delay="1324"/>
                                          </p:stCondLst>
                                        </p:cTn>
                                        <p:tgtEl>
                                          <p:spTgt spid="438">
                                            <p:txEl>
                                              <p:pRg st="1" end="1"/>
                                            </p:txEl>
                                          </p:spTgt>
                                        </p:tgtEl>
                                        <p:attrNameLst>
                                          <p:attrName>ppt_y</p:attrName>
                                        </p:attrNameLst>
                                      </p:cBhvr>
                                      <p:tavLst>
                                        <p:tav tm="0" fmla="#ppt_y-sin(pi*$)/27">
                                          <p:val>
                                            <p:fltVal val="0"/>
                                          </p:val>
                                        </p:tav>
                                        <p:tav tm="100000">
                                          <p:val>
                                            <p:fltVal val="1"/>
                                          </p:val>
                                        </p:tav>
                                      </p:tavLst>
                                    </p:anim>
                                    <p:anim calcmode="lin" valueType="num">
                                      <p:cBhvr>
                                        <p:cTn id="28" dur="164" tmFilter="0, 0; 0.125,0.2665; 0.25,0.4; 0.375,0.465; 0.5,0.5;  0.625,0.535; 0.75,0.6; 0.875,0.7335; 1,1">
                                          <p:stCondLst>
                                            <p:cond delay="1656"/>
                                          </p:stCondLst>
                                        </p:cTn>
                                        <p:tgtEl>
                                          <p:spTgt spid="438">
                                            <p:txEl>
                                              <p:pRg st="1" end="1"/>
                                            </p:txEl>
                                          </p:spTgt>
                                        </p:tgtEl>
                                        <p:attrNameLst>
                                          <p:attrName>ppt_y</p:attrName>
                                        </p:attrNameLst>
                                      </p:cBhvr>
                                      <p:tavLst>
                                        <p:tav tm="0" fmla="#ppt_y-sin(pi*$)/81">
                                          <p:val>
                                            <p:fltVal val="0"/>
                                          </p:val>
                                        </p:tav>
                                        <p:tav tm="100000">
                                          <p:val>
                                            <p:fltVal val="1"/>
                                          </p:val>
                                        </p:tav>
                                      </p:tavLst>
                                    </p:anim>
                                    <p:animScale>
                                      <p:cBhvr>
                                        <p:cTn id="29" dur="26">
                                          <p:stCondLst>
                                            <p:cond delay="650"/>
                                          </p:stCondLst>
                                        </p:cTn>
                                        <p:tgtEl>
                                          <p:spTgt spid="438">
                                            <p:txEl>
                                              <p:pRg st="1" end="1"/>
                                            </p:txEl>
                                          </p:spTgt>
                                        </p:tgtEl>
                                      </p:cBhvr>
                                      <p:to x="100000" y="60000"/>
                                    </p:animScale>
                                    <p:animScale>
                                      <p:cBhvr>
                                        <p:cTn id="30" dur="166" decel="50000">
                                          <p:stCondLst>
                                            <p:cond delay="676"/>
                                          </p:stCondLst>
                                        </p:cTn>
                                        <p:tgtEl>
                                          <p:spTgt spid="438">
                                            <p:txEl>
                                              <p:pRg st="1" end="1"/>
                                            </p:txEl>
                                          </p:spTgt>
                                        </p:tgtEl>
                                      </p:cBhvr>
                                      <p:to x="100000" y="100000"/>
                                    </p:animScale>
                                    <p:animScale>
                                      <p:cBhvr>
                                        <p:cTn id="31" dur="26">
                                          <p:stCondLst>
                                            <p:cond delay="1312"/>
                                          </p:stCondLst>
                                        </p:cTn>
                                        <p:tgtEl>
                                          <p:spTgt spid="438">
                                            <p:txEl>
                                              <p:pRg st="1" end="1"/>
                                            </p:txEl>
                                          </p:spTgt>
                                        </p:tgtEl>
                                      </p:cBhvr>
                                      <p:to x="100000" y="80000"/>
                                    </p:animScale>
                                    <p:animScale>
                                      <p:cBhvr>
                                        <p:cTn id="32" dur="166" decel="50000">
                                          <p:stCondLst>
                                            <p:cond delay="1338"/>
                                          </p:stCondLst>
                                        </p:cTn>
                                        <p:tgtEl>
                                          <p:spTgt spid="438">
                                            <p:txEl>
                                              <p:pRg st="1" end="1"/>
                                            </p:txEl>
                                          </p:spTgt>
                                        </p:tgtEl>
                                      </p:cBhvr>
                                      <p:to x="100000" y="100000"/>
                                    </p:animScale>
                                    <p:animScale>
                                      <p:cBhvr>
                                        <p:cTn id="33" dur="26">
                                          <p:stCondLst>
                                            <p:cond delay="1642"/>
                                          </p:stCondLst>
                                        </p:cTn>
                                        <p:tgtEl>
                                          <p:spTgt spid="438">
                                            <p:txEl>
                                              <p:pRg st="1" end="1"/>
                                            </p:txEl>
                                          </p:spTgt>
                                        </p:tgtEl>
                                      </p:cBhvr>
                                      <p:to x="100000" y="90000"/>
                                    </p:animScale>
                                    <p:animScale>
                                      <p:cBhvr>
                                        <p:cTn id="34" dur="166" decel="50000">
                                          <p:stCondLst>
                                            <p:cond delay="1668"/>
                                          </p:stCondLst>
                                        </p:cTn>
                                        <p:tgtEl>
                                          <p:spTgt spid="438">
                                            <p:txEl>
                                              <p:pRg st="1" end="1"/>
                                            </p:txEl>
                                          </p:spTgt>
                                        </p:tgtEl>
                                      </p:cBhvr>
                                      <p:to x="100000" y="100000"/>
                                    </p:animScale>
                                    <p:animScale>
                                      <p:cBhvr>
                                        <p:cTn id="35" dur="26">
                                          <p:stCondLst>
                                            <p:cond delay="1808"/>
                                          </p:stCondLst>
                                        </p:cTn>
                                        <p:tgtEl>
                                          <p:spTgt spid="438">
                                            <p:txEl>
                                              <p:pRg st="1" end="1"/>
                                            </p:txEl>
                                          </p:spTgt>
                                        </p:tgtEl>
                                      </p:cBhvr>
                                      <p:to x="100000" y="95000"/>
                                    </p:animScale>
                                    <p:animScale>
                                      <p:cBhvr>
                                        <p:cTn id="36" dur="166" decel="50000">
                                          <p:stCondLst>
                                            <p:cond delay="1834"/>
                                          </p:stCondLst>
                                        </p:cTn>
                                        <p:tgtEl>
                                          <p:spTgt spid="438">
                                            <p:txEl>
                                              <p:pRg st="1" end="1"/>
                                            </p:txEl>
                                          </p:spTgt>
                                        </p:tgtEl>
                                      </p:cBhvr>
                                      <p:to x="100000" y="100000"/>
                                    </p:animScale>
                                  </p:childTnLst>
                                </p:cTn>
                              </p:par>
                              <p:par>
                                <p:cTn id="37" presetID="26" presetClass="entr" presetSubtype="0" fill="hold" nodeType="withEffect">
                                  <p:stCondLst>
                                    <p:cond delay="0"/>
                                  </p:stCondLst>
                                  <p:childTnLst>
                                    <p:set>
                                      <p:cBhvr>
                                        <p:cTn id="38" dur="1" fill="hold">
                                          <p:stCondLst>
                                            <p:cond delay="0"/>
                                          </p:stCondLst>
                                        </p:cTn>
                                        <p:tgtEl>
                                          <p:spTgt spid="438">
                                            <p:txEl>
                                              <p:pRg st="2" end="2"/>
                                            </p:txEl>
                                          </p:spTgt>
                                        </p:tgtEl>
                                        <p:attrNameLst>
                                          <p:attrName>style.visibility</p:attrName>
                                        </p:attrNameLst>
                                      </p:cBhvr>
                                      <p:to>
                                        <p:strVal val="visible"/>
                                      </p:to>
                                    </p:set>
                                    <p:animEffect transition="in" filter="wipe(down)">
                                      <p:cBhvr>
                                        <p:cTn id="39" dur="580">
                                          <p:stCondLst>
                                            <p:cond delay="0"/>
                                          </p:stCondLst>
                                        </p:cTn>
                                        <p:tgtEl>
                                          <p:spTgt spid="438">
                                            <p:txEl>
                                              <p:pRg st="2" end="2"/>
                                            </p:txEl>
                                          </p:spTgt>
                                        </p:tgtEl>
                                      </p:cBhvr>
                                    </p:animEffect>
                                    <p:anim calcmode="lin" valueType="num">
                                      <p:cBhvr>
                                        <p:cTn id="40" dur="1822" tmFilter="0,0; 0.14,0.36; 0.43,0.73; 0.71,0.91; 1.0,1.0">
                                          <p:stCondLst>
                                            <p:cond delay="0"/>
                                          </p:stCondLst>
                                        </p:cTn>
                                        <p:tgtEl>
                                          <p:spTgt spid="438">
                                            <p:txEl>
                                              <p:pRg st="2" end="2"/>
                                            </p:txEl>
                                          </p:spTgt>
                                        </p:tgtEl>
                                        <p:attrNameLst>
                                          <p:attrName>ppt_x</p:attrName>
                                        </p:attrNameLst>
                                      </p:cBhvr>
                                      <p:tavLst>
                                        <p:tav tm="0">
                                          <p:val>
                                            <p:strVal val="#ppt_x-0.25"/>
                                          </p:val>
                                        </p:tav>
                                        <p:tav tm="100000">
                                          <p:val>
                                            <p:strVal val="#ppt_x"/>
                                          </p:val>
                                        </p:tav>
                                      </p:tavLst>
                                    </p:anim>
                                    <p:anim calcmode="lin" valueType="num">
                                      <p:cBhvr>
                                        <p:cTn id="41" dur="664" tmFilter="0.0,0.0; 0.25,0.07; 0.50,0.2; 0.75,0.467; 1.0,1.0">
                                          <p:stCondLst>
                                            <p:cond delay="0"/>
                                          </p:stCondLst>
                                        </p:cTn>
                                        <p:tgtEl>
                                          <p:spTgt spid="438">
                                            <p:txEl>
                                              <p:pRg st="2" end="2"/>
                                            </p:txEl>
                                          </p:spTgt>
                                        </p:tgtEl>
                                        <p:attrNameLst>
                                          <p:attrName>ppt_y</p:attrName>
                                        </p:attrNameLst>
                                      </p:cBhvr>
                                      <p:tavLst>
                                        <p:tav tm="0" fmla="#ppt_y-sin(pi*$)/3">
                                          <p:val>
                                            <p:fltVal val="0.5"/>
                                          </p:val>
                                        </p:tav>
                                        <p:tav tm="100000">
                                          <p:val>
                                            <p:fltVal val="1"/>
                                          </p:val>
                                        </p:tav>
                                      </p:tavLst>
                                    </p:anim>
                                    <p:anim calcmode="lin" valueType="num">
                                      <p:cBhvr>
                                        <p:cTn id="42" dur="664" tmFilter="0, 0; 0.125,0.2665; 0.25,0.4; 0.375,0.465; 0.5,0.5;  0.625,0.535; 0.75,0.6; 0.875,0.7335; 1,1">
                                          <p:stCondLst>
                                            <p:cond delay="664"/>
                                          </p:stCondLst>
                                        </p:cTn>
                                        <p:tgtEl>
                                          <p:spTgt spid="438">
                                            <p:txEl>
                                              <p:pRg st="2" end="2"/>
                                            </p:txEl>
                                          </p:spTgt>
                                        </p:tgtEl>
                                        <p:attrNameLst>
                                          <p:attrName>ppt_y</p:attrName>
                                        </p:attrNameLst>
                                      </p:cBhvr>
                                      <p:tavLst>
                                        <p:tav tm="0" fmla="#ppt_y-sin(pi*$)/9">
                                          <p:val>
                                            <p:fltVal val="0"/>
                                          </p:val>
                                        </p:tav>
                                        <p:tav tm="100000">
                                          <p:val>
                                            <p:fltVal val="1"/>
                                          </p:val>
                                        </p:tav>
                                      </p:tavLst>
                                    </p:anim>
                                    <p:anim calcmode="lin" valueType="num">
                                      <p:cBhvr>
                                        <p:cTn id="43" dur="332" tmFilter="0, 0; 0.125,0.2665; 0.25,0.4; 0.375,0.465; 0.5,0.5;  0.625,0.535; 0.75,0.6; 0.875,0.7335; 1,1">
                                          <p:stCondLst>
                                            <p:cond delay="1324"/>
                                          </p:stCondLst>
                                        </p:cTn>
                                        <p:tgtEl>
                                          <p:spTgt spid="438">
                                            <p:txEl>
                                              <p:pRg st="2" end="2"/>
                                            </p:txEl>
                                          </p:spTgt>
                                        </p:tgtEl>
                                        <p:attrNameLst>
                                          <p:attrName>ppt_y</p:attrName>
                                        </p:attrNameLst>
                                      </p:cBhvr>
                                      <p:tavLst>
                                        <p:tav tm="0" fmla="#ppt_y-sin(pi*$)/27">
                                          <p:val>
                                            <p:fltVal val="0"/>
                                          </p:val>
                                        </p:tav>
                                        <p:tav tm="100000">
                                          <p:val>
                                            <p:fltVal val="1"/>
                                          </p:val>
                                        </p:tav>
                                      </p:tavLst>
                                    </p:anim>
                                    <p:anim calcmode="lin" valueType="num">
                                      <p:cBhvr>
                                        <p:cTn id="44" dur="164" tmFilter="0, 0; 0.125,0.2665; 0.25,0.4; 0.375,0.465; 0.5,0.5;  0.625,0.535; 0.75,0.6; 0.875,0.7335; 1,1">
                                          <p:stCondLst>
                                            <p:cond delay="1656"/>
                                          </p:stCondLst>
                                        </p:cTn>
                                        <p:tgtEl>
                                          <p:spTgt spid="438">
                                            <p:txEl>
                                              <p:pRg st="2" end="2"/>
                                            </p:txEl>
                                          </p:spTgt>
                                        </p:tgtEl>
                                        <p:attrNameLst>
                                          <p:attrName>ppt_y</p:attrName>
                                        </p:attrNameLst>
                                      </p:cBhvr>
                                      <p:tavLst>
                                        <p:tav tm="0" fmla="#ppt_y-sin(pi*$)/81">
                                          <p:val>
                                            <p:fltVal val="0"/>
                                          </p:val>
                                        </p:tav>
                                        <p:tav tm="100000">
                                          <p:val>
                                            <p:fltVal val="1"/>
                                          </p:val>
                                        </p:tav>
                                      </p:tavLst>
                                    </p:anim>
                                    <p:animScale>
                                      <p:cBhvr>
                                        <p:cTn id="45" dur="26">
                                          <p:stCondLst>
                                            <p:cond delay="650"/>
                                          </p:stCondLst>
                                        </p:cTn>
                                        <p:tgtEl>
                                          <p:spTgt spid="438">
                                            <p:txEl>
                                              <p:pRg st="2" end="2"/>
                                            </p:txEl>
                                          </p:spTgt>
                                        </p:tgtEl>
                                      </p:cBhvr>
                                      <p:to x="100000" y="60000"/>
                                    </p:animScale>
                                    <p:animScale>
                                      <p:cBhvr>
                                        <p:cTn id="46" dur="166" decel="50000">
                                          <p:stCondLst>
                                            <p:cond delay="676"/>
                                          </p:stCondLst>
                                        </p:cTn>
                                        <p:tgtEl>
                                          <p:spTgt spid="438">
                                            <p:txEl>
                                              <p:pRg st="2" end="2"/>
                                            </p:txEl>
                                          </p:spTgt>
                                        </p:tgtEl>
                                      </p:cBhvr>
                                      <p:to x="100000" y="100000"/>
                                    </p:animScale>
                                    <p:animScale>
                                      <p:cBhvr>
                                        <p:cTn id="47" dur="26">
                                          <p:stCondLst>
                                            <p:cond delay="1312"/>
                                          </p:stCondLst>
                                        </p:cTn>
                                        <p:tgtEl>
                                          <p:spTgt spid="438">
                                            <p:txEl>
                                              <p:pRg st="2" end="2"/>
                                            </p:txEl>
                                          </p:spTgt>
                                        </p:tgtEl>
                                      </p:cBhvr>
                                      <p:to x="100000" y="80000"/>
                                    </p:animScale>
                                    <p:animScale>
                                      <p:cBhvr>
                                        <p:cTn id="48" dur="166" decel="50000">
                                          <p:stCondLst>
                                            <p:cond delay="1338"/>
                                          </p:stCondLst>
                                        </p:cTn>
                                        <p:tgtEl>
                                          <p:spTgt spid="438">
                                            <p:txEl>
                                              <p:pRg st="2" end="2"/>
                                            </p:txEl>
                                          </p:spTgt>
                                        </p:tgtEl>
                                      </p:cBhvr>
                                      <p:to x="100000" y="100000"/>
                                    </p:animScale>
                                    <p:animScale>
                                      <p:cBhvr>
                                        <p:cTn id="49" dur="26">
                                          <p:stCondLst>
                                            <p:cond delay="1642"/>
                                          </p:stCondLst>
                                        </p:cTn>
                                        <p:tgtEl>
                                          <p:spTgt spid="438">
                                            <p:txEl>
                                              <p:pRg st="2" end="2"/>
                                            </p:txEl>
                                          </p:spTgt>
                                        </p:tgtEl>
                                      </p:cBhvr>
                                      <p:to x="100000" y="90000"/>
                                    </p:animScale>
                                    <p:animScale>
                                      <p:cBhvr>
                                        <p:cTn id="50" dur="166" decel="50000">
                                          <p:stCondLst>
                                            <p:cond delay="1668"/>
                                          </p:stCondLst>
                                        </p:cTn>
                                        <p:tgtEl>
                                          <p:spTgt spid="438">
                                            <p:txEl>
                                              <p:pRg st="2" end="2"/>
                                            </p:txEl>
                                          </p:spTgt>
                                        </p:tgtEl>
                                      </p:cBhvr>
                                      <p:to x="100000" y="100000"/>
                                    </p:animScale>
                                    <p:animScale>
                                      <p:cBhvr>
                                        <p:cTn id="51" dur="26">
                                          <p:stCondLst>
                                            <p:cond delay="1808"/>
                                          </p:stCondLst>
                                        </p:cTn>
                                        <p:tgtEl>
                                          <p:spTgt spid="438">
                                            <p:txEl>
                                              <p:pRg st="2" end="2"/>
                                            </p:txEl>
                                          </p:spTgt>
                                        </p:tgtEl>
                                      </p:cBhvr>
                                      <p:to x="100000" y="95000"/>
                                    </p:animScale>
                                    <p:animScale>
                                      <p:cBhvr>
                                        <p:cTn id="52" dur="166" decel="50000">
                                          <p:stCondLst>
                                            <p:cond delay="1834"/>
                                          </p:stCondLst>
                                        </p:cTn>
                                        <p:tgtEl>
                                          <p:spTgt spid="438">
                                            <p:txEl>
                                              <p:pRg st="2" end="2"/>
                                            </p:txEl>
                                          </p:spTgt>
                                        </p:tgtEl>
                                      </p:cBhvr>
                                      <p:to x="100000" y="100000"/>
                                    </p:animScale>
                                  </p:childTnLst>
                                </p:cTn>
                              </p:par>
                              <p:par>
                                <p:cTn id="53" presetID="26" presetClass="entr" presetSubtype="0" fill="hold" nodeType="withEffect">
                                  <p:stCondLst>
                                    <p:cond delay="0"/>
                                  </p:stCondLst>
                                  <p:childTnLst>
                                    <p:set>
                                      <p:cBhvr>
                                        <p:cTn id="54" dur="1" fill="hold">
                                          <p:stCondLst>
                                            <p:cond delay="0"/>
                                          </p:stCondLst>
                                        </p:cTn>
                                        <p:tgtEl>
                                          <p:spTgt spid="438">
                                            <p:txEl>
                                              <p:pRg st="3" end="3"/>
                                            </p:txEl>
                                          </p:spTgt>
                                        </p:tgtEl>
                                        <p:attrNameLst>
                                          <p:attrName>style.visibility</p:attrName>
                                        </p:attrNameLst>
                                      </p:cBhvr>
                                      <p:to>
                                        <p:strVal val="visible"/>
                                      </p:to>
                                    </p:set>
                                    <p:animEffect transition="in" filter="wipe(down)">
                                      <p:cBhvr>
                                        <p:cTn id="55" dur="580">
                                          <p:stCondLst>
                                            <p:cond delay="0"/>
                                          </p:stCondLst>
                                        </p:cTn>
                                        <p:tgtEl>
                                          <p:spTgt spid="438">
                                            <p:txEl>
                                              <p:pRg st="3" end="3"/>
                                            </p:txEl>
                                          </p:spTgt>
                                        </p:tgtEl>
                                      </p:cBhvr>
                                    </p:animEffect>
                                    <p:anim calcmode="lin" valueType="num">
                                      <p:cBhvr>
                                        <p:cTn id="56" dur="1822" tmFilter="0,0; 0.14,0.36; 0.43,0.73; 0.71,0.91; 1.0,1.0">
                                          <p:stCondLst>
                                            <p:cond delay="0"/>
                                          </p:stCondLst>
                                        </p:cTn>
                                        <p:tgtEl>
                                          <p:spTgt spid="438">
                                            <p:txEl>
                                              <p:pRg st="3" end="3"/>
                                            </p:txEl>
                                          </p:spTgt>
                                        </p:tgtEl>
                                        <p:attrNameLst>
                                          <p:attrName>ppt_x</p:attrName>
                                        </p:attrNameLst>
                                      </p:cBhvr>
                                      <p:tavLst>
                                        <p:tav tm="0">
                                          <p:val>
                                            <p:strVal val="#ppt_x-0.25"/>
                                          </p:val>
                                        </p:tav>
                                        <p:tav tm="100000">
                                          <p:val>
                                            <p:strVal val="#ppt_x"/>
                                          </p:val>
                                        </p:tav>
                                      </p:tavLst>
                                    </p:anim>
                                    <p:anim calcmode="lin" valueType="num">
                                      <p:cBhvr>
                                        <p:cTn id="57" dur="664" tmFilter="0.0,0.0; 0.25,0.07; 0.50,0.2; 0.75,0.467; 1.0,1.0">
                                          <p:stCondLst>
                                            <p:cond delay="0"/>
                                          </p:stCondLst>
                                        </p:cTn>
                                        <p:tgtEl>
                                          <p:spTgt spid="438">
                                            <p:txEl>
                                              <p:pRg st="3" end="3"/>
                                            </p:txEl>
                                          </p:spTgt>
                                        </p:tgtEl>
                                        <p:attrNameLst>
                                          <p:attrName>ppt_y</p:attrName>
                                        </p:attrNameLst>
                                      </p:cBhvr>
                                      <p:tavLst>
                                        <p:tav tm="0" fmla="#ppt_y-sin(pi*$)/3">
                                          <p:val>
                                            <p:fltVal val="0.5"/>
                                          </p:val>
                                        </p:tav>
                                        <p:tav tm="100000">
                                          <p:val>
                                            <p:fltVal val="1"/>
                                          </p:val>
                                        </p:tav>
                                      </p:tavLst>
                                    </p:anim>
                                    <p:anim calcmode="lin" valueType="num">
                                      <p:cBhvr>
                                        <p:cTn id="58" dur="664" tmFilter="0, 0; 0.125,0.2665; 0.25,0.4; 0.375,0.465; 0.5,0.5;  0.625,0.535; 0.75,0.6; 0.875,0.7335; 1,1">
                                          <p:stCondLst>
                                            <p:cond delay="664"/>
                                          </p:stCondLst>
                                        </p:cTn>
                                        <p:tgtEl>
                                          <p:spTgt spid="438">
                                            <p:txEl>
                                              <p:pRg st="3" end="3"/>
                                            </p:txEl>
                                          </p:spTgt>
                                        </p:tgtEl>
                                        <p:attrNameLst>
                                          <p:attrName>ppt_y</p:attrName>
                                        </p:attrNameLst>
                                      </p:cBhvr>
                                      <p:tavLst>
                                        <p:tav tm="0" fmla="#ppt_y-sin(pi*$)/9">
                                          <p:val>
                                            <p:fltVal val="0"/>
                                          </p:val>
                                        </p:tav>
                                        <p:tav tm="100000">
                                          <p:val>
                                            <p:fltVal val="1"/>
                                          </p:val>
                                        </p:tav>
                                      </p:tavLst>
                                    </p:anim>
                                    <p:anim calcmode="lin" valueType="num">
                                      <p:cBhvr>
                                        <p:cTn id="59" dur="332" tmFilter="0, 0; 0.125,0.2665; 0.25,0.4; 0.375,0.465; 0.5,0.5;  0.625,0.535; 0.75,0.6; 0.875,0.7335; 1,1">
                                          <p:stCondLst>
                                            <p:cond delay="1324"/>
                                          </p:stCondLst>
                                        </p:cTn>
                                        <p:tgtEl>
                                          <p:spTgt spid="438">
                                            <p:txEl>
                                              <p:pRg st="3" end="3"/>
                                            </p:txEl>
                                          </p:spTgt>
                                        </p:tgtEl>
                                        <p:attrNameLst>
                                          <p:attrName>ppt_y</p:attrName>
                                        </p:attrNameLst>
                                      </p:cBhvr>
                                      <p:tavLst>
                                        <p:tav tm="0" fmla="#ppt_y-sin(pi*$)/27">
                                          <p:val>
                                            <p:fltVal val="0"/>
                                          </p:val>
                                        </p:tav>
                                        <p:tav tm="100000">
                                          <p:val>
                                            <p:fltVal val="1"/>
                                          </p:val>
                                        </p:tav>
                                      </p:tavLst>
                                    </p:anim>
                                    <p:anim calcmode="lin" valueType="num">
                                      <p:cBhvr>
                                        <p:cTn id="60" dur="164" tmFilter="0, 0; 0.125,0.2665; 0.25,0.4; 0.375,0.465; 0.5,0.5;  0.625,0.535; 0.75,0.6; 0.875,0.7335; 1,1">
                                          <p:stCondLst>
                                            <p:cond delay="1656"/>
                                          </p:stCondLst>
                                        </p:cTn>
                                        <p:tgtEl>
                                          <p:spTgt spid="438">
                                            <p:txEl>
                                              <p:pRg st="3" end="3"/>
                                            </p:txEl>
                                          </p:spTgt>
                                        </p:tgtEl>
                                        <p:attrNameLst>
                                          <p:attrName>ppt_y</p:attrName>
                                        </p:attrNameLst>
                                      </p:cBhvr>
                                      <p:tavLst>
                                        <p:tav tm="0" fmla="#ppt_y-sin(pi*$)/81">
                                          <p:val>
                                            <p:fltVal val="0"/>
                                          </p:val>
                                        </p:tav>
                                        <p:tav tm="100000">
                                          <p:val>
                                            <p:fltVal val="1"/>
                                          </p:val>
                                        </p:tav>
                                      </p:tavLst>
                                    </p:anim>
                                    <p:animScale>
                                      <p:cBhvr>
                                        <p:cTn id="61" dur="26">
                                          <p:stCondLst>
                                            <p:cond delay="650"/>
                                          </p:stCondLst>
                                        </p:cTn>
                                        <p:tgtEl>
                                          <p:spTgt spid="438">
                                            <p:txEl>
                                              <p:pRg st="3" end="3"/>
                                            </p:txEl>
                                          </p:spTgt>
                                        </p:tgtEl>
                                      </p:cBhvr>
                                      <p:to x="100000" y="60000"/>
                                    </p:animScale>
                                    <p:animScale>
                                      <p:cBhvr>
                                        <p:cTn id="62" dur="166" decel="50000">
                                          <p:stCondLst>
                                            <p:cond delay="676"/>
                                          </p:stCondLst>
                                        </p:cTn>
                                        <p:tgtEl>
                                          <p:spTgt spid="438">
                                            <p:txEl>
                                              <p:pRg st="3" end="3"/>
                                            </p:txEl>
                                          </p:spTgt>
                                        </p:tgtEl>
                                      </p:cBhvr>
                                      <p:to x="100000" y="100000"/>
                                    </p:animScale>
                                    <p:animScale>
                                      <p:cBhvr>
                                        <p:cTn id="63" dur="26">
                                          <p:stCondLst>
                                            <p:cond delay="1312"/>
                                          </p:stCondLst>
                                        </p:cTn>
                                        <p:tgtEl>
                                          <p:spTgt spid="438">
                                            <p:txEl>
                                              <p:pRg st="3" end="3"/>
                                            </p:txEl>
                                          </p:spTgt>
                                        </p:tgtEl>
                                      </p:cBhvr>
                                      <p:to x="100000" y="80000"/>
                                    </p:animScale>
                                    <p:animScale>
                                      <p:cBhvr>
                                        <p:cTn id="64" dur="166" decel="50000">
                                          <p:stCondLst>
                                            <p:cond delay="1338"/>
                                          </p:stCondLst>
                                        </p:cTn>
                                        <p:tgtEl>
                                          <p:spTgt spid="438">
                                            <p:txEl>
                                              <p:pRg st="3" end="3"/>
                                            </p:txEl>
                                          </p:spTgt>
                                        </p:tgtEl>
                                      </p:cBhvr>
                                      <p:to x="100000" y="100000"/>
                                    </p:animScale>
                                    <p:animScale>
                                      <p:cBhvr>
                                        <p:cTn id="65" dur="26">
                                          <p:stCondLst>
                                            <p:cond delay="1642"/>
                                          </p:stCondLst>
                                        </p:cTn>
                                        <p:tgtEl>
                                          <p:spTgt spid="438">
                                            <p:txEl>
                                              <p:pRg st="3" end="3"/>
                                            </p:txEl>
                                          </p:spTgt>
                                        </p:tgtEl>
                                      </p:cBhvr>
                                      <p:to x="100000" y="90000"/>
                                    </p:animScale>
                                    <p:animScale>
                                      <p:cBhvr>
                                        <p:cTn id="66" dur="166" decel="50000">
                                          <p:stCondLst>
                                            <p:cond delay="1668"/>
                                          </p:stCondLst>
                                        </p:cTn>
                                        <p:tgtEl>
                                          <p:spTgt spid="438">
                                            <p:txEl>
                                              <p:pRg st="3" end="3"/>
                                            </p:txEl>
                                          </p:spTgt>
                                        </p:tgtEl>
                                      </p:cBhvr>
                                      <p:to x="100000" y="100000"/>
                                    </p:animScale>
                                    <p:animScale>
                                      <p:cBhvr>
                                        <p:cTn id="67" dur="26">
                                          <p:stCondLst>
                                            <p:cond delay="1808"/>
                                          </p:stCondLst>
                                        </p:cTn>
                                        <p:tgtEl>
                                          <p:spTgt spid="438">
                                            <p:txEl>
                                              <p:pRg st="3" end="3"/>
                                            </p:txEl>
                                          </p:spTgt>
                                        </p:tgtEl>
                                      </p:cBhvr>
                                      <p:to x="100000" y="95000"/>
                                    </p:animScale>
                                    <p:animScale>
                                      <p:cBhvr>
                                        <p:cTn id="68" dur="166" decel="50000">
                                          <p:stCondLst>
                                            <p:cond delay="1834"/>
                                          </p:stCondLst>
                                        </p:cTn>
                                        <p:tgtEl>
                                          <p:spTgt spid="438">
                                            <p:txEl>
                                              <p:pRg st="3" end="3"/>
                                            </p:txEl>
                                          </p:spTgt>
                                        </p:tgtEl>
                                      </p:cBhvr>
                                      <p:to x="100000" y="100000"/>
                                    </p:animScale>
                                  </p:childTnLst>
                                </p:cTn>
                              </p:par>
                              <p:par>
                                <p:cTn id="69" presetID="26" presetClass="entr" presetSubtype="0" fill="hold" nodeType="withEffect">
                                  <p:stCondLst>
                                    <p:cond delay="0"/>
                                  </p:stCondLst>
                                  <p:childTnLst>
                                    <p:set>
                                      <p:cBhvr>
                                        <p:cTn id="70" dur="1" fill="hold">
                                          <p:stCondLst>
                                            <p:cond delay="0"/>
                                          </p:stCondLst>
                                        </p:cTn>
                                        <p:tgtEl>
                                          <p:spTgt spid="438">
                                            <p:txEl>
                                              <p:pRg st="4" end="4"/>
                                            </p:txEl>
                                          </p:spTgt>
                                        </p:tgtEl>
                                        <p:attrNameLst>
                                          <p:attrName>style.visibility</p:attrName>
                                        </p:attrNameLst>
                                      </p:cBhvr>
                                      <p:to>
                                        <p:strVal val="visible"/>
                                      </p:to>
                                    </p:set>
                                    <p:animEffect transition="in" filter="wipe(down)">
                                      <p:cBhvr>
                                        <p:cTn id="71" dur="580">
                                          <p:stCondLst>
                                            <p:cond delay="0"/>
                                          </p:stCondLst>
                                        </p:cTn>
                                        <p:tgtEl>
                                          <p:spTgt spid="438">
                                            <p:txEl>
                                              <p:pRg st="4" end="4"/>
                                            </p:txEl>
                                          </p:spTgt>
                                        </p:tgtEl>
                                      </p:cBhvr>
                                    </p:animEffect>
                                    <p:anim calcmode="lin" valueType="num">
                                      <p:cBhvr>
                                        <p:cTn id="72" dur="1822" tmFilter="0,0; 0.14,0.36; 0.43,0.73; 0.71,0.91; 1.0,1.0">
                                          <p:stCondLst>
                                            <p:cond delay="0"/>
                                          </p:stCondLst>
                                        </p:cTn>
                                        <p:tgtEl>
                                          <p:spTgt spid="438">
                                            <p:txEl>
                                              <p:pRg st="4" end="4"/>
                                            </p:txEl>
                                          </p:spTgt>
                                        </p:tgtEl>
                                        <p:attrNameLst>
                                          <p:attrName>ppt_x</p:attrName>
                                        </p:attrNameLst>
                                      </p:cBhvr>
                                      <p:tavLst>
                                        <p:tav tm="0">
                                          <p:val>
                                            <p:strVal val="#ppt_x-0.25"/>
                                          </p:val>
                                        </p:tav>
                                        <p:tav tm="100000">
                                          <p:val>
                                            <p:strVal val="#ppt_x"/>
                                          </p:val>
                                        </p:tav>
                                      </p:tavLst>
                                    </p:anim>
                                    <p:anim calcmode="lin" valueType="num">
                                      <p:cBhvr>
                                        <p:cTn id="73" dur="664" tmFilter="0.0,0.0; 0.25,0.07; 0.50,0.2; 0.75,0.467; 1.0,1.0">
                                          <p:stCondLst>
                                            <p:cond delay="0"/>
                                          </p:stCondLst>
                                        </p:cTn>
                                        <p:tgtEl>
                                          <p:spTgt spid="438">
                                            <p:txEl>
                                              <p:pRg st="4" end="4"/>
                                            </p:txEl>
                                          </p:spTgt>
                                        </p:tgtEl>
                                        <p:attrNameLst>
                                          <p:attrName>ppt_y</p:attrName>
                                        </p:attrNameLst>
                                      </p:cBhvr>
                                      <p:tavLst>
                                        <p:tav tm="0" fmla="#ppt_y-sin(pi*$)/3">
                                          <p:val>
                                            <p:fltVal val="0.5"/>
                                          </p:val>
                                        </p:tav>
                                        <p:tav tm="100000">
                                          <p:val>
                                            <p:fltVal val="1"/>
                                          </p:val>
                                        </p:tav>
                                      </p:tavLst>
                                    </p:anim>
                                    <p:anim calcmode="lin" valueType="num">
                                      <p:cBhvr>
                                        <p:cTn id="74" dur="664" tmFilter="0, 0; 0.125,0.2665; 0.25,0.4; 0.375,0.465; 0.5,0.5;  0.625,0.535; 0.75,0.6; 0.875,0.7335; 1,1">
                                          <p:stCondLst>
                                            <p:cond delay="664"/>
                                          </p:stCondLst>
                                        </p:cTn>
                                        <p:tgtEl>
                                          <p:spTgt spid="438">
                                            <p:txEl>
                                              <p:pRg st="4" end="4"/>
                                            </p:txEl>
                                          </p:spTgt>
                                        </p:tgtEl>
                                        <p:attrNameLst>
                                          <p:attrName>ppt_y</p:attrName>
                                        </p:attrNameLst>
                                      </p:cBhvr>
                                      <p:tavLst>
                                        <p:tav tm="0" fmla="#ppt_y-sin(pi*$)/9">
                                          <p:val>
                                            <p:fltVal val="0"/>
                                          </p:val>
                                        </p:tav>
                                        <p:tav tm="100000">
                                          <p:val>
                                            <p:fltVal val="1"/>
                                          </p:val>
                                        </p:tav>
                                      </p:tavLst>
                                    </p:anim>
                                    <p:anim calcmode="lin" valueType="num">
                                      <p:cBhvr>
                                        <p:cTn id="75" dur="332" tmFilter="0, 0; 0.125,0.2665; 0.25,0.4; 0.375,0.465; 0.5,0.5;  0.625,0.535; 0.75,0.6; 0.875,0.7335; 1,1">
                                          <p:stCondLst>
                                            <p:cond delay="1324"/>
                                          </p:stCondLst>
                                        </p:cTn>
                                        <p:tgtEl>
                                          <p:spTgt spid="438">
                                            <p:txEl>
                                              <p:pRg st="4" end="4"/>
                                            </p:txEl>
                                          </p:spTgt>
                                        </p:tgtEl>
                                        <p:attrNameLst>
                                          <p:attrName>ppt_y</p:attrName>
                                        </p:attrNameLst>
                                      </p:cBhvr>
                                      <p:tavLst>
                                        <p:tav tm="0" fmla="#ppt_y-sin(pi*$)/27">
                                          <p:val>
                                            <p:fltVal val="0"/>
                                          </p:val>
                                        </p:tav>
                                        <p:tav tm="100000">
                                          <p:val>
                                            <p:fltVal val="1"/>
                                          </p:val>
                                        </p:tav>
                                      </p:tavLst>
                                    </p:anim>
                                    <p:anim calcmode="lin" valueType="num">
                                      <p:cBhvr>
                                        <p:cTn id="76" dur="164" tmFilter="0, 0; 0.125,0.2665; 0.25,0.4; 0.375,0.465; 0.5,0.5;  0.625,0.535; 0.75,0.6; 0.875,0.7335; 1,1">
                                          <p:stCondLst>
                                            <p:cond delay="1656"/>
                                          </p:stCondLst>
                                        </p:cTn>
                                        <p:tgtEl>
                                          <p:spTgt spid="438">
                                            <p:txEl>
                                              <p:pRg st="4" end="4"/>
                                            </p:txEl>
                                          </p:spTgt>
                                        </p:tgtEl>
                                        <p:attrNameLst>
                                          <p:attrName>ppt_y</p:attrName>
                                        </p:attrNameLst>
                                      </p:cBhvr>
                                      <p:tavLst>
                                        <p:tav tm="0" fmla="#ppt_y-sin(pi*$)/81">
                                          <p:val>
                                            <p:fltVal val="0"/>
                                          </p:val>
                                        </p:tav>
                                        <p:tav tm="100000">
                                          <p:val>
                                            <p:fltVal val="1"/>
                                          </p:val>
                                        </p:tav>
                                      </p:tavLst>
                                    </p:anim>
                                    <p:animScale>
                                      <p:cBhvr>
                                        <p:cTn id="77" dur="26">
                                          <p:stCondLst>
                                            <p:cond delay="650"/>
                                          </p:stCondLst>
                                        </p:cTn>
                                        <p:tgtEl>
                                          <p:spTgt spid="438">
                                            <p:txEl>
                                              <p:pRg st="4" end="4"/>
                                            </p:txEl>
                                          </p:spTgt>
                                        </p:tgtEl>
                                      </p:cBhvr>
                                      <p:to x="100000" y="60000"/>
                                    </p:animScale>
                                    <p:animScale>
                                      <p:cBhvr>
                                        <p:cTn id="78" dur="166" decel="50000">
                                          <p:stCondLst>
                                            <p:cond delay="676"/>
                                          </p:stCondLst>
                                        </p:cTn>
                                        <p:tgtEl>
                                          <p:spTgt spid="438">
                                            <p:txEl>
                                              <p:pRg st="4" end="4"/>
                                            </p:txEl>
                                          </p:spTgt>
                                        </p:tgtEl>
                                      </p:cBhvr>
                                      <p:to x="100000" y="100000"/>
                                    </p:animScale>
                                    <p:animScale>
                                      <p:cBhvr>
                                        <p:cTn id="79" dur="26">
                                          <p:stCondLst>
                                            <p:cond delay="1312"/>
                                          </p:stCondLst>
                                        </p:cTn>
                                        <p:tgtEl>
                                          <p:spTgt spid="438">
                                            <p:txEl>
                                              <p:pRg st="4" end="4"/>
                                            </p:txEl>
                                          </p:spTgt>
                                        </p:tgtEl>
                                      </p:cBhvr>
                                      <p:to x="100000" y="80000"/>
                                    </p:animScale>
                                    <p:animScale>
                                      <p:cBhvr>
                                        <p:cTn id="80" dur="166" decel="50000">
                                          <p:stCondLst>
                                            <p:cond delay="1338"/>
                                          </p:stCondLst>
                                        </p:cTn>
                                        <p:tgtEl>
                                          <p:spTgt spid="438">
                                            <p:txEl>
                                              <p:pRg st="4" end="4"/>
                                            </p:txEl>
                                          </p:spTgt>
                                        </p:tgtEl>
                                      </p:cBhvr>
                                      <p:to x="100000" y="100000"/>
                                    </p:animScale>
                                    <p:animScale>
                                      <p:cBhvr>
                                        <p:cTn id="81" dur="26">
                                          <p:stCondLst>
                                            <p:cond delay="1642"/>
                                          </p:stCondLst>
                                        </p:cTn>
                                        <p:tgtEl>
                                          <p:spTgt spid="438">
                                            <p:txEl>
                                              <p:pRg st="4" end="4"/>
                                            </p:txEl>
                                          </p:spTgt>
                                        </p:tgtEl>
                                      </p:cBhvr>
                                      <p:to x="100000" y="90000"/>
                                    </p:animScale>
                                    <p:animScale>
                                      <p:cBhvr>
                                        <p:cTn id="82" dur="166" decel="50000">
                                          <p:stCondLst>
                                            <p:cond delay="1668"/>
                                          </p:stCondLst>
                                        </p:cTn>
                                        <p:tgtEl>
                                          <p:spTgt spid="438">
                                            <p:txEl>
                                              <p:pRg st="4" end="4"/>
                                            </p:txEl>
                                          </p:spTgt>
                                        </p:tgtEl>
                                      </p:cBhvr>
                                      <p:to x="100000" y="100000"/>
                                    </p:animScale>
                                    <p:animScale>
                                      <p:cBhvr>
                                        <p:cTn id="83" dur="26">
                                          <p:stCondLst>
                                            <p:cond delay="1808"/>
                                          </p:stCondLst>
                                        </p:cTn>
                                        <p:tgtEl>
                                          <p:spTgt spid="438">
                                            <p:txEl>
                                              <p:pRg st="4" end="4"/>
                                            </p:txEl>
                                          </p:spTgt>
                                        </p:tgtEl>
                                      </p:cBhvr>
                                      <p:to x="100000" y="95000"/>
                                    </p:animScale>
                                    <p:animScale>
                                      <p:cBhvr>
                                        <p:cTn id="84" dur="166" decel="50000">
                                          <p:stCondLst>
                                            <p:cond delay="1834"/>
                                          </p:stCondLst>
                                        </p:cTn>
                                        <p:tgtEl>
                                          <p:spTgt spid="438">
                                            <p:txEl>
                                              <p:pRg st="4" end="4"/>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9" name="Picture 4"/>
          <p:cNvPicPr/>
          <p:nvPr/>
        </p:nvPicPr>
        <p:blipFill>
          <a:blip r:embed="rId3"/>
          <a:stretch/>
        </p:blipFill>
        <p:spPr>
          <a:xfrm>
            <a:off x="0" y="0"/>
            <a:ext cx="12649680" cy="7083360"/>
          </a:xfrm>
          <a:prstGeom prst="rect">
            <a:avLst/>
          </a:prstGeom>
          <a:ln w="0">
            <a:noFill/>
          </a:ln>
        </p:spPr>
      </p:pic>
      <p:sp>
        <p:nvSpPr>
          <p:cNvPr id="440" name="PlaceHolder 1"/>
          <p:cNvSpPr>
            <a:spLocks noGrp="1"/>
          </p:cNvSpPr>
          <p:nvPr>
            <p:ph type="title"/>
          </p:nvPr>
        </p:nvSpPr>
        <p:spPr>
          <a:xfrm>
            <a:off x="-180000" y="0"/>
            <a:ext cx="12538800" cy="2129400"/>
          </a:xfrm>
          <a:prstGeom prst="rect">
            <a:avLst/>
          </a:prstGeom>
          <a:noFill/>
          <a:ln w="0">
            <a:noFill/>
          </a:ln>
        </p:spPr>
        <p:txBody>
          <a:bodyPr lIns="0" tIns="0" rIns="0" bIns="0" anchor="t">
            <a:noAutofit/>
          </a:bodyPr>
          <a:lstStyle/>
          <a:p>
            <a:pPr algn="ctr">
              <a:lnSpc>
                <a:spcPct val="100000"/>
              </a:lnSpc>
              <a:buNone/>
            </a:pPr>
            <a:r>
              <a:rPr lang="en-US" sz="6000" b="0" strike="noStrike" spc="-1">
                <a:solidFill>
                  <a:srgbClr val="FFFFFF"/>
                </a:solidFill>
                <a:latin typeface="Century Gothic"/>
              </a:rPr>
              <a:t>Problem statement</a:t>
            </a:r>
            <a:endParaRPr lang="en-IN" sz="6000" b="0" strike="noStrike" spc="-1">
              <a:latin typeface="Arial"/>
            </a:endParaRPr>
          </a:p>
        </p:txBody>
      </p:sp>
      <p:sp>
        <p:nvSpPr>
          <p:cNvPr id="441" name="PlaceHolder 2"/>
          <p:cNvSpPr>
            <a:spLocks noGrp="1"/>
          </p:cNvSpPr>
          <p:nvPr>
            <p:ph/>
          </p:nvPr>
        </p:nvSpPr>
        <p:spPr>
          <a:xfrm rot="21575400">
            <a:off x="795600" y="992160"/>
            <a:ext cx="11247840" cy="4366800"/>
          </a:xfrm>
          <a:prstGeom prst="rect">
            <a:avLst/>
          </a:prstGeom>
          <a:noFill/>
          <a:ln w="0">
            <a:noFill/>
          </a:ln>
        </p:spPr>
        <p:txBody>
          <a:bodyPr lIns="0" tIns="0" rIns="0" bIns="0" anchor="t">
            <a:noAutofit/>
          </a:bodyPr>
          <a:lstStyle/>
          <a:p>
            <a:pPr marL="228600" indent="-228600">
              <a:lnSpc>
                <a:spcPct val="90000"/>
              </a:lnSpc>
              <a:spcBef>
                <a:spcPts val="1001"/>
              </a:spcBef>
              <a:buClr>
                <a:srgbClr val="C00000"/>
              </a:buClr>
              <a:buFont typeface="Arial"/>
              <a:buChar char="•"/>
            </a:pPr>
            <a:r>
              <a:rPr lang="en-US" sz="2400" b="1" strike="noStrike" spc="-1" dirty="0">
                <a:solidFill>
                  <a:srgbClr val="C00000"/>
                </a:solidFill>
                <a:latin typeface="Univers Condensed Light"/>
              </a:rPr>
              <a:t>8.7 percentage of under teenagers dead by the suicide by the cyber bulling (Proof : Figure 3.0)</a:t>
            </a:r>
            <a:endParaRPr lang="en-IN" sz="2400" b="0" strike="noStrike" spc="-1" dirty="0">
              <a:latin typeface="Arial"/>
            </a:endParaRPr>
          </a:p>
          <a:p>
            <a:pPr marL="228600" indent="-228600">
              <a:lnSpc>
                <a:spcPct val="90000"/>
              </a:lnSpc>
              <a:spcBef>
                <a:spcPts val="1001"/>
              </a:spcBef>
              <a:buClr>
                <a:srgbClr val="C00000"/>
              </a:buClr>
              <a:buFont typeface="Arial"/>
              <a:buChar char="•"/>
            </a:pPr>
            <a:r>
              <a:rPr lang="en-US" sz="2400" b="1" strike="noStrike" spc="-1" dirty="0">
                <a:solidFill>
                  <a:srgbClr val="C00000"/>
                </a:solidFill>
                <a:latin typeface="Univers Condensed Light"/>
              </a:rPr>
              <a:t>Cyber security is the one of the </a:t>
            </a:r>
            <a:r>
              <a:rPr lang="en-IN" sz="2400" b="1" strike="noStrike" spc="-1" dirty="0">
                <a:solidFill>
                  <a:srgbClr val="C00000"/>
                </a:solidFill>
                <a:latin typeface="Univers Condensed Light"/>
              </a:rPr>
              <a:t>dangerous problem ever seen by the whole humans</a:t>
            </a:r>
            <a:endParaRPr lang="en-IN" sz="2400" b="0" strike="noStrike" spc="-1" dirty="0">
              <a:latin typeface="Arial"/>
            </a:endParaRPr>
          </a:p>
          <a:p>
            <a:pPr marL="228600" indent="-228600">
              <a:lnSpc>
                <a:spcPct val="90000"/>
              </a:lnSpc>
              <a:spcBef>
                <a:spcPts val="1001"/>
              </a:spcBef>
              <a:buClr>
                <a:srgbClr val="C00000"/>
              </a:buClr>
              <a:buFont typeface="Arial"/>
              <a:buChar char="•"/>
            </a:pPr>
            <a:r>
              <a:rPr lang="en-US" sz="2400" b="1" strike="noStrike" spc="-1" dirty="0">
                <a:solidFill>
                  <a:srgbClr val="C00000"/>
                </a:solidFill>
                <a:latin typeface="Univers Condensed Light"/>
              </a:rPr>
              <a:t>1.12 Billions of cellular mobile connection have active in 2025 , That is the 76.6 of total people (Proof Attached in last figure 2.0)</a:t>
            </a:r>
            <a:endParaRPr lang="en-IN" sz="2400" b="0" strike="noStrike" spc="-1" dirty="0">
              <a:latin typeface="Arial"/>
            </a:endParaRPr>
          </a:p>
          <a:p>
            <a:pPr marL="228600" indent="-228600">
              <a:lnSpc>
                <a:spcPct val="90000"/>
              </a:lnSpc>
              <a:spcBef>
                <a:spcPts val="1001"/>
              </a:spcBef>
              <a:buClr>
                <a:srgbClr val="C00000"/>
              </a:buClr>
              <a:buFont typeface="Arial"/>
              <a:buChar char="•"/>
            </a:pPr>
            <a:r>
              <a:rPr lang="en-US" sz="2400" b="1" strike="noStrike" spc="-1" dirty="0">
                <a:solidFill>
                  <a:srgbClr val="C00000"/>
                </a:solidFill>
                <a:latin typeface="Univers Condensed Light"/>
              </a:rPr>
              <a:t>In India 20,41,360 incidents reported at 2024 (Figure 1.0 [In the last]) </a:t>
            </a:r>
            <a:endParaRPr lang="en-IN" sz="2400" b="0" strike="noStrike" spc="-1" dirty="0">
              <a:latin typeface="Arial"/>
            </a:endParaRPr>
          </a:p>
          <a:p>
            <a:pPr marL="228600" indent="-228600">
              <a:lnSpc>
                <a:spcPct val="90000"/>
              </a:lnSpc>
              <a:spcBef>
                <a:spcPts val="1001"/>
              </a:spcBef>
              <a:buClr>
                <a:srgbClr val="C00000"/>
              </a:buClr>
              <a:buFont typeface="Arial"/>
              <a:buChar char="•"/>
            </a:pPr>
            <a:r>
              <a:rPr lang="en-US" sz="2400" b="1" strike="noStrike" spc="-1" dirty="0">
                <a:solidFill>
                  <a:srgbClr val="C00000"/>
                </a:solidFill>
                <a:latin typeface="Univers Condensed Light"/>
              </a:rPr>
              <a:t>We are trying to address the entire Cyber attacks which includes phishing, banking attacks, cyber fraud, spamming and much more with that a man lose his privacy and right to dignity, or any other right </a:t>
            </a:r>
            <a:endParaRPr lang="en-IN" sz="2400" b="0" strike="noStrike" spc="-1" dirty="0">
              <a:latin typeface="Arial"/>
            </a:endParaRPr>
          </a:p>
          <a:p>
            <a:pPr marL="228600" indent="-228600">
              <a:lnSpc>
                <a:spcPct val="90000"/>
              </a:lnSpc>
              <a:spcBef>
                <a:spcPts val="1001"/>
              </a:spcBef>
              <a:buClr>
                <a:srgbClr val="C00000"/>
              </a:buClr>
              <a:buFont typeface="Arial"/>
              <a:buChar char="•"/>
            </a:pPr>
            <a:r>
              <a:rPr lang="en-US" sz="2400" b="1" strike="noStrike" spc="-1" dirty="0">
                <a:solidFill>
                  <a:srgbClr val="C00000"/>
                </a:solidFill>
                <a:latin typeface="Univers Condensed Light"/>
              </a:rPr>
              <a:t>This attacks make a large the flow which can lead to suicide or anything hard, hence this problem is even capable  to lose the life of a human.</a:t>
            </a:r>
            <a:endParaRPr lang="en-IN" sz="2400" b="0" strike="noStrike" spc="-1" dirty="0">
              <a:latin typeface="Arial"/>
            </a:endParaRPr>
          </a:p>
        </p:txBody>
      </p:sp>
      <p:sp>
        <p:nvSpPr>
          <p:cNvPr id="4" name="PlaceHolder 3"/>
          <p:cNvSpPr>
            <a:spLocks noGrp="1"/>
          </p:cNvSpPr>
          <p:nvPr>
            <p:ph type="sldNum" idx="2"/>
          </p:nvPr>
        </p:nvSpPr>
        <p:spPr/>
        <p:txBody>
          <a:bodyPr/>
          <a:lstStyle/>
          <a:p>
            <a:fld id="{86B6D69C-0F7B-4078-AFF9-FEDF3870204C}" type="slidenum">
              <a:rPr/>
              <a:t>2</a:t>
            </a:fld>
            <a:endParaRPr/>
          </a:p>
        </p:txBody>
      </p:sp>
    </p:spTree>
  </p:cSld>
  <p:clrMapOvr>
    <a:masterClrMapping/>
  </p:clrMapOvr>
  <mc:AlternateContent xmlns:mc="http://schemas.openxmlformats.org/markup-compatibility/2006" xmlns:p14="http://schemas.microsoft.com/office/powerpoint/2010/main">
    <mc:Choice Requires="p14">
      <p:transition spd="slow" p14:dur="2000" advTm="142000">
        <p:pull dir="d"/>
      </p:transition>
    </mc:Choice>
    <mc:Fallback xmlns="" xmlns:p15="http://schemas.microsoft.com/office/powerpoint/2012/main">
      <p:transition spd="slow" advTm="142000">
        <p:pull dir="d"/>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5" name="PlaceHolder 1"/>
          <p:cNvSpPr>
            <a:spLocks noGrp="1"/>
          </p:cNvSpPr>
          <p:nvPr>
            <p:ph type="sldNum" idx="33"/>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E6E48222-0572-414D-AC63-A025466483DB}" type="slidenum">
              <a:rPr lang="en-US" sz="1000" b="0" strike="noStrike" spc="-1">
                <a:solidFill>
                  <a:srgbClr val="000000"/>
                </a:solidFill>
                <a:latin typeface="Century Gothic"/>
              </a:rPr>
              <a:t>3</a:t>
            </a:fld>
            <a:endParaRPr lang="en-IN" sz="1000" b="0" strike="noStrike" spc="-1">
              <a:latin typeface="Times New Roman"/>
            </a:endParaRPr>
          </a:p>
        </p:txBody>
      </p:sp>
      <p:sp>
        <p:nvSpPr>
          <p:cNvPr id="526" name="PlaceHolder 2"/>
          <p:cNvSpPr>
            <a:spLocks noGrp="1"/>
          </p:cNvSpPr>
          <p:nvPr>
            <p:ph type="dt" idx="34"/>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pic>
        <p:nvPicPr>
          <p:cNvPr id="527" name="Picture 5"/>
          <p:cNvPicPr/>
          <p:nvPr/>
        </p:nvPicPr>
        <p:blipFill>
          <a:blip r:embed="rId2"/>
          <a:stretch/>
        </p:blipFill>
        <p:spPr>
          <a:xfrm>
            <a:off x="5011560" y="207720"/>
            <a:ext cx="6410160" cy="5391000"/>
          </a:xfrm>
          <a:prstGeom prst="rect">
            <a:avLst/>
          </a:prstGeom>
          <a:ln w="0">
            <a:noFill/>
          </a:ln>
        </p:spPr>
      </p:pic>
      <p:sp>
        <p:nvSpPr>
          <p:cNvPr id="528" name="TextBox 7"/>
          <p:cNvSpPr/>
          <p:nvPr/>
        </p:nvSpPr>
        <p:spPr>
          <a:xfrm>
            <a:off x="7220880" y="5815800"/>
            <a:ext cx="215748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IN" sz="1800" b="0" strike="noStrike" spc="-1">
                <a:solidFill>
                  <a:srgbClr val="000000"/>
                </a:solidFill>
                <a:latin typeface="Univers Condensed Light"/>
                <a:ea typeface="DejaVu Sans"/>
              </a:rPr>
              <a:t>SOURCE : google.com</a:t>
            </a:r>
            <a:endParaRPr lang="en-IN" sz="1800" b="0" strike="noStrike" spc="-1">
              <a:latin typeface="Arial"/>
            </a:endParaRPr>
          </a:p>
        </p:txBody>
      </p:sp>
      <p:sp>
        <p:nvSpPr>
          <p:cNvPr id="529" name="TextBox 9"/>
          <p:cNvSpPr/>
          <p:nvPr/>
        </p:nvSpPr>
        <p:spPr>
          <a:xfrm>
            <a:off x="329760" y="2149200"/>
            <a:ext cx="5287320" cy="1095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IN" sz="6600" b="0" strike="noStrike" spc="-1">
                <a:solidFill>
                  <a:srgbClr val="000000"/>
                </a:solidFill>
                <a:latin typeface="Comic Sans MS"/>
                <a:ea typeface="DejaVu Sans"/>
              </a:rPr>
              <a:t>Figure 1.0</a:t>
            </a:r>
            <a:endParaRPr lang="en-IN" sz="66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52000">
        <p:fade thruBlk="1"/>
      </p:transition>
    </mc:Choice>
    <mc:Fallback xmlns="" xmlns:p15="http://schemas.microsoft.com/office/powerpoint/2012/main">
      <p:transition spd="slow" advTm="52000">
        <p:fade thruBlk="tru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0" name="PlaceHolder 1"/>
          <p:cNvSpPr>
            <a:spLocks noGrp="1"/>
          </p:cNvSpPr>
          <p:nvPr>
            <p:ph type="sldNum" idx="35"/>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AA4F0010-D53C-4AE5-BEFE-782166ED0B0D}" type="slidenum">
              <a:rPr lang="en-US" sz="1000" b="0" strike="noStrike" spc="-1">
                <a:solidFill>
                  <a:srgbClr val="000000"/>
                </a:solidFill>
                <a:latin typeface="Century Gothic"/>
              </a:rPr>
              <a:t>4</a:t>
            </a:fld>
            <a:endParaRPr lang="en-IN" sz="1000" b="0" strike="noStrike" spc="-1">
              <a:latin typeface="Times New Roman"/>
            </a:endParaRPr>
          </a:p>
        </p:txBody>
      </p:sp>
      <p:sp>
        <p:nvSpPr>
          <p:cNvPr id="531" name="PlaceHolder 2"/>
          <p:cNvSpPr>
            <a:spLocks noGrp="1"/>
          </p:cNvSpPr>
          <p:nvPr>
            <p:ph type="dt" idx="36"/>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pic>
        <p:nvPicPr>
          <p:cNvPr id="532" name="Picture 5"/>
          <p:cNvPicPr/>
          <p:nvPr/>
        </p:nvPicPr>
        <p:blipFill>
          <a:blip r:embed="rId2"/>
          <a:stretch/>
        </p:blipFill>
        <p:spPr>
          <a:xfrm>
            <a:off x="959760" y="360720"/>
            <a:ext cx="10592280" cy="3314160"/>
          </a:xfrm>
          <a:prstGeom prst="rect">
            <a:avLst/>
          </a:prstGeom>
          <a:ln w="0">
            <a:noFill/>
          </a:ln>
        </p:spPr>
      </p:pic>
      <p:sp>
        <p:nvSpPr>
          <p:cNvPr id="533" name="TextBox 6"/>
          <p:cNvSpPr/>
          <p:nvPr/>
        </p:nvSpPr>
        <p:spPr>
          <a:xfrm>
            <a:off x="1261440" y="4325040"/>
            <a:ext cx="3857760" cy="1308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8000" b="0" strike="noStrike" spc="-1">
                <a:solidFill>
                  <a:srgbClr val="000000"/>
                </a:solidFill>
                <a:latin typeface="Comic Sans MS"/>
                <a:ea typeface="DejaVu Sans"/>
              </a:rPr>
              <a:t>Figure 2.0</a:t>
            </a:r>
            <a:endParaRPr lang="en-IN" sz="8000" b="0" strike="noStrike" spc="-1">
              <a:latin typeface="Arial"/>
            </a:endParaRPr>
          </a:p>
        </p:txBody>
      </p:sp>
      <p:sp>
        <p:nvSpPr>
          <p:cNvPr id="534" name="TextBox 7"/>
          <p:cNvSpPr/>
          <p:nvPr/>
        </p:nvSpPr>
        <p:spPr>
          <a:xfrm>
            <a:off x="7197840" y="4694400"/>
            <a:ext cx="3647160" cy="1064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IN" sz="3200" b="0" strike="noStrike" spc="-1">
                <a:solidFill>
                  <a:srgbClr val="000000"/>
                </a:solidFill>
                <a:latin typeface="Univers Condensed Light"/>
                <a:ea typeface="DejaVu Sans"/>
              </a:rPr>
              <a:t>Source : Google.com</a:t>
            </a:r>
            <a:endParaRPr lang="en-IN" sz="32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p:wipe dir="u"/>
      </p:transition>
    </mc:Choice>
    <mc:Fallback xmlns="" xmlns:p15="http://schemas.microsoft.com/office/powerpoint/2012/main">
      <p:transition spd="slow">
        <p:wipe dir="u"/>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 name="PlaceHolder 1"/>
          <p:cNvSpPr>
            <a:spLocks noGrp="1"/>
          </p:cNvSpPr>
          <p:nvPr>
            <p:ph type="sldNum" idx="37"/>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BB0D8AA9-AB8E-4009-9AB2-99C7D725282D}" type="slidenum">
              <a:rPr lang="en-US" sz="1000" b="0" strike="noStrike" spc="-1">
                <a:solidFill>
                  <a:srgbClr val="000000"/>
                </a:solidFill>
                <a:latin typeface="Century Gothic"/>
              </a:rPr>
              <a:t>5</a:t>
            </a:fld>
            <a:endParaRPr lang="en-IN" sz="1000" b="0" strike="noStrike" spc="-1">
              <a:latin typeface="Times New Roman"/>
            </a:endParaRPr>
          </a:p>
        </p:txBody>
      </p:sp>
      <p:sp>
        <p:nvSpPr>
          <p:cNvPr id="536" name="PlaceHolder 2"/>
          <p:cNvSpPr>
            <a:spLocks noGrp="1"/>
          </p:cNvSpPr>
          <p:nvPr>
            <p:ph type="dt" idx="38"/>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pic>
        <p:nvPicPr>
          <p:cNvPr id="537" name="Picture 5"/>
          <p:cNvPicPr/>
          <p:nvPr/>
        </p:nvPicPr>
        <p:blipFill>
          <a:blip r:embed="rId2"/>
          <a:stretch/>
        </p:blipFill>
        <p:spPr>
          <a:xfrm>
            <a:off x="0" y="0"/>
            <a:ext cx="12191040" cy="4640040"/>
          </a:xfrm>
          <a:prstGeom prst="rect">
            <a:avLst/>
          </a:prstGeom>
          <a:ln w="0">
            <a:noFill/>
          </a:ln>
        </p:spPr>
      </p:pic>
      <p:sp>
        <p:nvSpPr>
          <p:cNvPr id="538" name="TextBox 6"/>
          <p:cNvSpPr/>
          <p:nvPr/>
        </p:nvSpPr>
        <p:spPr>
          <a:xfrm>
            <a:off x="347760" y="4734000"/>
            <a:ext cx="9148320" cy="1095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6600" b="0" strike="noStrike" spc="-1">
                <a:solidFill>
                  <a:srgbClr val="000000"/>
                </a:solidFill>
                <a:latin typeface="MV Boli"/>
                <a:ea typeface="DejaVu Sans"/>
              </a:rPr>
              <a:t>Source : Google.com </a:t>
            </a:r>
            <a:endParaRPr lang="en-IN" sz="6600" b="0" strike="noStrike" spc="-1">
              <a:latin typeface="Arial"/>
            </a:endParaRPr>
          </a:p>
        </p:txBody>
      </p:sp>
      <p:sp>
        <p:nvSpPr>
          <p:cNvPr id="539" name="TextBox 7"/>
          <p:cNvSpPr/>
          <p:nvPr/>
        </p:nvSpPr>
        <p:spPr>
          <a:xfrm>
            <a:off x="8803800" y="5824800"/>
            <a:ext cx="244800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3600" b="0" strike="noStrike" spc="-1">
                <a:solidFill>
                  <a:srgbClr val="000000"/>
                </a:solidFill>
                <a:latin typeface="MV Boli"/>
                <a:ea typeface="DejaVu Sans"/>
              </a:rPr>
              <a:t>Figure 3.0</a:t>
            </a:r>
            <a:endParaRPr lang="en-IN" sz="36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p:randomBar dir="vert"/>
      </p:transition>
    </mc:Choice>
    <mc:Fallback xmlns="" xmlns:p15="http://schemas.microsoft.com/office/powerpoint/2012/main">
      <p:transition spd="slow">
        <p:randomBar dir="ver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title"/>
          </p:nvPr>
        </p:nvSpPr>
        <p:spPr>
          <a:xfrm>
            <a:off x="3339720" y="934200"/>
            <a:ext cx="5995440" cy="833760"/>
          </a:xfrm>
          <a:prstGeom prst="rect">
            <a:avLst/>
          </a:prstGeom>
          <a:noFill/>
          <a:ln w="0">
            <a:noFill/>
          </a:ln>
        </p:spPr>
        <p:txBody>
          <a:bodyPr lIns="90000" tIns="45000" rIns="90000" bIns="45000" anchor="ctr">
            <a:noAutofit/>
          </a:bodyPr>
          <a:lstStyle/>
          <a:p>
            <a:pPr>
              <a:lnSpc>
                <a:spcPct val="90000"/>
              </a:lnSpc>
              <a:buNone/>
            </a:pPr>
            <a:r>
              <a:rPr lang="en-US" sz="4000" b="0" strike="noStrike" spc="-1">
                <a:solidFill>
                  <a:srgbClr val="000000"/>
                </a:solidFill>
                <a:latin typeface="Century Gothic"/>
              </a:rPr>
              <a:t>Idea Summary</a:t>
            </a:r>
            <a:endParaRPr lang="en-IN" sz="4000" b="0" strike="noStrike" spc="-1">
              <a:latin typeface="Arial"/>
            </a:endParaRPr>
          </a:p>
        </p:txBody>
      </p:sp>
      <p:sp>
        <p:nvSpPr>
          <p:cNvPr id="443" name="PlaceHolder 2"/>
          <p:cNvSpPr>
            <a:spLocks noGrp="1"/>
          </p:cNvSpPr>
          <p:nvPr>
            <p:ph/>
          </p:nvPr>
        </p:nvSpPr>
        <p:spPr>
          <a:xfrm>
            <a:off x="1203840" y="1769040"/>
            <a:ext cx="9564480" cy="2752200"/>
          </a:xfrm>
          <a:prstGeom prst="rect">
            <a:avLst/>
          </a:prstGeom>
          <a:noFill/>
          <a:ln w="0">
            <a:noFill/>
          </a:ln>
        </p:spPr>
        <p:txBody>
          <a:bodyPr lIns="90000" tIns="45000" rIns="90000" bIns="45000" anchor="t">
            <a:noAutofit/>
          </a:bodyPr>
          <a:lstStyle/>
          <a:p>
            <a:pPr>
              <a:lnSpc>
                <a:spcPct val="100000"/>
              </a:lnSpc>
              <a:buNone/>
              <a:tabLst>
                <a:tab pos="0" algn="l"/>
              </a:tabLst>
            </a:pPr>
            <a:r>
              <a:rPr lang="en-US" sz="2000" b="0" strike="noStrike" spc="-1">
                <a:solidFill>
                  <a:srgbClr val="000000"/>
                </a:solidFill>
                <a:latin typeface="Bahnschrift"/>
              </a:rPr>
              <a:t>My idea is to give a power full tool for common people which entirely developed for common people but no excuses in working and safety. Which I developed is a web tool with access of every one from anywhere , No download is compulsory.</a:t>
            </a:r>
            <a:endParaRPr lang="en-IN" sz="2000" b="0" strike="noStrike" spc="-1">
              <a:latin typeface="Arial"/>
            </a:endParaRPr>
          </a:p>
          <a:p>
            <a:pPr>
              <a:lnSpc>
                <a:spcPct val="100000"/>
              </a:lnSpc>
              <a:buNone/>
              <a:tabLst>
                <a:tab pos="0" algn="l"/>
              </a:tabLst>
            </a:pPr>
            <a:r>
              <a:rPr lang="en-US" sz="2000" b="0" strike="noStrike" spc="-1">
                <a:solidFill>
                  <a:srgbClr val="000000"/>
                </a:solidFill>
                <a:latin typeface="Bahnschrift"/>
              </a:rPr>
              <a:t>(But optional), Which is now contains a url scanner to get safety checks of url before entering or check the safety , QR code checker to not predict but give direct info of that what happen by scan , is it safe and more , Also we provided a cyber doubts section and File Locker for securely encrypt and save files in browser any hacker can’t got it , but fully ready for its author or with his permission. There are more features in that digital sinario. </a:t>
            </a:r>
            <a:endParaRPr lang="en-IN" sz="2000" b="0" strike="noStrike" spc="-1">
              <a:latin typeface="Arial"/>
            </a:endParaRPr>
          </a:p>
        </p:txBody>
      </p:sp>
      <p:sp>
        <p:nvSpPr>
          <p:cNvPr id="444" name="PlaceHolder 3"/>
          <p:cNvSpPr>
            <a:spLocks noGrp="1"/>
          </p:cNvSpPr>
          <p:nvPr>
            <p:ph type="sldNum" idx="20"/>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40B02734-28E9-4AD5-A2B0-6C5F7BEAEBFD}" type="slidenum">
              <a:rPr lang="en-US" sz="1000" b="0" strike="noStrike" spc="-1">
                <a:solidFill>
                  <a:srgbClr val="000000"/>
                </a:solidFill>
                <a:latin typeface="Century Gothic"/>
              </a:rPr>
              <a:t>6</a:t>
            </a:fld>
            <a:endParaRPr lang="en-IN" sz="1000" b="0" strike="noStrike" spc="-1">
              <a:latin typeface="Times New Roman"/>
            </a:endParaRPr>
          </a:p>
        </p:txBody>
      </p:sp>
      <p:sp>
        <p:nvSpPr>
          <p:cNvPr id="445" name="TextBox 2"/>
          <p:cNvSpPr/>
          <p:nvPr/>
        </p:nvSpPr>
        <p:spPr>
          <a:xfrm>
            <a:off x="1098000" y="5040000"/>
            <a:ext cx="12191040" cy="1004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2000" b="0" strike="noStrike" spc="-1">
                <a:solidFill>
                  <a:srgbClr val="000000"/>
                </a:solidFill>
                <a:latin typeface="Arial Black"/>
                <a:ea typeface="DejaVu Sans"/>
              </a:rPr>
              <a:t>We are Not making the Attackers least ,</a:t>
            </a:r>
            <a:endParaRPr lang="en-IN" sz="2000" b="0" strike="noStrike" spc="-1">
              <a:latin typeface="Arial"/>
            </a:endParaRPr>
          </a:p>
          <a:p>
            <a:pPr>
              <a:lnSpc>
                <a:spcPct val="100000"/>
              </a:lnSpc>
              <a:buNone/>
            </a:pPr>
            <a:r>
              <a:rPr lang="en-US" sz="2000" b="0" strike="noStrike" spc="-1">
                <a:solidFill>
                  <a:srgbClr val="000000"/>
                </a:solidFill>
                <a:latin typeface="Arial Black"/>
                <a:ea typeface="DejaVu Sans"/>
              </a:rPr>
              <a:t>             We are making the victims to defend there self to Attackers !</a:t>
            </a:r>
            <a:endParaRPr lang="en-IN" sz="2000" b="0" strike="noStrike" spc="-1">
              <a:latin typeface="Arial"/>
            </a:endParaRPr>
          </a:p>
          <a:p>
            <a:pPr>
              <a:lnSpc>
                <a:spcPct val="100000"/>
              </a:lnSpc>
              <a:buNone/>
            </a:pPr>
            <a:endParaRPr lang="en-IN" sz="20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168000">
        <p:fade thruBlk="1"/>
      </p:transition>
    </mc:Choice>
    <mc:Fallback xmlns="" xmlns:p15="http://schemas.microsoft.com/office/powerpoint/2012/main">
      <p:transition spd="slow" advTm="168000">
        <p:fade thruBlk="tru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PlaceHolder 1"/>
          <p:cNvSpPr>
            <a:spLocks noGrp="1"/>
          </p:cNvSpPr>
          <p:nvPr>
            <p:ph type="title"/>
          </p:nvPr>
        </p:nvSpPr>
        <p:spPr>
          <a:xfrm>
            <a:off x="1212840" y="1588320"/>
            <a:ext cx="3208320" cy="2860920"/>
          </a:xfrm>
          <a:prstGeom prst="rect">
            <a:avLst/>
          </a:prstGeom>
          <a:noFill/>
          <a:ln w="0">
            <a:noFill/>
          </a:ln>
        </p:spPr>
        <p:txBody>
          <a:bodyPr lIns="90000" tIns="45000" rIns="90000" bIns="45000" anchor="ctr">
            <a:noAutofit/>
          </a:bodyPr>
          <a:lstStyle/>
          <a:p>
            <a:pPr>
              <a:lnSpc>
                <a:spcPct val="100000"/>
              </a:lnSpc>
              <a:buNone/>
            </a:pPr>
            <a:r>
              <a:rPr lang="en-US" sz="6000" b="0" strike="noStrike" spc="-1">
                <a:solidFill>
                  <a:srgbClr val="000000"/>
                </a:solidFill>
                <a:latin typeface="Century Gothic"/>
              </a:rPr>
              <a:t>SOCIAL</a:t>
            </a:r>
            <a:endParaRPr lang="en-IN" sz="6000" b="0" strike="noStrike" spc="-1">
              <a:latin typeface="Arial"/>
            </a:endParaRPr>
          </a:p>
        </p:txBody>
      </p:sp>
      <p:pic>
        <p:nvPicPr>
          <p:cNvPr id="447" name="Picture Placeholder 81" descr="blueprint icon"/>
          <p:cNvPicPr/>
          <p:nvPr/>
        </p:nvPicPr>
        <p:blipFill>
          <a:blip r:embed="rId3"/>
          <a:stretch/>
        </p:blipFill>
        <p:spPr>
          <a:xfrm>
            <a:off x="4455360" y="468000"/>
            <a:ext cx="639000" cy="639000"/>
          </a:xfrm>
          <a:prstGeom prst="rect">
            <a:avLst/>
          </a:prstGeom>
          <a:ln w="0">
            <a:noFill/>
          </a:ln>
        </p:spPr>
      </p:pic>
      <p:sp>
        <p:nvSpPr>
          <p:cNvPr id="448" name="PlaceHolder 2"/>
          <p:cNvSpPr>
            <a:spLocks noGrp="1"/>
          </p:cNvSpPr>
          <p:nvPr>
            <p:ph/>
          </p:nvPr>
        </p:nvSpPr>
        <p:spPr>
          <a:xfrm>
            <a:off x="5769720" y="457200"/>
            <a:ext cx="3839400" cy="33732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dirty="0">
                <a:solidFill>
                  <a:srgbClr val="000000"/>
                </a:solidFill>
                <a:latin typeface="Century Gothic"/>
              </a:rPr>
              <a:t>Social</a:t>
            </a:r>
            <a:endParaRPr lang="en-IN" sz="2000" b="0" strike="noStrike" spc="-1" dirty="0">
              <a:latin typeface="Arial"/>
            </a:endParaRPr>
          </a:p>
        </p:txBody>
      </p:sp>
      <p:pic>
        <p:nvPicPr>
          <p:cNvPr id="450" name="Picture Placeholder 83" descr="easel icon"/>
          <p:cNvPicPr/>
          <p:nvPr/>
        </p:nvPicPr>
        <p:blipFill>
          <a:blip r:embed="rId4"/>
          <a:stretch/>
        </p:blipFill>
        <p:spPr>
          <a:xfrm>
            <a:off x="4455360" y="1744560"/>
            <a:ext cx="639000" cy="639000"/>
          </a:xfrm>
          <a:prstGeom prst="rect">
            <a:avLst/>
          </a:prstGeom>
          <a:ln w="0">
            <a:noFill/>
          </a:ln>
        </p:spPr>
      </p:pic>
      <p:sp>
        <p:nvSpPr>
          <p:cNvPr id="451" name="PlaceHolder 4"/>
          <p:cNvSpPr>
            <a:spLocks noGrp="1"/>
          </p:cNvSpPr>
          <p:nvPr>
            <p:ph/>
          </p:nvPr>
        </p:nvSpPr>
        <p:spPr>
          <a:xfrm>
            <a:off x="5580000" y="1462320"/>
            <a:ext cx="3839400" cy="33732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a:solidFill>
                  <a:srgbClr val="000000"/>
                </a:solidFill>
                <a:latin typeface="Century Gothic"/>
              </a:rPr>
              <a:t>Benefiters</a:t>
            </a:r>
            <a:endParaRPr lang="en-IN" sz="2000" b="0" strike="noStrike" spc="-1">
              <a:latin typeface="Arial"/>
            </a:endParaRPr>
          </a:p>
        </p:txBody>
      </p:sp>
      <p:sp>
        <p:nvSpPr>
          <p:cNvPr id="452" name="PlaceHolder 5"/>
          <p:cNvSpPr>
            <a:spLocks noGrp="1"/>
          </p:cNvSpPr>
          <p:nvPr>
            <p:ph/>
          </p:nvPr>
        </p:nvSpPr>
        <p:spPr>
          <a:xfrm>
            <a:off x="5580000" y="1963800"/>
            <a:ext cx="6307200" cy="5558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600" b="0" strike="noStrike" spc="-1">
                <a:solidFill>
                  <a:srgbClr val="000000"/>
                </a:solidFill>
                <a:latin typeface="Univers Condensed Light"/>
              </a:rPr>
              <a:t>People across kerala who are using internet, Also IT experts for job opportunity  </a:t>
            </a:r>
            <a:endParaRPr lang="en-IN" sz="1600" b="0" strike="noStrike" spc="-1">
              <a:latin typeface="Arial"/>
            </a:endParaRPr>
          </a:p>
        </p:txBody>
      </p:sp>
      <p:pic>
        <p:nvPicPr>
          <p:cNvPr id="453" name="Picture Placeholder 85" descr="ruler icon"/>
          <p:cNvPicPr/>
          <p:nvPr/>
        </p:nvPicPr>
        <p:blipFill>
          <a:blip r:embed="rId5"/>
          <a:stretch/>
        </p:blipFill>
        <p:spPr>
          <a:xfrm>
            <a:off x="4422240" y="4385160"/>
            <a:ext cx="639000" cy="639000"/>
          </a:xfrm>
          <a:prstGeom prst="rect">
            <a:avLst/>
          </a:prstGeom>
          <a:ln w="0">
            <a:noFill/>
          </a:ln>
        </p:spPr>
      </p:pic>
      <p:sp>
        <p:nvSpPr>
          <p:cNvPr id="454" name="PlaceHolder 6"/>
          <p:cNvSpPr>
            <a:spLocks noGrp="1"/>
          </p:cNvSpPr>
          <p:nvPr>
            <p:ph/>
          </p:nvPr>
        </p:nvSpPr>
        <p:spPr>
          <a:xfrm>
            <a:off x="5700240" y="2869200"/>
            <a:ext cx="3839400" cy="5504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a:solidFill>
                  <a:srgbClr val="000000"/>
                </a:solidFill>
                <a:latin typeface="Century Gothic"/>
              </a:rPr>
              <a:t>Unique</a:t>
            </a:r>
            <a:endParaRPr lang="en-IN" sz="2000" b="0" strike="noStrike" spc="-1">
              <a:latin typeface="Arial"/>
            </a:endParaRPr>
          </a:p>
        </p:txBody>
      </p:sp>
      <p:sp>
        <p:nvSpPr>
          <p:cNvPr id="455" name="PlaceHolder 7"/>
          <p:cNvSpPr>
            <a:spLocks noGrp="1"/>
          </p:cNvSpPr>
          <p:nvPr>
            <p:ph/>
          </p:nvPr>
        </p:nvSpPr>
        <p:spPr>
          <a:xfrm>
            <a:off x="5493600" y="3194640"/>
            <a:ext cx="6307200" cy="10677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050" b="0" strike="noStrike" spc="-1">
                <a:solidFill>
                  <a:srgbClr val="000000"/>
                </a:solidFill>
                <a:latin typeface="Univers Condensed Light"/>
              </a:rPr>
              <a:t>We are not doing that same mistake which thinks only about awareness. We are giving real world tools designed and crafted for common people but with also awareness. Our tools can be used by the common people them self and find what to do and what is happening without help of no one and time delay 100% proven way</a:t>
            </a:r>
            <a:endParaRPr lang="en-IN" sz="1050" b="0" strike="noStrike" spc="-1">
              <a:latin typeface="Arial"/>
            </a:endParaRPr>
          </a:p>
        </p:txBody>
      </p:sp>
      <p:pic>
        <p:nvPicPr>
          <p:cNvPr id="456" name="Picture Placeholder 87" descr="strategy icon"/>
          <p:cNvPicPr/>
          <p:nvPr/>
        </p:nvPicPr>
        <p:blipFill>
          <a:blip r:embed="rId6"/>
          <a:srcRect t="450" b="450"/>
          <a:stretch/>
        </p:blipFill>
        <p:spPr>
          <a:xfrm>
            <a:off x="4455360" y="3108960"/>
            <a:ext cx="639000" cy="639000"/>
          </a:xfrm>
          <a:prstGeom prst="rect">
            <a:avLst/>
          </a:prstGeom>
          <a:ln w="0">
            <a:noFill/>
          </a:ln>
        </p:spPr>
      </p:pic>
      <p:sp>
        <p:nvSpPr>
          <p:cNvPr id="457" name="PlaceHolder 8"/>
          <p:cNvSpPr>
            <a:spLocks noGrp="1"/>
          </p:cNvSpPr>
          <p:nvPr>
            <p:ph/>
          </p:nvPr>
        </p:nvSpPr>
        <p:spPr>
          <a:xfrm>
            <a:off x="5769720" y="4012200"/>
            <a:ext cx="4913640" cy="5558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a:solidFill>
                  <a:srgbClr val="000000"/>
                </a:solidFill>
                <a:latin typeface="Century Gothic"/>
              </a:rPr>
              <a:t>Anyone proposed same Solution</a:t>
            </a:r>
            <a:endParaRPr lang="en-IN" sz="2000" b="0" strike="noStrike" spc="-1">
              <a:latin typeface="Arial"/>
            </a:endParaRPr>
          </a:p>
        </p:txBody>
      </p:sp>
      <p:sp>
        <p:nvSpPr>
          <p:cNvPr id="458" name="PlaceHolder 9"/>
          <p:cNvSpPr>
            <a:spLocks noGrp="1"/>
          </p:cNvSpPr>
          <p:nvPr>
            <p:ph/>
          </p:nvPr>
        </p:nvSpPr>
        <p:spPr>
          <a:xfrm>
            <a:off x="5601600" y="4344480"/>
            <a:ext cx="6307200" cy="6951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300" b="0" strike="noStrike" spc="-1">
                <a:solidFill>
                  <a:srgbClr val="000000"/>
                </a:solidFill>
                <a:latin typeface="Univers Condensed Light"/>
              </a:rPr>
              <a:t>In the internet third party tools are available but that is uses complex language hard to understand even It professional ,Most of them are fake , Every tools are  on another and another platforms so hard to reach and know but we created every thing in one place</a:t>
            </a:r>
            <a:endParaRPr lang="en-IN" sz="1300" b="0" strike="noStrike" spc="-1">
              <a:latin typeface="Arial"/>
            </a:endParaRPr>
          </a:p>
          <a:p>
            <a:pPr>
              <a:lnSpc>
                <a:spcPct val="90000"/>
              </a:lnSpc>
              <a:spcBef>
                <a:spcPts val="1001"/>
              </a:spcBef>
              <a:buNone/>
              <a:tabLst>
                <a:tab pos="0" algn="l"/>
              </a:tabLst>
            </a:pPr>
            <a:endParaRPr lang="en-IN" sz="1300" b="0" strike="noStrike" spc="-1">
              <a:latin typeface="Arial"/>
            </a:endParaRPr>
          </a:p>
        </p:txBody>
      </p:sp>
      <p:pic>
        <p:nvPicPr>
          <p:cNvPr id="459" name="Picture Placeholder 89" descr="airplane icon"/>
          <p:cNvPicPr/>
          <p:nvPr/>
        </p:nvPicPr>
        <p:blipFill>
          <a:blip r:embed="rId7"/>
          <a:stretch/>
        </p:blipFill>
        <p:spPr>
          <a:xfrm>
            <a:off x="4455360" y="5675400"/>
            <a:ext cx="639000" cy="639000"/>
          </a:xfrm>
          <a:prstGeom prst="rect">
            <a:avLst/>
          </a:prstGeom>
          <a:ln w="0">
            <a:noFill/>
          </a:ln>
        </p:spPr>
      </p:pic>
      <p:sp>
        <p:nvSpPr>
          <p:cNvPr id="460" name="PlaceHolder 10"/>
          <p:cNvSpPr>
            <a:spLocks noGrp="1"/>
          </p:cNvSpPr>
          <p:nvPr>
            <p:ph/>
          </p:nvPr>
        </p:nvSpPr>
        <p:spPr>
          <a:xfrm>
            <a:off x="5769720" y="5396040"/>
            <a:ext cx="3839400" cy="5558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a:solidFill>
                  <a:srgbClr val="000000"/>
                </a:solidFill>
                <a:latin typeface="Century Gothic"/>
              </a:rPr>
              <a:t>Is we implimented</a:t>
            </a:r>
            <a:endParaRPr lang="en-IN" sz="2000" b="0" strike="noStrike" spc="-1">
              <a:latin typeface="Arial"/>
            </a:endParaRPr>
          </a:p>
        </p:txBody>
      </p:sp>
      <p:sp>
        <p:nvSpPr>
          <p:cNvPr id="461" name="PlaceHolder 11"/>
          <p:cNvSpPr>
            <a:spLocks noGrp="1"/>
          </p:cNvSpPr>
          <p:nvPr>
            <p:ph/>
          </p:nvPr>
        </p:nvSpPr>
        <p:spPr>
          <a:xfrm>
            <a:off x="5493599" y="5675400"/>
            <a:ext cx="6215159" cy="5558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600" b="0" strike="noStrike" spc="-1" dirty="0">
                <a:solidFill>
                  <a:srgbClr val="000000"/>
                </a:solidFill>
                <a:latin typeface="Univers Condensed Light"/>
              </a:rPr>
              <a:t>We are implemented free version. In </a:t>
            </a:r>
            <a:r>
              <a:rPr lang="en-US" sz="1600" b="0" u="sng" strike="noStrike" spc="-1" dirty="0">
                <a:solidFill>
                  <a:srgbClr val="828683"/>
                </a:solidFill>
                <a:uFillTx/>
                <a:latin typeface="Univers Condensed Light"/>
                <a:hlinkClick r:id="rId8"/>
              </a:rPr>
              <a:t>https://kavalkaran.github.io/redict</a:t>
            </a:r>
            <a:endParaRPr lang="en-IN" sz="1600" b="0" strike="noStrike" spc="-1" dirty="0">
              <a:latin typeface="Arial"/>
            </a:endParaRPr>
          </a:p>
          <a:p>
            <a:pPr>
              <a:lnSpc>
                <a:spcPct val="90000"/>
              </a:lnSpc>
              <a:spcBef>
                <a:spcPts val="1001"/>
              </a:spcBef>
              <a:buNone/>
              <a:tabLst>
                <a:tab pos="0" algn="l"/>
              </a:tabLst>
            </a:pPr>
            <a:r>
              <a:rPr lang="en-US" sz="1600" b="0" strike="noStrike" spc="-1" dirty="0">
                <a:solidFill>
                  <a:srgbClr val="000000"/>
                </a:solidFill>
                <a:latin typeface="Univers Condensed Light"/>
              </a:rPr>
              <a:t>Public opensource code in </a:t>
            </a:r>
            <a:r>
              <a:rPr lang="en-US" sz="1600" b="0" strike="noStrike" spc="-1" dirty="0" err="1">
                <a:solidFill>
                  <a:srgbClr val="000000"/>
                </a:solidFill>
                <a:latin typeface="Univers Condensed Light"/>
              </a:rPr>
              <a:t>Github</a:t>
            </a:r>
            <a:r>
              <a:rPr lang="en-IN" sz="1600" spc="-1" dirty="0">
                <a:solidFill>
                  <a:srgbClr val="000000"/>
                </a:solidFill>
                <a:latin typeface="Arial"/>
              </a:rPr>
              <a:t> in </a:t>
            </a:r>
            <a:r>
              <a:rPr lang="en-IN" sz="1400" u="sng" spc="-1" dirty="0">
                <a:solidFill>
                  <a:schemeClr val="bg1">
                    <a:lumMod val="50000"/>
                  </a:schemeClr>
                </a:solidFill>
                <a:latin typeface="Arial"/>
              </a:rPr>
              <a:t>https://github.com/athulweb/kavalkaran</a:t>
            </a:r>
            <a:endParaRPr lang="en-US" sz="1400" b="0" u="sng" strike="noStrike" spc="-1" dirty="0">
              <a:solidFill>
                <a:schemeClr val="bg1">
                  <a:lumMod val="50000"/>
                </a:schemeClr>
              </a:solidFill>
              <a:latin typeface="Univers Condensed Light"/>
            </a:endParaRPr>
          </a:p>
        </p:txBody>
      </p:sp>
    </p:spTree>
  </p:cSld>
  <p:clrMapOvr>
    <a:masterClrMapping/>
  </p:clrMapOvr>
  <mc:AlternateContent xmlns:mc="http://schemas.openxmlformats.org/markup-compatibility/2006" xmlns:p14="http://schemas.microsoft.com/office/powerpoint/2010/main">
    <mc:Choice Requires="p14">
      <p:transition spd="slow" p14:dur="2000" advTm="138000">
        <p:random/>
      </p:transition>
    </mc:Choice>
    <mc:Fallback xmlns="" xmlns:p15="http://schemas.microsoft.com/office/powerpoint/2012/main">
      <p:transition spd="slow" advTm="138000">
        <p:random/>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2" name="PlaceHolder 1"/>
          <p:cNvSpPr>
            <a:spLocks noGrp="1"/>
          </p:cNvSpPr>
          <p:nvPr>
            <p:ph type="sldNum" idx="21"/>
          </p:nvPr>
        </p:nvSpPr>
        <p:spPr>
          <a:xfrm>
            <a:off x="807300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2665333F-4B12-4604-87AD-C0E09FAFA1D0}" type="slidenum">
              <a:rPr lang="en-US" sz="1000" b="0" strike="noStrike" spc="-1">
                <a:solidFill>
                  <a:srgbClr val="000000"/>
                </a:solidFill>
                <a:latin typeface="Century Gothic"/>
              </a:rPr>
              <a:t>8</a:t>
            </a:fld>
            <a:endParaRPr lang="en-IN" sz="1000" b="0" strike="noStrike" spc="-1">
              <a:latin typeface="Times New Roman"/>
            </a:endParaRPr>
          </a:p>
        </p:txBody>
      </p:sp>
      <p:sp>
        <p:nvSpPr>
          <p:cNvPr id="463" name="TextBox 5"/>
          <p:cNvSpPr/>
          <p:nvPr/>
        </p:nvSpPr>
        <p:spPr>
          <a:xfrm>
            <a:off x="5220000" y="132120"/>
            <a:ext cx="4951440" cy="699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4000" b="1" strike="noStrike" spc="-1">
                <a:solidFill>
                  <a:srgbClr val="000000"/>
                </a:solidFill>
                <a:latin typeface="MV Boli"/>
                <a:ea typeface="DejaVu Sans"/>
              </a:rPr>
              <a:t>PROJECT STATUS</a:t>
            </a:r>
            <a:endParaRPr lang="en-IN" sz="4000" b="0" strike="noStrike" spc="-1">
              <a:latin typeface="Arial"/>
            </a:endParaRPr>
          </a:p>
        </p:txBody>
      </p:sp>
      <p:sp>
        <p:nvSpPr>
          <p:cNvPr id="464" name="TextBox 6"/>
          <p:cNvSpPr/>
          <p:nvPr/>
        </p:nvSpPr>
        <p:spPr>
          <a:xfrm>
            <a:off x="5409000" y="1490040"/>
            <a:ext cx="5693400" cy="1918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2400" b="0" strike="noStrike" spc="-1" dirty="0">
                <a:solidFill>
                  <a:srgbClr val="000000"/>
                </a:solidFill>
                <a:latin typeface="MV Boli"/>
                <a:ea typeface="DejaVu Sans"/>
              </a:rPr>
              <a:t>Now the free version with all the</a:t>
            </a:r>
            <a:endParaRPr lang="en-IN" sz="2400" b="0" strike="noStrike" spc="-1" dirty="0">
              <a:latin typeface="Arial"/>
            </a:endParaRPr>
          </a:p>
          <a:p>
            <a:pPr>
              <a:lnSpc>
                <a:spcPct val="100000"/>
              </a:lnSpc>
              <a:buNone/>
            </a:pPr>
            <a:r>
              <a:rPr lang="en-IN" sz="2400" b="0" strike="noStrike" spc="-1" dirty="0">
                <a:solidFill>
                  <a:srgbClr val="000000"/>
                </a:solidFill>
                <a:latin typeface="MV Boli"/>
                <a:ea typeface="DejaVu Sans"/>
              </a:rPr>
              <a:t> features is available but we </a:t>
            </a:r>
            <a:endParaRPr lang="en-IN" sz="2400" b="0" strike="noStrike" spc="-1" dirty="0">
              <a:latin typeface="Arial"/>
            </a:endParaRPr>
          </a:p>
          <a:p>
            <a:pPr>
              <a:lnSpc>
                <a:spcPct val="100000"/>
              </a:lnSpc>
              <a:buNone/>
            </a:pPr>
            <a:r>
              <a:rPr lang="en-IN" sz="2400" b="0" strike="noStrike" spc="-1" dirty="0">
                <a:solidFill>
                  <a:srgbClr val="000000"/>
                </a:solidFill>
                <a:latin typeface="MV Boli"/>
                <a:ea typeface="DejaVu Sans"/>
              </a:rPr>
              <a:t>are not ready stop the development</a:t>
            </a:r>
            <a:endParaRPr lang="en-IN" sz="2400" b="0" strike="noStrike" spc="-1" dirty="0">
              <a:latin typeface="Arial"/>
            </a:endParaRPr>
          </a:p>
          <a:p>
            <a:pPr>
              <a:lnSpc>
                <a:spcPct val="100000"/>
              </a:lnSpc>
              <a:buNone/>
            </a:pPr>
            <a:r>
              <a:rPr lang="en-IN" sz="2400" b="0" strike="noStrike" spc="-1" dirty="0">
                <a:solidFill>
                  <a:srgbClr val="000000"/>
                </a:solidFill>
                <a:latin typeface="MV Boli"/>
                <a:ea typeface="DejaVu Sans"/>
              </a:rPr>
              <a:t>the paid version is coming and</a:t>
            </a:r>
            <a:endParaRPr lang="en-IN" sz="2400" b="0" strike="noStrike" spc="-1" dirty="0">
              <a:latin typeface="Arial"/>
            </a:endParaRPr>
          </a:p>
          <a:p>
            <a:pPr>
              <a:lnSpc>
                <a:spcPct val="100000"/>
              </a:lnSpc>
              <a:buNone/>
            </a:pPr>
            <a:r>
              <a:rPr lang="en-IN" sz="2400" b="0" strike="noStrike" spc="-1" dirty="0">
                <a:solidFill>
                  <a:srgbClr val="000000"/>
                </a:solidFill>
                <a:latin typeface="MV Boli"/>
                <a:ea typeface="DejaVu Sans"/>
              </a:rPr>
              <a:t> capable to launch In 1 or 2 months</a:t>
            </a:r>
            <a:endParaRPr lang="en-IN" sz="2400" b="0" strike="noStrike" spc="-1" dirty="0">
              <a:latin typeface="Arial"/>
            </a:endParaRPr>
          </a:p>
        </p:txBody>
      </p:sp>
      <p:sp>
        <p:nvSpPr>
          <p:cNvPr id="2" name="TextBox 1">
            <a:extLst>
              <a:ext uri="{FF2B5EF4-FFF2-40B4-BE49-F238E27FC236}">
                <a16:creationId xmlns:a16="http://schemas.microsoft.com/office/drawing/2014/main" id="{519833A9-32E3-D0AE-CFC9-441BFB3B890E}"/>
              </a:ext>
            </a:extLst>
          </p:cNvPr>
          <p:cNvSpPr txBox="1"/>
          <p:nvPr/>
        </p:nvSpPr>
        <p:spPr>
          <a:xfrm>
            <a:off x="160255" y="2238977"/>
            <a:ext cx="4341253" cy="1754326"/>
          </a:xfrm>
          <a:prstGeom prst="rect">
            <a:avLst/>
          </a:prstGeom>
          <a:noFill/>
        </p:spPr>
        <p:txBody>
          <a:bodyPr wrap="none" rtlCol="0">
            <a:spAutoFit/>
          </a:bodyPr>
          <a:lstStyle/>
          <a:p>
            <a:r>
              <a:rPr lang="en-IN" sz="5400" dirty="0">
                <a:latin typeface="MV Boli" panose="02000500030200090000" pitchFamily="2" charset="0"/>
                <a:cs typeface="MV Boli" panose="02000500030200090000" pitchFamily="2" charset="0"/>
              </a:rPr>
              <a:t>PROTOTYPE</a:t>
            </a:r>
          </a:p>
          <a:p>
            <a:r>
              <a:rPr lang="en-IN" sz="5400" dirty="0">
                <a:latin typeface="MV Boli" panose="02000500030200090000" pitchFamily="2" charset="0"/>
                <a:cs typeface="MV Boli" panose="02000500030200090000" pitchFamily="2" charset="0"/>
              </a:rPr>
              <a:t>STAGE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464">
                                            <p:txEl>
                                              <p:pRg st="0" end="0"/>
                                            </p:txEl>
                                          </p:spTgt>
                                        </p:tgtEl>
                                        <p:attrNameLst>
                                          <p:attrName>style.visibility</p:attrName>
                                        </p:attrNameLst>
                                      </p:cBhvr>
                                      <p:to>
                                        <p:strVal val="visible"/>
                                      </p:to>
                                    </p:set>
                                    <p:animEffect transition="in" filter="circle(in)">
                                      <p:cBhvr>
                                        <p:cTn id="7" dur="2000"/>
                                        <p:tgtEl>
                                          <p:spTgt spid="464">
                                            <p:txEl>
                                              <p:pRg st="0" end="0"/>
                                            </p:txEl>
                                          </p:spTgt>
                                        </p:tgtEl>
                                      </p:cBhvr>
                                    </p:animEffect>
                                  </p:childTnLst>
                                </p:cTn>
                              </p:par>
                              <p:par>
                                <p:cTn id="8" presetID="6" presetClass="entr" presetSubtype="16" fill="hold" nodeType="withEffect">
                                  <p:stCondLst>
                                    <p:cond delay="0"/>
                                  </p:stCondLst>
                                  <p:childTnLst>
                                    <p:set>
                                      <p:cBhvr>
                                        <p:cTn id="9" dur="1" fill="hold">
                                          <p:stCondLst>
                                            <p:cond delay="0"/>
                                          </p:stCondLst>
                                        </p:cTn>
                                        <p:tgtEl>
                                          <p:spTgt spid="464">
                                            <p:txEl>
                                              <p:pRg st="1" end="1"/>
                                            </p:txEl>
                                          </p:spTgt>
                                        </p:tgtEl>
                                        <p:attrNameLst>
                                          <p:attrName>style.visibility</p:attrName>
                                        </p:attrNameLst>
                                      </p:cBhvr>
                                      <p:to>
                                        <p:strVal val="visible"/>
                                      </p:to>
                                    </p:set>
                                    <p:animEffect transition="in" filter="circle(in)">
                                      <p:cBhvr>
                                        <p:cTn id="10" dur="2000"/>
                                        <p:tgtEl>
                                          <p:spTgt spid="464">
                                            <p:txEl>
                                              <p:pRg st="1" end="1"/>
                                            </p:txEl>
                                          </p:spTgt>
                                        </p:tgtEl>
                                      </p:cBhvr>
                                    </p:animEffect>
                                  </p:childTnLst>
                                </p:cTn>
                              </p:par>
                              <p:par>
                                <p:cTn id="11" presetID="6" presetClass="entr" presetSubtype="16" fill="hold" nodeType="withEffect">
                                  <p:stCondLst>
                                    <p:cond delay="0"/>
                                  </p:stCondLst>
                                  <p:childTnLst>
                                    <p:set>
                                      <p:cBhvr>
                                        <p:cTn id="12" dur="1" fill="hold">
                                          <p:stCondLst>
                                            <p:cond delay="0"/>
                                          </p:stCondLst>
                                        </p:cTn>
                                        <p:tgtEl>
                                          <p:spTgt spid="464">
                                            <p:txEl>
                                              <p:pRg st="2" end="2"/>
                                            </p:txEl>
                                          </p:spTgt>
                                        </p:tgtEl>
                                        <p:attrNameLst>
                                          <p:attrName>style.visibility</p:attrName>
                                        </p:attrNameLst>
                                      </p:cBhvr>
                                      <p:to>
                                        <p:strVal val="visible"/>
                                      </p:to>
                                    </p:set>
                                    <p:animEffect transition="in" filter="circle(in)">
                                      <p:cBhvr>
                                        <p:cTn id="13" dur="2000"/>
                                        <p:tgtEl>
                                          <p:spTgt spid="464">
                                            <p:txEl>
                                              <p:pRg st="2" end="2"/>
                                            </p:txEl>
                                          </p:spTgt>
                                        </p:tgtEl>
                                      </p:cBhvr>
                                    </p:animEffect>
                                  </p:childTnLst>
                                </p:cTn>
                              </p:par>
                              <p:par>
                                <p:cTn id="14" presetID="6" presetClass="entr" presetSubtype="16" fill="hold" nodeType="withEffect">
                                  <p:stCondLst>
                                    <p:cond delay="0"/>
                                  </p:stCondLst>
                                  <p:childTnLst>
                                    <p:set>
                                      <p:cBhvr>
                                        <p:cTn id="15" dur="1" fill="hold">
                                          <p:stCondLst>
                                            <p:cond delay="0"/>
                                          </p:stCondLst>
                                        </p:cTn>
                                        <p:tgtEl>
                                          <p:spTgt spid="464">
                                            <p:txEl>
                                              <p:pRg st="3" end="3"/>
                                            </p:txEl>
                                          </p:spTgt>
                                        </p:tgtEl>
                                        <p:attrNameLst>
                                          <p:attrName>style.visibility</p:attrName>
                                        </p:attrNameLst>
                                      </p:cBhvr>
                                      <p:to>
                                        <p:strVal val="visible"/>
                                      </p:to>
                                    </p:set>
                                    <p:animEffect transition="in" filter="circle(in)">
                                      <p:cBhvr>
                                        <p:cTn id="16" dur="2000"/>
                                        <p:tgtEl>
                                          <p:spTgt spid="464">
                                            <p:txEl>
                                              <p:pRg st="3" end="3"/>
                                            </p:txEl>
                                          </p:spTgt>
                                        </p:tgtEl>
                                      </p:cBhvr>
                                    </p:animEffect>
                                  </p:childTnLst>
                                </p:cTn>
                              </p:par>
                              <p:par>
                                <p:cTn id="17" presetID="6" presetClass="entr" presetSubtype="16" fill="hold" nodeType="withEffect">
                                  <p:stCondLst>
                                    <p:cond delay="0"/>
                                  </p:stCondLst>
                                  <p:childTnLst>
                                    <p:set>
                                      <p:cBhvr>
                                        <p:cTn id="18" dur="1" fill="hold">
                                          <p:stCondLst>
                                            <p:cond delay="0"/>
                                          </p:stCondLst>
                                        </p:cTn>
                                        <p:tgtEl>
                                          <p:spTgt spid="464">
                                            <p:txEl>
                                              <p:pRg st="4" end="4"/>
                                            </p:txEl>
                                          </p:spTgt>
                                        </p:tgtEl>
                                        <p:attrNameLst>
                                          <p:attrName>style.visibility</p:attrName>
                                        </p:attrNameLst>
                                      </p:cBhvr>
                                      <p:to>
                                        <p:strVal val="visible"/>
                                      </p:to>
                                    </p:set>
                                    <p:animEffect transition="in" filter="circle(in)">
                                      <p:cBhvr>
                                        <p:cTn id="19" dur="2000"/>
                                        <p:tgtEl>
                                          <p:spTgt spid="46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5" name="PlaceHolder 1"/>
          <p:cNvSpPr>
            <a:spLocks noGrp="1"/>
          </p:cNvSpPr>
          <p:nvPr>
            <p:ph type="title"/>
          </p:nvPr>
        </p:nvSpPr>
        <p:spPr>
          <a:xfrm>
            <a:off x="89280" y="347760"/>
            <a:ext cx="4262760" cy="5724000"/>
          </a:xfrm>
          <a:prstGeom prst="rect">
            <a:avLst/>
          </a:prstGeom>
          <a:noFill/>
          <a:ln w="0">
            <a:noFill/>
          </a:ln>
        </p:spPr>
        <p:txBody>
          <a:bodyPr lIns="90000" tIns="45000" rIns="90000" bIns="45000" anchor="ctr">
            <a:noAutofit/>
          </a:bodyPr>
          <a:lstStyle/>
          <a:p>
            <a:pPr>
              <a:lnSpc>
                <a:spcPct val="100000"/>
              </a:lnSpc>
              <a:buNone/>
            </a:pPr>
            <a:r>
              <a:rPr lang="en-US" sz="6000" b="1" strike="noStrike" spc="-1" dirty="0">
                <a:solidFill>
                  <a:srgbClr val="011993"/>
                </a:solidFill>
                <a:latin typeface="Monotype Corsiva"/>
                <a:ea typeface="Belleza"/>
              </a:rPr>
              <a:t>Voice of Stakeholder </a:t>
            </a:r>
            <a:r>
              <a:rPr lang="en-US" sz="6000" b="1" strike="noStrike" spc="-1" dirty="0">
                <a:solidFill>
                  <a:srgbClr val="011993"/>
                </a:solidFill>
                <a:latin typeface="Monotype Corsiva"/>
                <a:ea typeface="MS UI Gothic"/>
              </a:rPr>
              <a:t>Survey</a:t>
            </a:r>
            <a:r>
              <a:rPr lang="en-US" sz="6000" b="1" strike="noStrike" spc="-1" dirty="0">
                <a:solidFill>
                  <a:srgbClr val="011993"/>
                </a:solidFill>
                <a:latin typeface="Monotype Corsiva"/>
                <a:ea typeface="Belleza"/>
              </a:rPr>
              <a:t> </a:t>
            </a:r>
            <a:endParaRPr lang="en-IN" sz="6000" b="0" strike="noStrike" spc="-1" dirty="0">
              <a:latin typeface="Arial"/>
            </a:endParaRPr>
          </a:p>
        </p:txBody>
      </p:sp>
      <p:pic>
        <p:nvPicPr>
          <p:cNvPr id="466" name="Picture Placeholder 81" descr="blueprint icon"/>
          <p:cNvPicPr/>
          <p:nvPr/>
        </p:nvPicPr>
        <p:blipFill>
          <a:blip r:embed="rId3"/>
          <a:stretch/>
        </p:blipFill>
        <p:spPr>
          <a:xfrm>
            <a:off x="4420440" y="1685520"/>
            <a:ext cx="639000" cy="639000"/>
          </a:xfrm>
          <a:prstGeom prst="rect">
            <a:avLst/>
          </a:prstGeom>
          <a:ln w="0">
            <a:noFill/>
          </a:ln>
        </p:spPr>
      </p:pic>
      <p:sp>
        <p:nvSpPr>
          <p:cNvPr id="467" name="PlaceHolder 2"/>
          <p:cNvSpPr>
            <a:spLocks noGrp="1"/>
          </p:cNvSpPr>
          <p:nvPr>
            <p:ph/>
          </p:nvPr>
        </p:nvSpPr>
        <p:spPr>
          <a:xfrm>
            <a:off x="5769720" y="457200"/>
            <a:ext cx="3839400" cy="33732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a:solidFill>
                  <a:srgbClr val="000000"/>
                </a:solidFill>
                <a:latin typeface="Century Gothic"/>
              </a:rPr>
              <a:t>Stakeholder</a:t>
            </a:r>
            <a:endParaRPr lang="en-IN" sz="2000" b="0" strike="noStrike" spc="-1">
              <a:latin typeface="Arial"/>
            </a:endParaRPr>
          </a:p>
        </p:txBody>
      </p:sp>
      <p:sp>
        <p:nvSpPr>
          <p:cNvPr id="468" name="PlaceHolder 3"/>
          <p:cNvSpPr>
            <a:spLocks noGrp="1"/>
          </p:cNvSpPr>
          <p:nvPr>
            <p:ph/>
          </p:nvPr>
        </p:nvSpPr>
        <p:spPr>
          <a:xfrm>
            <a:off x="5601518" y="918450"/>
            <a:ext cx="5028120" cy="5277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400" b="0" strike="noStrike" spc="-1" dirty="0">
                <a:solidFill>
                  <a:srgbClr val="000000"/>
                </a:solidFill>
                <a:latin typeface="Univers Condensed Light"/>
              </a:rPr>
              <a:t>Common people In </a:t>
            </a:r>
            <a:r>
              <a:rPr lang="en-US" sz="1400" spc="-1" dirty="0">
                <a:solidFill>
                  <a:srgbClr val="000000"/>
                </a:solidFill>
                <a:latin typeface="Univers Condensed Light"/>
              </a:rPr>
              <a:t>K</a:t>
            </a:r>
            <a:r>
              <a:rPr lang="en-US" sz="1400" b="0" strike="noStrike" spc="-1" dirty="0">
                <a:solidFill>
                  <a:srgbClr val="000000"/>
                </a:solidFill>
                <a:latin typeface="Univers Condensed Light"/>
              </a:rPr>
              <a:t>erala , IT experts and All internet users (In the next )</a:t>
            </a:r>
            <a:endParaRPr lang="en-IN" sz="1400" b="0" strike="noStrike" spc="-1" dirty="0">
              <a:latin typeface="Arial"/>
            </a:endParaRPr>
          </a:p>
        </p:txBody>
      </p:sp>
      <p:pic>
        <p:nvPicPr>
          <p:cNvPr id="469" name="Picture Placeholder 83" descr="easel icon"/>
          <p:cNvPicPr/>
          <p:nvPr/>
        </p:nvPicPr>
        <p:blipFill>
          <a:blip r:embed="rId4"/>
          <a:stretch/>
        </p:blipFill>
        <p:spPr>
          <a:xfrm>
            <a:off x="4455360" y="454320"/>
            <a:ext cx="639000" cy="639000"/>
          </a:xfrm>
          <a:prstGeom prst="rect">
            <a:avLst/>
          </a:prstGeom>
          <a:ln w="0">
            <a:noFill/>
          </a:ln>
        </p:spPr>
      </p:pic>
      <p:sp>
        <p:nvSpPr>
          <p:cNvPr id="470" name="PlaceHolder 4"/>
          <p:cNvSpPr>
            <a:spLocks noGrp="1"/>
          </p:cNvSpPr>
          <p:nvPr>
            <p:ph/>
          </p:nvPr>
        </p:nvSpPr>
        <p:spPr>
          <a:xfrm>
            <a:off x="5769720" y="1555920"/>
            <a:ext cx="3839400" cy="5277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a:solidFill>
                  <a:srgbClr val="000000"/>
                </a:solidFill>
                <a:latin typeface="Century Gothic"/>
              </a:rPr>
              <a:t>Google form - survey</a:t>
            </a:r>
            <a:endParaRPr lang="en-IN" sz="2000" b="0" strike="noStrike" spc="-1">
              <a:latin typeface="Arial"/>
            </a:endParaRPr>
          </a:p>
        </p:txBody>
      </p:sp>
      <p:sp>
        <p:nvSpPr>
          <p:cNvPr id="471" name="PlaceHolder 5"/>
          <p:cNvSpPr>
            <a:spLocks noGrp="1"/>
          </p:cNvSpPr>
          <p:nvPr>
            <p:ph/>
          </p:nvPr>
        </p:nvSpPr>
        <p:spPr>
          <a:xfrm>
            <a:off x="5769720" y="1879200"/>
            <a:ext cx="5659200" cy="5277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600" b="0" strike="noStrike" spc="-1">
                <a:solidFill>
                  <a:srgbClr val="000000"/>
                </a:solidFill>
                <a:latin typeface="Univers Condensed Light"/>
              </a:rPr>
              <a:t>We are conducted a google form survey after launching the free version in internet (Document )</a:t>
            </a:r>
            <a:endParaRPr lang="en-IN" sz="1600" b="0" strike="noStrike" spc="-1">
              <a:latin typeface="Arial"/>
            </a:endParaRPr>
          </a:p>
        </p:txBody>
      </p:sp>
      <p:pic>
        <p:nvPicPr>
          <p:cNvPr id="472" name="Picture Placeholder 85" descr="ruler icon"/>
          <p:cNvPicPr/>
          <p:nvPr/>
        </p:nvPicPr>
        <p:blipFill>
          <a:blip r:embed="rId5"/>
          <a:stretch/>
        </p:blipFill>
        <p:spPr>
          <a:xfrm>
            <a:off x="4455360" y="3034080"/>
            <a:ext cx="639000" cy="639000"/>
          </a:xfrm>
          <a:prstGeom prst="rect">
            <a:avLst/>
          </a:prstGeom>
          <a:ln w="0">
            <a:noFill/>
          </a:ln>
        </p:spPr>
      </p:pic>
      <p:sp>
        <p:nvSpPr>
          <p:cNvPr id="473" name="PlaceHolder 6"/>
          <p:cNvSpPr>
            <a:spLocks noGrp="1"/>
          </p:cNvSpPr>
          <p:nvPr>
            <p:ph/>
          </p:nvPr>
        </p:nvSpPr>
        <p:spPr>
          <a:xfrm>
            <a:off x="5601518" y="2830860"/>
            <a:ext cx="3839400" cy="7196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2000" b="0" strike="noStrike" spc="-1" dirty="0">
                <a:solidFill>
                  <a:srgbClr val="000000"/>
                </a:solidFill>
                <a:latin typeface="Century Gothic"/>
              </a:rPr>
              <a:t>	Expert feedbacks</a:t>
            </a:r>
            <a:endParaRPr lang="en-IN" sz="2000" b="0" strike="noStrike" spc="-1" dirty="0">
              <a:latin typeface="Arial"/>
            </a:endParaRPr>
          </a:p>
        </p:txBody>
      </p:sp>
      <p:sp>
        <p:nvSpPr>
          <p:cNvPr id="474" name="PlaceHolder 7"/>
          <p:cNvSpPr>
            <a:spLocks noGrp="1"/>
          </p:cNvSpPr>
          <p:nvPr>
            <p:ph/>
          </p:nvPr>
        </p:nvSpPr>
        <p:spPr>
          <a:xfrm>
            <a:off x="5940000" y="3190680"/>
            <a:ext cx="5759640" cy="7689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US" sz="1100" b="0" strike="noStrike" spc="-1">
                <a:solidFill>
                  <a:srgbClr val="000000"/>
                </a:solidFill>
                <a:latin typeface="Univers Condensed Light"/>
              </a:rPr>
              <a:t>We collected feedback from an Ethical Hacker about this idea – Name can’t be </a:t>
            </a:r>
            <a:r>
              <a:rPr lang="en-IN" sz="1100" b="0" strike="noStrike" spc="-1">
                <a:solidFill>
                  <a:srgbClr val="000000"/>
                </a:solidFill>
                <a:latin typeface="Univers Condensed Light"/>
              </a:rPr>
              <a:t>revealable. He says the translation is needed for Non-kerala users and Tech experts. (We will definitally do that)</a:t>
            </a:r>
            <a:endParaRPr lang="en-IN" sz="1100" b="0" strike="noStrike" spc="-1">
              <a:latin typeface="Arial"/>
            </a:endParaRPr>
          </a:p>
        </p:txBody>
      </p:sp>
      <p:pic>
        <p:nvPicPr>
          <p:cNvPr id="475" name="Picture Placeholder 87" descr="strategy icon"/>
          <p:cNvPicPr/>
          <p:nvPr/>
        </p:nvPicPr>
        <p:blipFill>
          <a:blip r:embed="rId6"/>
          <a:srcRect t="450" b="450"/>
          <a:stretch/>
        </p:blipFill>
        <p:spPr>
          <a:xfrm>
            <a:off x="4455360" y="4318200"/>
            <a:ext cx="639000" cy="639000"/>
          </a:xfrm>
          <a:prstGeom prst="rect">
            <a:avLst/>
          </a:prstGeom>
          <a:ln w="0">
            <a:noFill/>
          </a:ln>
        </p:spPr>
      </p:pic>
      <p:pic>
        <p:nvPicPr>
          <p:cNvPr id="476" name="Picture Placeholder 89" descr="airplane icon"/>
          <p:cNvPicPr/>
          <p:nvPr/>
        </p:nvPicPr>
        <p:blipFill>
          <a:blip r:embed="rId7"/>
          <a:stretch/>
        </p:blipFill>
        <p:spPr>
          <a:xfrm>
            <a:off x="4455360" y="5675400"/>
            <a:ext cx="639000" cy="639000"/>
          </a:xfrm>
          <a:prstGeom prst="rect">
            <a:avLst/>
          </a:prstGeom>
          <a:ln w="0">
            <a:noFill/>
          </a:ln>
        </p:spPr>
      </p:pic>
    </p:spTree>
  </p:cSld>
  <p:clrMapOvr>
    <a:masterClrMapping/>
  </p:clrMapOvr>
  <mc:AlternateContent xmlns:mc="http://schemas.openxmlformats.org/markup-compatibility/2006" xmlns:p14="http://schemas.microsoft.com/office/powerpoint/2010/main">
    <mc:Choice Requires="p14">
      <p:transition spd="slow" p14:dur="2000" advTm="75000">
        <p14:flip dir="l"/>
      </p:transition>
    </mc:Choice>
    <mc:Fallback xmlns="" xmlns:p15="http://schemas.microsoft.com/office/powerpoint/2012/main">
      <p:transition spd="slow" advTm="75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 name="PlaceHolder 1"/>
          <p:cNvSpPr>
            <a:spLocks noGrp="1"/>
          </p:cNvSpPr>
          <p:nvPr>
            <p:ph type="sldNum" idx="22"/>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3E11F995-4774-44E5-AB83-927A6CBB547A}" type="slidenum">
              <a:rPr lang="en-US" sz="1000" b="0" strike="noStrike" spc="-1">
                <a:solidFill>
                  <a:srgbClr val="000000"/>
                </a:solidFill>
                <a:latin typeface="Century Gothic"/>
              </a:rPr>
              <a:t>10</a:t>
            </a:fld>
            <a:endParaRPr lang="en-IN" sz="1000" b="0" strike="noStrike" spc="-1">
              <a:latin typeface="Times New Roman"/>
            </a:endParaRPr>
          </a:p>
        </p:txBody>
      </p:sp>
      <p:sp>
        <p:nvSpPr>
          <p:cNvPr id="478" name="PlaceHolder 2"/>
          <p:cNvSpPr>
            <a:spLocks noGrp="1"/>
          </p:cNvSpPr>
          <p:nvPr>
            <p:ph type="dt" idx="23"/>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pic>
        <p:nvPicPr>
          <p:cNvPr id="479" name="Picture 8"/>
          <p:cNvPicPr/>
          <p:nvPr/>
        </p:nvPicPr>
        <p:blipFill>
          <a:blip r:embed="rId2"/>
          <a:stretch/>
        </p:blipFill>
        <p:spPr>
          <a:xfrm>
            <a:off x="0" y="126360"/>
            <a:ext cx="12191040" cy="4119480"/>
          </a:xfrm>
          <a:prstGeom prst="rect">
            <a:avLst/>
          </a:prstGeom>
          <a:ln w="0">
            <a:noFill/>
          </a:ln>
        </p:spPr>
      </p:pic>
      <p:sp>
        <p:nvSpPr>
          <p:cNvPr id="480" name="TextBox 9"/>
          <p:cNvSpPr/>
          <p:nvPr/>
        </p:nvSpPr>
        <p:spPr>
          <a:xfrm>
            <a:off x="3866400" y="5068800"/>
            <a:ext cx="713448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IN" sz="1800" b="0" strike="noStrike" spc="-1">
                <a:solidFill>
                  <a:srgbClr val="000000"/>
                </a:solidFill>
                <a:latin typeface="Univers Condensed Light"/>
                <a:ea typeface="DejaVu Sans"/>
              </a:rPr>
              <a:t>Source : Google spread sheet + Google form</a:t>
            </a:r>
            <a:endParaRPr lang="en-IN" sz="18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134000"/>
    </mc:Choice>
    <mc:Fallback xmlns="" xmlns:p15="http://schemas.microsoft.com/office/powerpoint/2012/main">
      <p:transition spd="slow" advTm="134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 name="PlaceHolder 1"/>
          <p:cNvSpPr>
            <a:spLocks noGrp="1"/>
          </p:cNvSpPr>
          <p:nvPr>
            <p:ph type="sldNum" idx="24"/>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D204D651-FD93-4C25-A0FF-23B4D4E3C6E6}" type="slidenum">
              <a:rPr lang="en-US" sz="1000" b="0" strike="noStrike" spc="-1">
                <a:solidFill>
                  <a:srgbClr val="000000"/>
                </a:solidFill>
                <a:latin typeface="Century Gothic"/>
              </a:rPr>
              <a:t>11</a:t>
            </a:fld>
            <a:endParaRPr lang="en-IN" sz="1000" b="0" strike="noStrike" spc="-1">
              <a:latin typeface="Times New Roman"/>
            </a:endParaRPr>
          </a:p>
        </p:txBody>
      </p:sp>
      <p:sp>
        <p:nvSpPr>
          <p:cNvPr id="482" name="PlaceHolder 2"/>
          <p:cNvSpPr>
            <a:spLocks noGrp="1"/>
          </p:cNvSpPr>
          <p:nvPr>
            <p:ph type="ftr" idx="25"/>
          </p:nvPr>
        </p:nvSpPr>
        <p:spPr>
          <a:xfrm>
            <a:off x="5364360" y="6400800"/>
            <a:ext cx="1461960" cy="245880"/>
          </a:xfrm>
          <a:prstGeom prst="rect">
            <a:avLst/>
          </a:prstGeom>
          <a:noFill/>
          <a:ln w="0">
            <a:noFill/>
          </a:ln>
        </p:spPr>
        <p:txBody>
          <a:bodyPr lIns="0" tIns="45000" rIns="0" bIns="45000" anchor="ctr">
            <a:noAutofit/>
          </a:bodyPr>
          <a:lstStyle>
            <a:lvl1pPr>
              <a:defRPr lang="en-IN" sz="2400" b="0" strike="noStrike" spc="-1">
                <a:latin typeface="Times New Roman"/>
              </a:defRPr>
            </a:lvl1pPr>
          </a:lstStyle>
          <a:p>
            <a:endParaRPr lang="en-IN" sz="2400" b="0" strike="noStrike" spc="-1">
              <a:latin typeface="Times New Roman"/>
            </a:endParaRPr>
          </a:p>
        </p:txBody>
      </p:sp>
      <p:sp>
        <p:nvSpPr>
          <p:cNvPr id="483" name="PlaceHolder 3"/>
          <p:cNvSpPr>
            <a:spLocks noGrp="1"/>
          </p:cNvSpPr>
          <p:nvPr>
            <p:ph type="dt" idx="26"/>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sp>
        <p:nvSpPr>
          <p:cNvPr id="484" name="TextBox 4"/>
          <p:cNvSpPr/>
          <p:nvPr/>
        </p:nvSpPr>
        <p:spPr>
          <a:xfrm>
            <a:off x="4446360" y="240120"/>
            <a:ext cx="3298320" cy="699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4000" b="0" strike="noStrike" spc="-1">
                <a:solidFill>
                  <a:srgbClr val="000000"/>
                </a:solidFill>
                <a:latin typeface="Arial Black"/>
                <a:ea typeface="DejaVu Sans"/>
              </a:rPr>
              <a:t>Competitors</a:t>
            </a:r>
            <a:endParaRPr lang="en-IN" sz="4000" b="0" strike="noStrike" spc="-1">
              <a:latin typeface="Arial"/>
            </a:endParaRPr>
          </a:p>
        </p:txBody>
      </p:sp>
      <p:sp>
        <p:nvSpPr>
          <p:cNvPr id="485" name="TextBox 6"/>
          <p:cNvSpPr/>
          <p:nvPr/>
        </p:nvSpPr>
        <p:spPr>
          <a:xfrm>
            <a:off x="178920" y="1217880"/>
            <a:ext cx="6101640" cy="100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buNone/>
            </a:pPr>
            <a:r>
              <a:rPr lang="en-US" sz="2400" b="0" u="sng" strike="noStrike" spc="-1">
                <a:solidFill>
                  <a:srgbClr val="000000"/>
                </a:solidFill>
                <a:uFillTx/>
                <a:latin typeface="Univers Condensed Light"/>
                <a:ea typeface="DejaVu Sans"/>
              </a:rPr>
              <a:t>Competitors</a:t>
            </a:r>
            <a:endParaRPr lang="en-IN" sz="2400" b="0" strike="noStrike" spc="-1">
              <a:latin typeface="Arial"/>
            </a:endParaRPr>
          </a:p>
          <a:p>
            <a:pPr marL="457200" algn="ctr">
              <a:lnSpc>
                <a:spcPct val="100000"/>
              </a:lnSpc>
              <a:buNone/>
            </a:pPr>
            <a:r>
              <a:rPr lang="en-US" sz="1800" b="0" strike="noStrike" spc="-1">
                <a:solidFill>
                  <a:srgbClr val="000000"/>
                </a:solidFill>
                <a:latin typeface="Univers Condensed Light"/>
                <a:ea typeface="DejaVu Sans"/>
              </a:rPr>
              <a:t>There are now so much online tools in English but only widely used by hackers</a:t>
            </a:r>
            <a:endParaRPr lang="en-IN" sz="1800" b="0" strike="noStrike" spc="-1">
              <a:latin typeface="Arial"/>
            </a:endParaRPr>
          </a:p>
        </p:txBody>
      </p:sp>
      <p:sp>
        <p:nvSpPr>
          <p:cNvPr id="486" name="TextBox 8"/>
          <p:cNvSpPr/>
          <p:nvPr/>
        </p:nvSpPr>
        <p:spPr>
          <a:xfrm>
            <a:off x="6102720" y="1120680"/>
            <a:ext cx="6101640" cy="1827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buNone/>
            </a:pPr>
            <a:r>
              <a:rPr lang="en-US" sz="2400" b="0" u="sng" strike="noStrike" spc="-1">
                <a:solidFill>
                  <a:srgbClr val="000000"/>
                </a:solidFill>
                <a:uFillTx/>
                <a:latin typeface="Univers Condensed Light"/>
                <a:ea typeface="DejaVu Sans"/>
              </a:rPr>
              <a:t>Differents between competitors</a:t>
            </a:r>
            <a:endParaRPr lang="en-IN" sz="2400" b="0" strike="noStrike" spc="-1">
              <a:latin typeface="Arial"/>
            </a:endParaRPr>
          </a:p>
          <a:p>
            <a:pPr marL="457200" algn="ctr">
              <a:lnSpc>
                <a:spcPct val="100000"/>
              </a:lnSpc>
              <a:buNone/>
            </a:pPr>
            <a:r>
              <a:rPr lang="en-US" sz="1800" b="0" strike="noStrike" spc="-1">
                <a:solidFill>
                  <a:srgbClr val="000000"/>
                </a:solidFill>
                <a:latin typeface="Univers Condensed Light"/>
                <a:ea typeface="DejaVu Sans"/>
              </a:rPr>
              <a:t>They are all of them In English, Most of there are using complex technical words lead to misunderstanding for common people there paid plans are too costly.</a:t>
            </a:r>
            <a:endParaRPr lang="en-IN" sz="1800" b="0" strike="noStrike" spc="-1">
              <a:latin typeface="Arial"/>
            </a:endParaRPr>
          </a:p>
          <a:p>
            <a:pPr marL="457200" algn="ctr">
              <a:lnSpc>
                <a:spcPct val="100000"/>
              </a:lnSpc>
              <a:buNone/>
            </a:pPr>
            <a:r>
              <a:rPr lang="en-US" sz="1800" b="0" strike="noStrike" spc="-1">
                <a:solidFill>
                  <a:srgbClr val="000000"/>
                </a:solidFill>
                <a:latin typeface="Univers Condensed Light"/>
                <a:ea typeface="DejaVu Sans"/>
              </a:rPr>
              <a:t>We are expecting in a low cost</a:t>
            </a:r>
            <a:endParaRPr lang="en-IN" sz="1800" b="0" strike="noStrike" spc="-1">
              <a:latin typeface="Arial"/>
            </a:endParaRPr>
          </a:p>
        </p:txBody>
      </p:sp>
      <p:sp>
        <p:nvSpPr>
          <p:cNvPr id="487" name="TextBox 10"/>
          <p:cNvSpPr/>
          <p:nvPr/>
        </p:nvSpPr>
        <p:spPr>
          <a:xfrm>
            <a:off x="0" y="3325680"/>
            <a:ext cx="6101640" cy="2649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buNone/>
            </a:pPr>
            <a:r>
              <a:rPr lang="en-US" sz="2400" b="0" u="sng" strike="noStrike" spc="-1">
                <a:solidFill>
                  <a:srgbClr val="000000"/>
                </a:solidFill>
                <a:uFillTx/>
                <a:latin typeface="Univers Condensed Light"/>
                <a:ea typeface="DejaVu Sans"/>
              </a:rPr>
              <a:t>Niche area</a:t>
            </a:r>
            <a:endParaRPr lang="en-IN" sz="2400" b="0" strike="noStrike" spc="-1">
              <a:latin typeface="Arial"/>
            </a:endParaRPr>
          </a:p>
          <a:p>
            <a:pPr marL="457200" algn="ctr">
              <a:lnSpc>
                <a:spcPct val="100000"/>
              </a:lnSpc>
              <a:buNone/>
            </a:pPr>
            <a:r>
              <a:rPr lang="en-US" sz="1800" b="0" strike="noStrike" spc="-1">
                <a:solidFill>
                  <a:srgbClr val="000000"/>
                </a:solidFill>
                <a:latin typeface="Univers Condensed Light"/>
                <a:ea typeface="DejaVu Sans"/>
              </a:rPr>
              <a:t>Our solution strengthens </a:t>
            </a:r>
            <a:r>
              <a:rPr lang="en-US" sz="1800" b="1" strike="noStrike" spc="-1">
                <a:solidFill>
                  <a:srgbClr val="000000"/>
                </a:solidFill>
                <a:latin typeface="Univers Condensed Light"/>
                <a:ea typeface="DejaVu Sans"/>
              </a:rPr>
              <a:t>Good Governance and Public Service Delivery</a:t>
            </a:r>
            <a:r>
              <a:rPr lang="en-US" sz="1800" b="0" strike="noStrike" spc="-1">
                <a:solidFill>
                  <a:srgbClr val="000000"/>
                </a:solidFill>
                <a:latin typeface="Univers Condensed Light"/>
                <a:ea typeface="DejaVu Sans"/>
              </a:rPr>
              <a:t> by empowering citizens to stay safe online. As digital governance grows, our cyber security tool protects people from fraud, data theft, and scams—building </a:t>
            </a:r>
            <a:r>
              <a:rPr lang="en-US" sz="1800" b="1" strike="noStrike" spc="-1">
                <a:solidFill>
                  <a:srgbClr val="000000"/>
                </a:solidFill>
                <a:latin typeface="Univers Condensed Light"/>
                <a:ea typeface="DejaVu Sans"/>
              </a:rPr>
              <a:t>trust, safety, and confidence</a:t>
            </a:r>
            <a:r>
              <a:rPr lang="en-US" sz="1800" b="0" strike="noStrike" spc="-1">
                <a:solidFill>
                  <a:srgbClr val="000000"/>
                </a:solidFill>
                <a:latin typeface="Univers Condensed Light"/>
                <a:ea typeface="DejaVu Sans"/>
              </a:rPr>
              <a:t> in public digital services.</a:t>
            </a:r>
            <a:endParaRPr lang="en-IN" sz="1800" b="0" strike="noStrike" spc="-1">
              <a:latin typeface="Arial"/>
            </a:endParaRPr>
          </a:p>
          <a:p>
            <a:pPr marL="457200" algn="ctr">
              <a:lnSpc>
                <a:spcPct val="100000"/>
              </a:lnSpc>
              <a:buNone/>
            </a:pPr>
            <a:endParaRPr lang="en-IN" sz="1800" b="0" strike="noStrike" spc="-1">
              <a:latin typeface="Arial"/>
            </a:endParaRPr>
          </a:p>
        </p:txBody>
      </p:sp>
      <p:sp>
        <p:nvSpPr>
          <p:cNvPr id="488" name="TextBox 12"/>
          <p:cNvSpPr/>
          <p:nvPr/>
        </p:nvSpPr>
        <p:spPr>
          <a:xfrm>
            <a:off x="6102720" y="3209760"/>
            <a:ext cx="6101640" cy="292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buNone/>
            </a:pPr>
            <a:r>
              <a:rPr lang="en-US" sz="2400" b="1" u="sng" strike="noStrike" spc="-1">
                <a:solidFill>
                  <a:srgbClr val="000000"/>
                </a:solidFill>
                <a:uFillTx/>
                <a:latin typeface="Univers Condensed Light"/>
                <a:ea typeface="DejaVu Sans"/>
              </a:rPr>
              <a:t>What is your niche area?</a:t>
            </a:r>
            <a:endParaRPr lang="en-IN" sz="2400" b="0" strike="noStrike" spc="-1">
              <a:latin typeface="Arial"/>
            </a:endParaRPr>
          </a:p>
          <a:p>
            <a:pPr algn="ctr">
              <a:lnSpc>
                <a:spcPct val="100000"/>
              </a:lnSpc>
              <a:buNone/>
            </a:pPr>
            <a:r>
              <a:rPr lang="en-US" sz="1800" b="0" strike="noStrike" spc="-1">
                <a:solidFill>
                  <a:srgbClr val="000000"/>
                </a:solidFill>
                <a:latin typeface="Univers Condensed Light"/>
                <a:ea typeface="DejaVu Sans"/>
              </a:rPr>
              <a:t>Our niche area is </a:t>
            </a:r>
            <a:r>
              <a:rPr lang="en-US" sz="1800" b="1" strike="noStrike" spc="-1">
                <a:solidFill>
                  <a:srgbClr val="000000"/>
                </a:solidFill>
                <a:latin typeface="Univers Condensed Light"/>
                <a:ea typeface="DejaVu Sans"/>
              </a:rPr>
              <a:t>Good Governance and Public Service Delivery</a:t>
            </a:r>
            <a:r>
              <a:rPr lang="en-US" sz="1800" b="0" strike="noStrike" spc="-1">
                <a:solidFill>
                  <a:srgbClr val="000000"/>
                </a:solidFill>
                <a:latin typeface="Univers Condensed Light"/>
                <a:ea typeface="DejaVu Sans"/>
              </a:rPr>
              <a:t>.</a:t>
            </a:r>
            <a:endParaRPr lang="en-IN" sz="1800" b="0" strike="noStrike" spc="-1">
              <a:latin typeface="Arial"/>
            </a:endParaRPr>
          </a:p>
          <a:p>
            <a:pPr algn="ctr">
              <a:lnSpc>
                <a:spcPct val="100000"/>
              </a:lnSpc>
              <a:buNone/>
            </a:pPr>
            <a:r>
              <a:rPr lang="en-US" sz="1800" b="0" strike="noStrike" spc="-1">
                <a:solidFill>
                  <a:srgbClr val="000000"/>
                </a:solidFill>
                <a:latin typeface="Univers Condensed Light"/>
                <a:ea typeface="DejaVu Sans"/>
              </a:rPr>
              <a:t>We focus on enhancing </a:t>
            </a:r>
            <a:r>
              <a:rPr lang="en-US" sz="1800" b="1" strike="noStrike" spc="-1">
                <a:solidFill>
                  <a:srgbClr val="000000"/>
                </a:solidFill>
                <a:latin typeface="Univers Condensed Light"/>
                <a:ea typeface="DejaVu Sans"/>
              </a:rPr>
              <a:t>digital safety and trust</a:t>
            </a:r>
            <a:r>
              <a:rPr lang="en-US" sz="1800" b="0" strike="noStrike" spc="-1">
                <a:solidFill>
                  <a:srgbClr val="000000"/>
                </a:solidFill>
                <a:latin typeface="Univers Condensed Light"/>
                <a:ea typeface="DejaVu Sans"/>
              </a:rPr>
              <a:t> in governance by developing a </a:t>
            </a:r>
            <a:r>
              <a:rPr lang="en-US" sz="1800" b="1" strike="noStrike" spc="-1">
                <a:solidFill>
                  <a:srgbClr val="000000"/>
                </a:solidFill>
                <a:latin typeface="Univers Condensed Light"/>
                <a:ea typeface="DejaVu Sans"/>
              </a:rPr>
              <a:t>cyber security tool for common citizens</a:t>
            </a:r>
            <a:r>
              <a:rPr lang="en-US" sz="1800" b="0" strike="noStrike" spc="-1">
                <a:solidFill>
                  <a:srgbClr val="000000"/>
                </a:solidFill>
                <a:latin typeface="Univers Condensed Light"/>
                <a:ea typeface="DejaVu Sans"/>
              </a:rPr>
              <a:t>. The project aims to make public digital platforms more secure and accessible, ensuring that every citizen can confidently use e-Governance and online public services without fear of cyber threats.</a:t>
            </a:r>
            <a:endParaRPr lang="en-IN" sz="18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87000">
        <p14:honeycomb/>
      </p:transition>
    </mc:Choice>
    <mc:Fallback xmlns="" xmlns:p15="http://schemas.microsoft.com/office/powerpoint/2012/main">
      <p:transition spd="slow" advTm="87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1140120" y="511920"/>
            <a:ext cx="9911160" cy="1013760"/>
          </a:xfrm>
          <a:prstGeom prst="rect">
            <a:avLst/>
          </a:prstGeom>
          <a:noFill/>
          <a:ln w="0">
            <a:noFill/>
          </a:ln>
        </p:spPr>
        <p:txBody>
          <a:bodyPr lIns="90000" tIns="45000" rIns="90000" bIns="45000" anchor="t">
            <a:noAutofit/>
          </a:bodyPr>
          <a:lstStyle/>
          <a:p>
            <a:pPr algn="ctr">
              <a:lnSpc>
                <a:spcPct val="100000"/>
              </a:lnSpc>
              <a:buNone/>
            </a:pPr>
            <a:r>
              <a:rPr lang="en-US" sz="6000" b="0" strike="noStrike" spc="-1">
                <a:solidFill>
                  <a:srgbClr val="000000"/>
                </a:solidFill>
                <a:latin typeface="Century Gothic"/>
              </a:rPr>
              <a:t>Tech Stack used</a:t>
            </a:r>
            <a:endParaRPr lang="en-IN" sz="6000" b="0" strike="noStrike" spc="-1">
              <a:latin typeface="Arial"/>
            </a:endParaRPr>
          </a:p>
        </p:txBody>
      </p:sp>
      <p:sp>
        <p:nvSpPr>
          <p:cNvPr id="490" name="PlaceHolder 2"/>
          <p:cNvSpPr>
            <a:spLocks noGrp="1"/>
          </p:cNvSpPr>
          <p:nvPr>
            <p:ph/>
          </p:nvPr>
        </p:nvSpPr>
        <p:spPr>
          <a:xfrm>
            <a:off x="743400" y="2532960"/>
            <a:ext cx="1847160" cy="1621440"/>
          </a:xfrm>
          <a:prstGeom prst="rect">
            <a:avLst/>
          </a:prstGeom>
          <a:solidFill>
            <a:srgbClr val="2A9D8F"/>
          </a:solidFill>
          <a:ln w="25560">
            <a:solidFill>
              <a:srgbClr val="000000"/>
            </a:solidFill>
            <a:round/>
          </a:ln>
        </p:spPr>
        <p:txBody>
          <a:bodyPr lIns="90000" tIns="45000" rIns="90000" bIns="45000" anchor="ctr">
            <a:noAutofit/>
          </a:bodyPr>
          <a:lstStyle/>
          <a:p>
            <a:pPr algn="ctr">
              <a:lnSpc>
                <a:spcPct val="90000"/>
              </a:lnSpc>
              <a:spcBef>
                <a:spcPts val="1001"/>
              </a:spcBef>
              <a:buNone/>
              <a:tabLst>
                <a:tab pos="0" algn="l"/>
              </a:tabLst>
            </a:pPr>
            <a:r>
              <a:rPr lang="en-US" sz="3600" b="0" strike="noStrike" spc="-1">
                <a:solidFill>
                  <a:srgbClr val="FFFFFF"/>
                </a:solidFill>
                <a:latin typeface="Century Gothic"/>
              </a:rPr>
              <a:t>Html</a:t>
            </a:r>
            <a:endParaRPr lang="en-IN" sz="3600" b="0" strike="noStrike" spc="-1">
              <a:latin typeface="Arial"/>
            </a:endParaRPr>
          </a:p>
        </p:txBody>
      </p:sp>
      <p:sp>
        <p:nvSpPr>
          <p:cNvPr id="491" name="PlaceHolder 3"/>
          <p:cNvSpPr>
            <a:spLocks noGrp="1"/>
          </p:cNvSpPr>
          <p:nvPr>
            <p:ph/>
          </p:nvPr>
        </p:nvSpPr>
        <p:spPr>
          <a:xfrm>
            <a:off x="3154680" y="2441520"/>
            <a:ext cx="1621440" cy="1621440"/>
          </a:xfrm>
          <a:prstGeom prst="rect">
            <a:avLst/>
          </a:prstGeom>
          <a:solidFill>
            <a:srgbClr val="2A9D8F"/>
          </a:solidFill>
          <a:ln w="25560">
            <a:solidFill>
              <a:srgbClr val="000000"/>
            </a:solidFill>
            <a:round/>
          </a:ln>
        </p:spPr>
        <p:txBody>
          <a:bodyPr lIns="90000" tIns="45000" rIns="90000" bIns="45000" anchor="ctr">
            <a:noAutofit/>
          </a:bodyPr>
          <a:lstStyle/>
          <a:p>
            <a:pPr algn="ctr">
              <a:lnSpc>
                <a:spcPct val="90000"/>
              </a:lnSpc>
              <a:spcBef>
                <a:spcPts val="1001"/>
              </a:spcBef>
              <a:buNone/>
              <a:tabLst>
                <a:tab pos="0" algn="l"/>
              </a:tabLst>
            </a:pPr>
            <a:r>
              <a:rPr lang="en-US" sz="3600" b="0" strike="noStrike" spc="-1">
                <a:solidFill>
                  <a:srgbClr val="FFFFFF"/>
                </a:solidFill>
                <a:latin typeface="Century Gothic"/>
              </a:rPr>
              <a:t>css</a:t>
            </a:r>
            <a:endParaRPr lang="en-IN" sz="3600" b="0" strike="noStrike" spc="-1">
              <a:latin typeface="Arial"/>
            </a:endParaRPr>
          </a:p>
        </p:txBody>
      </p:sp>
      <p:sp>
        <p:nvSpPr>
          <p:cNvPr id="492" name="PlaceHolder 4"/>
          <p:cNvSpPr>
            <a:spLocks noGrp="1"/>
          </p:cNvSpPr>
          <p:nvPr>
            <p:ph/>
          </p:nvPr>
        </p:nvSpPr>
        <p:spPr>
          <a:xfrm>
            <a:off x="5330880" y="2441520"/>
            <a:ext cx="1621440" cy="1621440"/>
          </a:xfrm>
          <a:prstGeom prst="rect">
            <a:avLst/>
          </a:prstGeom>
          <a:solidFill>
            <a:srgbClr val="2A9D8F"/>
          </a:solidFill>
          <a:ln w="25560">
            <a:solidFill>
              <a:srgbClr val="000000"/>
            </a:solidFill>
            <a:round/>
          </a:ln>
        </p:spPr>
        <p:txBody>
          <a:bodyPr lIns="90000" tIns="45000" rIns="90000" bIns="45000" anchor="ctr">
            <a:noAutofit/>
          </a:bodyPr>
          <a:lstStyle/>
          <a:p>
            <a:pPr algn="ctr">
              <a:lnSpc>
                <a:spcPct val="90000"/>
              </a:lnSpc>
              <a:spcBef>
                <a:spcPts val="1001"/>
              </a:spcBef>
              <a:buNone/>
              <a:tabLst>
                <a:tab pos="0" algn="l"/>
              </a:tabLst>
            </a:pPr>
            <a:r>
              <a:rPr lang="en-US" sz="3600" b="0" strike="noStrike" spc="-1">
                <a:solidFill>
                  <a:srgbClr val="FFFFFF"/>
                </a:solidFill>
                <a:latin typeface="Century Gothic"/>
              </a:rPr>
              <a:t>js</a:t>
            </a:r>
            <a:endParaRPr lang="en-IN" sz="3600" b="0" strike="noStrike" spc="-1">
              <a:latin typeface="Arial"/>
            </a:endParaRPr>
          </a:p>
        </p:txBody>
      </p:sp>
      <p:sp>
        <p:nvSpPr>
          <p:cNvPr id="493" name="PlaceHolder 5"/>
          <p:cNvSpPr>
            <a:spLocks noGrp="1"/>
          </p:cNvSpPr>
          <p:nvPr>
            <p:ph/>
          </p:nvPr>
        </p:nvSpPr>
        <p:spPr>
          <a:xfrm>
            <a:off x="7137000" y="2532960"/>
            <a:ext cx="1948680" cy="1621440"/>
          </a:xfrm>
          <a:prstGeom prst="rect">
            <a:avLst/>
          </a:prstGeom>
          <a:solidFill>
            <a:srgbClr val="2A9D8F"/>
          </a:solidFill>
          <a:ln w="25560">
            <a:solidFill>
              <a:srgbClr val="000000"/>
            </a:solidFill>
            <a:round/>
          </a:ln>
        </p:spPr>
        <p:txBody>
          <a:bodyPr lIns="90000" tIns="45000" rIns="90000" bIns="45000" anchor="ctr">
            <a:noAutofit/>
          </a:bodyPr>
          <a:lstStyle/>
          <a:p>
            <a:pPr algn="ctr">
              <a:lnSpc>
                <a:spcPct val="90000"/>
              </a:lnSpc>
              <a:spcBef>
                <a:spcPts val="1001"/>
              </a:spcBef>
              <a:buNone/>
              <a:tabLst>
                <a:tab pos="0" algn="l"/>
              </a:tabLst>
            </a:pPr>
            <a:r>
              <a:rPr lang="en-US" sz="2800" b="0" strike="noStrike" spc="-1">
                <a:solidFill>
                  <a:srgbClr val="FFFFFF"/>
                </a:solidFill>
                <a:latin typeface="Century Gothic"/>
              </a:rPr>
              <a:t>Python (flask) </a:t>
            </a:r>
            <a:endParaRPr lang="en-IN" sz="2800" b="0" strike="noStrike" spc="-1">
              <a:latin typeface="Arial"/>
            </a:endParaRPr>
          </a:p>
        </p:txBody>
      </p:sp>
      <p:sp>
        <p:nvSpPr>
          <p:cNvPr id="494" name="PlaceHolder 6"/>
          <p:cNvSpPr>
            <a:spLocks noGrp="1"/>
          </p:cNvSpPr>
          <p:nvPr>
            <p:ph/>
          </p:nvPr>
        </p:nvSpPr>
        <p:spPr>
          <a:xfrm>
            <a:off x="9465840" y="2441520"/>
            <a:ext cx="1783800" cy="1621440"/>
          </a:xfrm>
          <a:prstGeom prst="rect">
            <a:avLst/>
          </a:prstGeom>
          <a:solidFill>
            <a:srgbClr val="2A9D8F"/>
          </a:solidFill>
          <a:ln w="25560">
            <a:solidFill>
              <a:srgbClr val="000000"/>
            </a:solidFill>
            <a:round/>
          </a:ln>
        </p:spPr>
        <p:txBody>
          <a:bodyPr lIns="90000" tIns="45000" rIns="90000" bIns="45000" anchor="ctr">
            <a:noAutofit/>
          </a:bodyPr>
          <a:lstStyle/>
          <a:p>
            <a:pPr algn="ctr">
              <a:lnSpc>
                <a:spcPct val="90000"/>
              </a:lnSpc>
              <a:spcBef>
                <a:spcPts val="1001"/>
              </a:spcBef>
              <a:buNone/>
              <a:tabLst>
                <a:tab pos="0" algn="l"/>
              </a:tabLst>
            </a:pPr>
            <a:r>
              <a:rPr lang="en-US" sz="5400" b="0" strike="noStrike" spc="-1">
                <a:solidFill>
                  <a:srgbClr val="FFFFFF"/>
                </a:solidFill>
                <a:latin typeface="Century Gothic"/>
              </a:rPr>
              <a:t>API</a:t>
            </a:r>
            <a:endParaRPr lang="en-IN" sz="5400" b="0" strike="noStrike" spc="-1">
              <a:latin typeface="Arial"/>
            </a:endParaRPr>
          </a:p>
        </p:txBody>
      </p:sp>
      <p:sp>
        <p:nvSpPr>
          <p:cNvPr id="495" name="PlaceHolder 7"/>
          <p:cNvSpPr>
            <a:spLocks noGrp="1"/>
          </p:cNvSpPr>
          <p:nvPr>
            <p:ph/>
          </p:nvPr>
        </p:nvSpPr>
        <p:spPr>
          <a:xfrm>
            <a:off x="824040" y="4325040"/>
            <a:ext cx="1946520" cy="1621440"/>
          </a:xfrm>
          <a:prstGeom prst="rect">
            <a:avLst/>
          </a:prstGeom>
          <a:noFill/>
          <a:ln w="0">
            <a:noFill/>
          </a:ln>
        </p:spPr>
        <p:txBody>
          <a:bodyPr lIns="90000" tIns="45000" rIns="90000" bIns="45000" anchor="t">
            <a:noAutofit/>
          </a:bodyPr>
          <a:lstStyle/>
          <a:p>
            <a:pPr algn="ctr">
              <a:lnSpc>
                <a:spcPct val="120000"/>
              </a:lnSpc>
              <a:buNone/>
              <a:tabLst>
                <a:tab pos="0" algn="l"/>
              </a:tabLst>
            </a:pPr>
            <a:r>
              <a:rPr lang="en-US" sz="2000" b="0" strike="noStrike" spc="-1">
                <a:solidFill>
                  <a:srgbClr val="000000"/>
                </a:solidFill>
                <a:latin typeface="Century Gothic"/>
              </a:rPr>
              <a:t>Basically needed to create a website</a:t>
            </a:r>
            <a:endParaRPr lang="en-IN" sz="2000" b="0" strike="noStrike" spc="-1">
              <a:latin typeface="Arial"/>
            </a:endParaRPr>
          </a:p>
        </p:txBody>
      </p:sp>
      <p:sp>
        <p:nvSpPr>
          <p:cNvPr id="496" name="PlaceHolder 8"/>
          <p:cNvSpPr>
            <a:spLocks noGrp="1"/>
          </p:cNvSpPr>
          <p:nvPr>
            <p:ph/>
          </p:nvPr>
        </p:nvSpPr>
        <p:spPr>
          <a:xfrm>
            <a:off x="2991960" y="4326840"/>
            <a:ext cx="1946520" cy="1208160"/>
          </a:xfrm>
          <a:prstGeom prst="rect">
            <a:avLst/>
          </a:prstGeom>
          <a:noFill/>
          <a:ln w="0">
            <a:noFill/>
          </a:ln>
        </p:spPr>
        <p:txBody>
          <a:bodyPr lIns="90000" tIns="45000" rIns="90000" bIns="45000" anchor="t">
            <a:noAutofit/>
          </a:bodyPr>
          <a:lstStyle/>
          <a:p>
            <a:pPr algn="ctr">
              <a:lnSpc>
                <a:spcPct val="120000"/>
              </a:lnSpc>
              <a:buNone/>
              <a:tabLst>
                <a:tab pos="0" algn="l"/>
              </a:tabLst>
            </a:pPr>
            <a:r>
              <a:rPr lang="en-US" sz="2000" b="0" strike="noStrike" spc="-1">
                <a:solidFill>
                  <a:srgbClr val="000000"/>
                </a:solidFill>
                <a:latin typeface="Century Gothic"/>
              </a:rPr>
              <a:t>Styling and be user friendly</a:t>
            </a:r>
            <a:endParaRPr lang="en-IN" sz="2000" b="0" strike="noStrike" spc="-1">
              <a:latin typeface="Arial"/>
            </a:endParaRPr>
          </a:p>
        </p:txBody>
      </p:sp>
      <p:sp>
        <p:nvSpPr>
          <p:cNvPr id="497" name="PlaceHolder 9"/>
          <p:cNvSpPr>
            <a:spLocks noGrp="1"/>
          </p:cNvSpPr>
          <p:nvPr>
            <p:ph/>
          </p:nvPr>
        </p:nvSpPr>
        <p:spPr>
          <a:xfrm>
            <a:off x="5168160" y="4313520"/>
            <a:ext cx="1946520" cy="1013760"/>
          </a:xfrm>
          <a:prstGeom prst="rect">
            <a:avLst/>
          </a:prstGeom>
          <a:noFill/>
          <a:ln w="0">
            <a:noFill/>
          </a:ln>
        </p:spPr>
        <p:txBody>
          <a:bodyPr lIns="90000" tIns="45000" rIns="90000" bIns="45000" anchor="t">
            <a:noAutofit/>
          </a:bodyPr>
          <a:lstStyle/>
          <a:p>
            <a:pPr algn="ctr">
              <a:lnSpc>
                <a:spcPct val="120000"/>
              </a:lnSpc>
              <a:buNone/>
              <a:tabLst>
                <a:tab pos="0" algn="l"/>
              </a:tabLst>
            </a:pPr>
            <a:r>
              <a:rPr lang="en-US" sz="2000" b="0" strike="noStrike" spc="-1">
                <a:solidFill>
                  <a:srgbClr val="000000"/>
                </a:solidFill>
                <a:latin typeface="Century Gothic"/>
              </a:rPr>
              <a:t>For front end logic</a:t>
            </a:r>
            <a:endParaRPr lang="en-IN" sz="2000" b="0" strike="noStrike" spc="-1">
              <a:latin typeface="Arial"/>
            </a:endParaRPr>
          </a:p>
        </p:txBody>
      </p:sp>
      <p:sp>
        <p:nvSpPr>
          <p:cNvPr id="498" name="PlaceHolder 10"/>
          <p:cNvSpPr>
            <a:spLocks noGrp="1"/>
          </p:cNvSpPr>
          <p:nvPr>
            <p:ph/>
          </p:nvPr>
        </p:nvSpPr>
        <p:spPr>
          <a:xfrm>
            <a:off x="7279920" y="4320000"/>
            <a:ext cx="1946520" cy="2079720"/>
          </a:xfrm>
          <a:prstGeom prst="rect">
            <a:avLst/>
          </a:prstGeom>
          <a:noFill/>
          <a:ln w="0">
            <a:noFill/>
          </a:ln>
        </p:spPr>
        <p:txBody>
          <a:bodyPr lIns="90000" tIns="45000" rIns="90000" bIns="45000" anchor="t">
            <a:noAutofit/>
          </a:bodyPr>
          <a:lstStyle/>
          <a:p>
            <a:pPr algn="ctr">
              <a:lnSpc>
                <a:spcPct val="120000"/>
              </a:lnSpc>
              <a:buNone/>
              <a:tabLst>
                <a:tab pos="0" algn="l"/>
              </a:tabLst>
            </a:pPr>
            <a:r>
              <a:rPr lang="en-US" sz="2000" b="0" strike="noStrike" spc="-1">
                <a:solidFill>
                  <a:srgbClr val="000000"/>
                </a:solidFill>
                <a:latin typeface="Century Gothic"/>
              </a:rPr>
              <a:t>Back end systems,</a:t>
            </a:r>
            <a:endParaRPr lang="en-IN" sz="2000" b="0" strike="noStrike" spc="-1">
              <a:latin typeface="Arial"/>
            </a:endParaRPr>
          </a:p>
          <a:p>
            <a:pPr algn="ctr">
              <a:lnSpc>
                <a:spcPct val="120000"/>
              </a:lnSpc>
              <a:buNone/>
              <a:tabLst>
                <a:tab pos="0" algn="l"/>
              </a:tabLst>
            </a:pPr>
            <a:r>
              <a:rPr lang="en-US" sz="2000" b="0" strike="noStrike" spc="-1">
                <a:solidFill>
                  <a:srgbClr val="000000"/>
                </a:solidFill>
                <a:latin typeface="Century Gothic"/>
              </a:rPr>
              <a:t>Authentication etc.</a:t>
            </a:r>
            <a:endParaRPr lang="en-IN" sz="2000" b="0" strike="noStrike" spc="-1">
              <a:latin typeface="Arial"/>
            </a:endParaRPr>
          </a:p>
          <a:p>
            <a:pPr algn="ctr">
              <a:lnSpc>
                <a:spcPct val="120000"/>
              </a:lnSpc>
              <a:buNone/>
              <a:tabLst>
                <a:tab pos="0" algn="l"/>
              </a:tabLst>
            </a:pPr>
            <a:r>
              <a:rPr lang="en-US" sz="2000" b="0" strike="noStrike" spc="-1">
                <a:solidFill>
                  <a:srgbClr val="000000"/>
                </a:solidFill>
                <a:latin typeface="Century Gothic"/>
              </a:rPr>
              <a:t>(paid only)</a:t>
            </a:r>
            <a:endParaRPr lang="en-IN" sz="2000" b="0" strike="noStrike" spc="-1">
              <a:latin typeface="Arial"/>
            </a:endParaRPr>
          </a:p>
          <a:p>
            <a:pPr algn="ctr">
              <a:lnSpc>
                <a:spcPct val="120000"/>
              </a:lnSpc>
              <a:buNone/>
              <a:tabLst>
                <a:tab pos="0" algn="l"/>
              </a:tabLst>
            </a:pPr>
            <a:endParaRPr lang="en-IN" sz="2000" b="0" strike="noStrike" spc="-1">
              <a:latin typeface="Arial"/>
            </a:endParaRPr>
          </a:p>
        </p:txBody>
      </p:sp>
      <p:sp>
        <p:nvSpPr>
          <p:cNvPr id="499" name="PlaceHolder 11"/>
          <p:cNvSpPr>
            <a:spLocks noGrp="1"/>
          </p:cNvSpPr>
          <p:nvPr>
            <p:ph/>
          </p:nvPr>
        </p:nvSpPr>
        <p:spPr>
          <a:xfrm>
            <a:off x="9465840" y="4320000"/>
            <a:ext cx="1946520" cy="1215000"/>
          </a:xfrm>
          <a:prstGeom prst="rect">
            <a:avLst/>
          </a:prstGeom>
          <a:noFill/>
          <a:ln w="0">
            <a:noFill/>
          </a:ln>
        </p:spPr>
        <p:txBody>
          <a:bodyPr lIns="90000" tIns="45000" rIns="90000" bIns="45000" anchor="t">
            <a:noAutofit/>
          </a:bodyPr>
          <a:lstStyle/>
          <a:p>
            <a:pPr algn="ctr">
              <a:lnSpc>
                <a:spcPct val="120000"/>
              </a:lnSpc>
              <a:buNone/>
              <a:tabLst>
                <a:tab pos="0" algn="l"/>
              </a:tabLst>
            </a:pPr>
            <a:r>
              <a:rPr lang="en-US" sz="2000" b="0" strike="noStrike" spc="-1">
                <a:solidFill>
                  <a:srgbClr val="000000"/>
                </a:solidFill>
                <a:latin typeface="Century Gothic"/>
              </a:rPr>
              <a:t>Using open source Api</a:t>
            </a:r>
            <a:endParaRPr lang="en-IN" sz="2000" b="0" strike="noStrike" spc="-1">
              <a:latin typeface="Arial"/>
            </a:endParaRPr>
          </a:p>
        </p:txBody>
      </p:sp>
      <p:sp>
        <p:nvSpPr>
          <p:cNvPr id="500" name="PlaceHolder 12"/>
          <p:cNvSpPr>
            <a:spLocks noGrp="1"/>
          </p:cNvSpPr>
          <p:nvPr>
            <p:ph type="dt" idx="27"/>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sp>
        <p:nvSpPr>
          <p:cNvPr id="14" name="PlaceHolder 13"/>
          <p:cNvSpPr>
            <a:spLocks noGrp="1"/>
          </p:cNvSpPr>
          <p:nvPr>
            <p:ph type="ftr" idx="8"/>
          </p:nvPr>
        </p:nvSpPr>
        <p:spPr/>
        <p:txBody>
          <a:bodyPr/>
          <a:lstStyle/>
          <a:p>
            <a:r>
              <a:t>Presentation title</a:t>
            </a:r>
          </a:p>
        </p:txBody>
      </p:sp>
      <p:sp>
        <p:nvSpPr>
          <p:cNvPr id="15" name="PlaceHolder 14"/>
          <p:cNvSpPr>
            <a:spLocks noGrp="1"/>
          </p:cNvSpPr>
          <p:nvPr>
            <p:ph type="sldNum" idx="9"/>
          </p:nvPr>
        </p:nvSpPr>
        <p:spPr/>
        <p:txBody>
          <a:bodyPr/>
          <a:lstStyle/>
          <a:p>
            <a:fld id="{2308D920-E24D-4C8E-8A99-FE61691FD57B}" type="slidenum">
              <a:rPr/>
              <a:t>12</a:t>
            </a:fld>
            <a:endParaRPr/>
          </a:p>
        </p:txBody>
      </p:sp>
    </p:spTree>
  </p:cSld>
  <p:clrMapOvr>
    <a:masterClrMapping/>
  </p:clrMapOvr>
  <mc:AlternateContent xmlns:mc="http://schemas.openxmlformats.org/markup-compatibility/2006" xmlns:p14="http://schemas.microsoft.com/office/powerpoint/2010/main">
    <mc:Choice Requires="p14">
      <p:transition spd="slow" p14:dur="2000" advTm="125000">
        <p:pull dir="d"/>
      </p:transition>
    </mc:Choice>
    <mc:Fallback xmlns="" xmlns:p15="http://schemas.microsoft.com/office/powerpoint/2012/main">
      <p:transition spd="slow" advTm="125000">
        <p:pull dir="d"/>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3EBE8"/>
        </a:solidFill>
        <a:effectLst/>
      </p:bgPr>
    </p:bg>
    <p:spTree>
      <p:nvGrpSpPr>
        <p:cNvPr id="1" name=""/>
        <p:cNvGrpSpPr/>
        <p:nvPr/>
      </p:nvGrpSpPr>
      <p:grpSpPr>
        <a:xfrm>
          <a:off x="0" y="0"/>
          <a:ext cx="0" cy="0"/>
          <a:chOff x="0" y="0"/>
          <a:chExt cx="0" cy="0"/>
        </a:xfrm>
      </p:grpSpPr>
      <p:sp>
        <p:nvSpPr>
          <p:cNvPr id="501" name="PlaceHolder 1"/>
          <p:cNvSpPr>
            <a:spLocks noGrp="1"/>
          </p:cNvSpPr>
          <p:nvPr>
            <p:ph type="title"/>
          </p:nvPr>
        </p:nvSpPr>
        <p:spPr>
          <a:xfrm>
            <a:off x="0" y="0"/>
            <a:ext cx="12191040" cy="1013760"/>
          </a:xfrm>
          <a:prstGeom prst="rect">
            <a:avLst/>
          </a:prstGeom>
          <a:noFill/>
          <a:ln w="0">
            <a:noFill/>
          </a:ln>
        </p:spPr>
        <p:txBody>
          <a:bodyPr lIns="90000" tIns="45000" rIns="90000" bIns="45000" anchor="t">
            <a:noAutofit/>
          </a:bodyPr>
          <a:lstStyle/>
          <a:p>
            <a:pPr algn="ctr">
              <a:lnSpc>
                <a:spcPct val="100000"/>
              </a:lnSpc>
              <a:buNone/>
            </a:pPr>
            <a:r>
              <a:rPr lang="en-US" sz="3600" b="0" strike="noStrike" spc="-1">
                <a:solidFill>
                  <a:srgbClr val="000000"/>
                </a:solidFill>
                <a:latin typeface="Century Gothic"/>
              </a:rPr>
              <a:t>Investment/Support needed</a:t>
            </a:r>
            <a:endParaRPr lang="en-IN" sz="3600" b="0" strike="noStrike" spc="-1">
              <a:latin typeface="Arial"/>
            </a:endParaRPr>
          </a:p>
        </p:txBody>
      </p:sp>
      <p:graphicFrame>
        <p:nvGraphicFramePr>
          <p:cNvPr id="502" name="Content Placeholder 13"/>
          <p:cNvGraphicFramePr/>
          <p:nvPr/>
        </p:nvGraphicFramePr>
        <p:xfrm>
          <a:off x="1010520" y="621000"/>
          <a:ext cx="10283040" cy="5998680"/>
        </p:xfrm>
        <a:graphic>
          <a:graphicData uri="http://schemas.openxmlformats.org/drawingml/2006/table">
            <a:tbl>
              <a:tblPr/>
              <a:tblGrid>
                <a:gridCol w="2057040">
                  <a:extLst>
                    <a:ext uri="{9D8B030D-6E8A-4147-A177-3AD203B41FA5}">
                      <a16:colId xmlns:a16="http://schemas.microsoft.com/office/drawing/2014/main" val="20000"/>
                    </a:ext>
                  </a:extLst>
                </a:gridCol>
                <a:gridCol w="2057040">
                  <a:extLst>
                    <a:ext uri="{9D8B030D-6E8A-4147-A177-3AD203B41FA5}">
                      <a16:colId xmlns:a16="http://schemas.microsoft.com/office/drawing/2014/main" val="20001"/>
                    </a:ext>
                  </a:extLst>
                </a:gridCol>
                <a:gridCol w="2057040">
                  <a:extLst>
                    <a:ext uri="{9D8B030D-6E8A-4147-A177-3AD203B41FA5}">
                      <a16:colId xmlns:a16="http://schemas.microsoft.com/office/drawing/2014/main" val="20002"/>
                    </a:ext>
                  </a:extLst>
                </a:gridCol>
                <a:gridCol w="2057040">
                  <a:extLst>
                    <a:ext uri="{9D8B030D-6E8A-4147-A177-3AD203B41FA5}">
                      <a16:colId xmlns:a16="http://schemas.microsoft.com/office/drawing/2014/main" val="20003"/>
                    </a:ext>
                  </a:extLst>
                </a:gridCol>
                <a:gridCol w="2054880">
                  <a:extLst>
                    <a:ext uri="{9D8B030D-6E8A-4147-A177-3AD203B41FA5}">
                      <a16:colId xmlns:a16="http://schemas.microsoft.com/office/drawing/2014/main" val="20004"/>
                    </a:ext>
                  </a:extLst>
                </a:gridCol>
              </a:tblGrid>
              <a:tr h="1569600">
                <a:tc>
                  <a:txBody>
                    <a:bodyPr/>
                    <a:lstStyle/>
                    <a:p>
                      <a:pPr algn="ctr">
                        <a:lnSpc>
                          <a:spcPct val="100000"/>
                        </a:lnSpc>
                        <a:buNone/>
                      </a:pPr>
                      <a:r>
                        <a:rPr lang="en-US" sz="2000" b="0" strike="noStrike" spc="-1">
                          <a:solidFill>
                            <a:srgbClr val="000000"/>
                          </a:solidFill>
                          <a:latin typeface="Univers Condensed Light"/>
                        </a:rPr>
                        <a:t>SL no.</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What is the fund required for</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When it required</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What is the amount required</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How do we measure the outcome of the fund disbursed</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extLst>
                  <a:ext uri="{0D108BD9-81ED-4DB2-BD59-A6C34878D82A}">
                    <a16:rowId xmlns:a16="http://schemas.microsoft.com/office/drawing/2014/main" val="10000"/>
                  </a:ext>
                </a:extLst>
              </a:tr>
              <a:tr h="1337760">
                <a:tc>
                  <a:txBody>
                    <a:bodyPr/>
                    <a:lstStyle/>
                    <a:p>
                      <a:pPr algn="ctr">
                        <a:lnSpc>
                          <a:spcPct val="100000"/>
                        </a:lnSpc>
                        <a:buNone/>
                      </a:pPr>
                      <a:r>
                        <a:rPr lang="en-US" sz="1400" b="0" strike="noStrike" spc="-1">
                          <a:solidFill>
                            <a:srgbClr val="FFFFFF"/>
                          </a:solidFill>
                          <a:latin typeface="Univers Condensed Light"/>
                        </a:rPr>
                        <a:t>1</a:t>
                      </a:r>
                      <a:endParaRPr lang="en-IN" sz="14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Web source code building and engansing</a:t>
                      </a:r>
                      <a:endParaRPr lang="en-IN" sz="1400" b="0" strike="noStrike" spc="-1">
                        <a:latin typeface="Arial"/>
                      </a:endParaRPr>
                    </a:p>
                    <a:p>
                      <a:pPr algn="ctr">
                        <a:lnSpc>
                          <a:spcPct val="100000"/>
                        </a:lnSpc>
                        <a:buNone/>
                      </a:pPr>
                      <a:r>
                        <a:rPr lang="en-US" sz="1400" b="0" strike="noStrike" spc="-1">
                          <a:solidFill>
                            <a:srgbClr val="FFFFFF"/>
                          </a:solidFill>
                          <a:latin typeface="Univers Condensed Light"/>
                        </a:rPr>
                        <a:t>(One time investment)</a:t>
                      </a:r>
                      <a:endParaRPr lang="en-IN" sz="14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First stage</a:t>
                      </a:r>
                      <a:endParaRPr lang="en-IN" sz="14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50,000</a:t>
                      </a:r>
                      <a:endParaRPr lang="en-IN" sz="1400" b="0" strike="noStrike" spc="-1">
                        <a:latin typeface="Arial"/>
                      </a:endParaRPr>
                    </a:p>
                    <a:p>
                      <a:pPr algn="ctr">
                        <a:lnSpc>
                          <a:spcPct val="100000"/>
                        </a:lnSpc>
                        <a:buNone/>
                      </a:pPr>
                      <a:endParaRPr lang="en-IN" sz="14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Check the code is working done</a:t>
                      </a:r>
                      <a:endParaRPr lang="en-IN" sz="1400" b="0" strike="noStrike" spc="-1">
                        <a:latin typeface="Arial"/>
                      </a:endParaRPr>
                    </a:p>
                  </a:txBody>
                  <a:tcPr anchor="ctr">
                    <a:lnL w="12240">
                      <a:noFill/>
                    </a:lnL>
                    <a:lnR w="12240">
                      <a:noFill/>
                    </a:lnR>
                    <a:lnT w="18720">
                      <a:solidFill>
                        <a:srgbClr val="000000"/>
                      </a:solidFill>
                    </a:lnT>
                    <a:lnB w="12240">
                      <a:noFill/>
                    </a:lnB>
                    <a:solidFill>
                      <a:srgbClr val="2A9D8F"/>
                    </a:solidFill>
                  </a:tcPr>
                </a:tc>
                <a:extLst>
                  <a:ext uri="{0D108BD9-81ED-4DB2-BD59-A6C34878D82A}">
                    <a16:rowId xmlns:a16="http://schemas.microsoft.com/office/drawing/2014/main" val="10001"/>
                  </a:ext>
                </a:extLst>
              </a:tr>
              <a:tr h="1104120">
                <a:tc>
                  <a:txBody>
                    <a:bodyPr/>
                    <a:lstStyle/>
                    <a:p>
                      <a:pPr algn="ctr">
                        <a:lnSpc>
                          <a:spcPct val="100000"/>
                        </a:lnSpc>
                        <a:buNone/>
                      </a:pPr>
                      <a:r>
                        <a:rPr lang="en-US" sz="1400" b="0" strike="noStrike" spc="-1">
                          <a:solidFill>
                            <a:srgbClr val="FFFFFF"/>
                          </a:solidFill>
                          <a:latin typeface="Univers Condensed Light"/>
                        </a:rPr>
                        <a:t>2</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400" b="0" strike="noStrike" spc="-1">
                          <a:solidFill>
                            <a:srgbClr val="FFFFFF"/>
                          </a:solidFill>
                          <a:latin typeface="Univers Condensed Light"/>
                        </a:rPr>
                        <a:t>Hosting + Domain charges </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IN" sz="1400" b="0" strike="noStrike" spc="-1">
                          <a:solidFill>
                            <a:srgbClr val="FFFFFF"/>
                          </a:solidFill>
                          <a:latin typeface="Arial"/>
                        </a:rPr>
                        <a:t>Release</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400" b="0" strike="noStrike" spc="-1">
                          <a:solidFill>
                            <a:srgbClr val="FFFFFF"/>
                          </a:solidFill>
                          <a:latin typeface="Univers Condensed Light"/>
                        </a:rPr>
                        <a:t>{Average 1500 Rs according to current domain rate }</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tabLst>
                          <a:tab pos="0" algn="l"/>
                        </a:tabLst>
                      </a:pPr>
                      <a:r>
                        <a:rPr lang="en-US" sz="1400" b="0" strike="noStrike" spc="-1">
                          <a:solidFill>
                            <a:srgbClr val="FFFFFF"/>
                          </a:solidFill>
                          <a:latin typeface="Univers Condensed Light"/>
                        </a:rPr>
                        <a:t>Check the domain displays our website</a:t>
                      </a:r>
                      <a:endParaRPr lang="en-IN" sz="1400" b="0" strike="noStrike" spc="-1">
                        <a:latin typeface="Arial"/>
                      </a:endParaRPr>
                    </a:p>
                    <a:p>
                      <a:pPr algn="ctr">
                        <a:lnSpc>
                          <a:spcPct val="100000"/>
                        </a:lnSpc>
                        <a:buNone/>
                        <a:tabLst>
                          <a:tab pos="0" algn="l"/>
                        </a:tabLst>
                      </a:pPr>
                      <a:endParaRPr lang="en-IN" sz="1400" b="0" strike="noStrike" spc="-1">
                        <a:latin typeface="Arial"/>
                      </a:endParaRPr>
                    </a:p>
                  </a:txBody>
                  <a:tcPr anchor="ctr">
                    <a:lnL w="12240">
                      <a:noFill/>
                    </a:lnL>
                    <a:lnR w="12240">
                      <a:noFill/>
                    </a:lnR>
                    <a:lnT w="12240">
                      <a:noFill/>
                    </a:lnT>
                    <a:lnB w="12240">
                      <a:noFill/>
                    </a:lnB>
                    <a:solidFill>
                      <a:srgbClr val="264653"/>
                    </a:solidFill>
                  </a:tcPr>
                </a:tc>
                <a:extLst>
                  <a:ext uri="{0D108BD9-81ED-4DB2-BD59-A6C34878D82A}">
                    <a16:rowId xmlns:a16="http://schemas.microsoft.com/office/drawing/2014/main" val="10002"/>
                  </a:ext>
                </a:extLst>
              </a:tr>
              <a:tr h="1255680">
                <a:tc>
                  <a:txBody>
                    <a:bodyPr/>
                    <a:lstStyle/>
                    <a:p>
                      <a:pPr algn="ctr">
                        <a:lnSpc>
                          <a:spcPct val="100000"/>
                        </a:lnSpc>
                        <a:buNone/>
                      </a:pPr>
                      <a:r>
                        <a:rPr lang="en-US" sz="1400" b="0" strike="noStrike" spc="-1">
                          <a:solidFill>
                            <a:srgbClr val="FFFFFF"/>
                          </a:solidFill>
                          <a:latin typeface="Univers Condensed Light"/>
                        </a:rPr>
                        <a:t>3</a:t>
                      </a:r>
                      <a:endParaRPr lang="en-IN" sz="14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Social media ads </a:t>
                      </a:r>
                      <a:endParaRPr lang="en-IN" sz="1400" b="0" strike="noStrike" spc="-1">
                        <a:latin typeface="Arial"/>
                      </a:endParaRPr>
                    </a:p>
                    <a:p>
                      <a:pPr algn="ctr">
                        <a:lnSpc>
                          <a:spcPct val="100000"/>
                        </a:lnSpc>
                        <a:buNone/>
                      </a:pPr>
                      <a:r>
                        <a:rPr lang="en-US" sz="1400" b="0" strike="noStrike" spc="-1">
                          <a:solidFill>
                            <a:srgbClr val="FFFFFF"/>
                          </a:solidFill>
                          <a:latin typeface="Univers Condensed Light"/>
                        </a:rPr>
                        <a:t>+ email marketing</a:t>
                      </a:r>
                      <a:endParaRPr lang="en-IN" sz="14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Marketing</a:t>
                      </a:r>
                      <a:endParaRPr lang="en-IN" sz="14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INR 1,00,000</a:t>
                      </a:r>
                      <a:endParaRPr lang="en-IN" sz="14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pPr>
                      <a:r>
                        <a:rPr lang="en-US" sz="1400" b="0" strike="noStrike" spc="-1">
                          <a:solidFill>
                            <a:srgbClr val="FFFFFF"/>
                          </a:solidFill>
                          <a:latin typeface="Univers Condensed Light"/>
                        </a:rPr>
                        <a:t>Check the traffic of website, ads dashboard, mail replays</a:t>
                      </a:r>
                      <a:endParaRPr lang="en-IN" sz="1400" b="0" strike="noStrike" spc="-1">
                        <a:latin typeface="Arial"/>
                      </a:endParaRPr>
                    </a:p>
                  </a:txBody>
                  <a:tcPr anchor="ctr">
                    <a:lnL w="12240">
                      <a:noFill/>
                    </a:lnL>
                    <a:lnR w="12240">
                      <a:noFill/>
                    </a:lnR>
                    <a:lnT w="12240">
                      <a:noFill/>
                    </a:lnT>
                    <a:lnB w="12240">
                      <a:noFill/>
                    </a:lnB>
                    <a:solidFill>
                      <a:srgbClr val="2A9D8F"/>
                    </a:solidFill>
                  </a:tcPr>
                </a:tc>
                <a:extLst>
                  <a:ext uri="{0D108BD9-81ED-4DB2-BD59-A6C34878D82A}">
                    <a16:rowId xmlns:a16="http://schemas.microsoft.com/office/drawing/2014/main" val="10003"/>
                  </a:ext>
                </a:extLst>
              </a:tr>
              <a:tr h="216000">
                <a:tc>
                  <a:txBody>
                    <a:bodyPr/>
                    <a:lstStyle/>
                    <a:p>
                      <a:pPr algn="ctr">
                        <a:lnSpc>
                          <a:spcPct val="100000"/>
                        </a:lnSpc>
                        <a:buNone/>
                      </a:pPr>
                      <a:r>
                        <a:rPr lang="en-US" sz="1400" b="0" strike="noStrike" spc="-1">
                          <a:solidFill>
                            <a:srgbClr val="FFFFFF"/>
                          </a:solidFill>
                          <a:latin typeface="Univers Condensed Light"/>
                        </a:rPr>
                        <a:t>4</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400" b="0" strike="noStrike" spc="-1">
                          <a:solidFill>
                            <a:srgbClr val="FFFFFF"/>
                          </a:solidFill>
                          <a:latin typeface="Univers Condensed Light"/>
                        </a:rPr>
                        <a:t>Updations &amp; maintain</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400" b="0" strike="noStrike" spc="-1">
                          <a:solidFill>
                            <a:srgbClr val="FFFFFF"/>
                          </a:solidFill>
                          <a:latin typeface="Univers Condensed Light"/>
                        </a:rPr>
                        <a:t>Maintain</a:t>
                      </a:r>
                      <a:endParaRPr lang="en-IN" sz="14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400" b="0" strike="noStrike" spc="-1" dirty="0">
                          <a:solidFill>
                            <a:srgbClr val="FFFFFF"/>
                          </a:solidFill>
                          <a:latin typeface="Univers Condensed Light"/>
                        </a:rPr>
                        <a:t>{According to the Profit }</a:t>
                      </a:r>
                      <a:endParaRPr lang="en-IN" sz="1400" b="0" strike="noStrike" spc="-1" dirty="0">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400" b="0" strike="noStrike" spc="-1" dirty="0">
                          <a:solidFill>
                            <a:srgbClr val="FFFFFF"/>
                          </a:solidFill>
                          <a:latin typeface="Univers Condensed Light"/>
                        </a:rPr>
                        <a:t>Is tool have the right working according to the </a:t>
                      </a:r>
                      <a:r>
                        <a:rPr lang="en-US" sz="1400" b="0" strike="noStrike" spc="-1" dirty="0" err="1">
                          <a:solidFill>
                            <a:srgbClr val="FFFFFF"/>
                          </a:solidFill>
                          <a:latin typeface="Univers Condensed Light"/>
                        </a:rPr>
                        <a:t>updation</a:t>
                      </a:r>
                      <a:r>
                        <a:rPr lang="en-US" sz="1400" b="0" strike="noStrike" spc="-1" dirty="0">
                          <a:solidFill>
                            <a:srgbClr val="FFFFFF"/>
                          </a:solidFill>
                          <a:latin typeface="Univers Condensed Light"/>
                        </a:rPr>
                        <a:t> plan</a:t>
                      </a:r>
                      <a:endParaRPr lang="en-IN" sz="1400" b="0" strike="noStrike" spc="-1" dirty="0">
                        <a:latin typeface="Arial"/>
                      </a:endParaRPr>
                    </a:p>
                  </a:txBody>
                  <a:tcPr anchor="ctr">
                    <a:lnL w="12240">
                      <a:noFill/>
                    </a:lnL>
                    <a:lnR w="12240">
                      <a:noFill/>
                    </a:lnR>
                    <a:lnT w="12240">
                      <a:noFill/>
                    </a:lnT>
                    <a:lnB w="12240">
                      <a:noFill/>
                    </a:lnB>
                    <a:solidFill>
                      <a:srgbClr val="264653"/>
                    </a:solidFill>
                  </a:tcPr>
                </a:tc>
                <a:extLst>
                  <a:ext uri="{0D108BD9-81ED-4DB2-BD59-A6C34878D82A}">
                    <a16:rowId xmlns:a16="http://schemas.microsoft.com/office/drawing/2014/main" val="10004"/>
                  </a:ext>
                </a:extLst>
              </a:tr>
            </a:tbl>
          </a:graphicData>
        </a:graphic>
      </p:graphicFrame>
      <p:sp>
        <p:nvSpPr>
          <p:cNvPr id="503" name="PlaceHolder 2"/>
          <p:cNvSpPr>
            <a:spLocks noGrp="1"/>
          </p:cNvSpPr>
          <p:nvPr>
            <p:ph type="dt" idx="28"/>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sp>
        <p:nvSpPr>
          <p:cNvPr id="4" name="PlaceHolder 3"/>
          <p:cNvSpPr>
            <a:spLocks noGrp="1"/>
          </p:cNvSpPr>
          <p:nvPr>
            <p:ph type="ftr" idx="11"/>
          </p:nvPr>
        </p:nvSpPr>
        <p:spPr/>
        <p:txBody>
          <a:bodyPr/>
          <a:lstStyle/>
          <a:p>
            <a:r>
              <a:t>]</a:t>
            </a:r>
          </a:p>
        </p:txBody>
      </p:sp>
      <p:sp>
        <p:nvSpPr>
          <p:cNvPr id="5" name="PlaceHolder 4"/>
          <p:cNvSpPr>
            <a:spLocks noGrp="1"/>
          </p:cNvSpPr>
          <p:nvPr>
            <p:ph type="sldNum" idx="12"/>
          </p:nvPr>
        </p:nvSpPr>
        <p:spPr/>
        <p:txBody>
          <a:bodyPr/>
          <a:lstStyle/>
          <a:p>
            <a:fld id="{B3F5E175-7066-4584-B6F2-275E42EF7798}" type="slidenum">
              <a:rPr/>
              <a:t>13</a:t>
            </a:fld>
            <a:endParaRPr/>
          </a:p>
        </p:txBody>
      </p:sp>
    </p:spTree>
  </p:cSld>
  <p:clrMapOvr>
    <a:masterClrMapping/>
  </p:clrMapOvr>
  <mc:AlternateContent xmlns:mc="http://schemas.openxmlformats.org/markup-compatibility/2006" xmlns:p14="http://schemas.microsoft.com/office/powerpoint/2010/main">
    <mc:Choice Requires="p14">
      <p:transition spd="slow" p14:dur="2000" advTm="89000">
        <p:random/>
      </p:transition>
    </mc:Choice>
    <mc:Fallback xmlns="" xmlns:p15="http://schemas.microsoft.com/office/powerpoint/2012/main">
      <p:transition spd="slow" advTm="89000">
        <p:random/>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3EBE8"/>
        </a:solidFill>
        <a:effectLst/>
      </p:bgPr>
    </p:bg>
    <p:spTree>
      <p:nvGrpSpPr>
        <p:cNvPr id="1" name=""/>
        <p:cNvGrpSpPr/>
        <p:nvPr/>
      </p:nvGrpSpPr>
      <p:grpSpPr>
        <a:xfrm>
          <a:off x="0" y="0"/>
          <a:ext cx="0" cy="0"/>
          <a:chOff x="0" y="0"/>
          <a:chExt cx="0" cy="0"/>
        </a:xfrm>
      </p:grpSpPr>
      <p:sp>
        <p:nvSpPr>
          <p:cNvPr id="504" name="PlaceHolder 1"/>
          <p:cNvSpPr>
            <a:spLocks noGrp="1"/>
          </p:cNvSpPr>
          <p:nvPr>
            <p:ph type="title"/>
          </p:nvPr>
        </p:nvSpPr>
        <p:spPr>
          <a:xfrm>
            <a:off x="-188640" y="50040"/>
            <a:ext cx="12191040" cy="1013760"/>
          </a:xfrm>
          <a:prstGeom prst="rect">
            <a:avLst/>
          </a:prstGeom>
          <a:noFill/>
          <a:ln w="0">
            <a:noFill/>
          </a:ln>
        </p:spPr>
        <p:txBody>
          <a:bodyPr lIns="90000" tIns="45000" rIns="90000" bIns="45000" anchor="t">
            <a:noAutofit/>
          </a:bodyPr>
          <a:lstStyle/>
          <a:p>
            <a:pPr algn="ctr">
              <a:lnSpc>
                <a:spcPct val="100000"/>
              </a:lnSpc>
              <a:buNone/>
            </a:pPr>
            <a:r>
              <a:rPr lang="en-US" sz="3600" b="0" strike="noStrike" spc="-1">
                <a:solidFill>
                  <a:srgbClr val="000000"/>
                </a:solidFill>
                <a:latin typeface="Century Gothic"/>
              </a:rPr>
              <a:t>Project </a:t>
            </a:r>
            <a:r>
              <a:rPr lang="en-IN" sz="3600" b="0" strike="noStrike" spc="-1">
                <a:solidFill>
                  <a:srgbClr val="000000"/>
                </a:solidFill>
                <a:latin typeface="Century Gothic"/>
              </a:rPr>
              <a:t>Schedule </a:t>
            </a:r>
            <a:endParaRPr lang="en-IN" sz="3600" b="0" strike="noStrike" spc="-1">
              <a:latin typeface="Arial"/>
            </a:endParaRPr>
          </a:p>
        </p:txBody>
      </p:sp>
      <p:graphicFrame>
        <p:nvGraphicFramePr>
          <p:cNvPr id="505" name="Content Placeholder 13"/>
          <p:cNvGraphicFramePr/>
          <p:nvPr/>
        </p:nvGraphicFramePr>
        <p:xfrm>
          <a:off x="1203840" y="609480"/>
          <a:ext cx="10477080" cy="6128640"/>
        </p:xfrm>
        <a:graphic>
          <a:graphicData uri="http://schemas.openxmlformats.org/drawingml/2006/table">
            <a:tbl>
              <a:tblPr/>
              <a:tblGrid>
                <a:gridCol w="2095200">
                  <a:extLst>
                    <a:ext uri="{9D8B030D-6E8A-4147-A177-3AD203B41FA5}">
                      <a16:colId xmlns:a16="http://schemas.microsoft.com/office/drawing/2014/main" val="20000"/>
                    </a:ext>
                  </a:extLst>
                </a:gridCol>
                <a:gridCol w="2095200">
                  <a:extLst>
                    <a:ext uri="{9D8B030D-6E8A-4147-A177-3AD203B41FA5}">
                      <a16:colId xmlns:a16="http://schemas.microsoft.com/office/drawing/2014/main" val="20001"/>
                    </a:ext>
                  </a:extLst>
                </a:gridCol>
                <a:gridCol w="2095200">
                  <a:extLst>
                    <a:ext uri="{9D8B030D-6E8A-4147-A177-3AD203B41FA5}">
                      <a16:colId xmlns:a16="http://schemas.microsoft.com/office/drawing/2014/main" val="20002"/>
                    </a:ext>
                  </a:extLst>
                </a:gridCol>
                <a:gridCol w="2095200">
                  <a:extLst>
                    <a:ext uri="{9D8B030D-6E8A-4147-A177-3AD203B41FA5}">
                      <a16:colId xmlns:a16="http://schemas.microsoft.com/office/drawing/2014/main" val="20003"/>
                    </a:ext>
                  </a:extLst>
                </a:gridCol>
                <a:gridCol w="2096280">
                  <a:extLst>
                    <a:ext uri="{9D8B030D-6E8A-4147-A177-3AD203B41FA5}">
                      <a16:colId xmlns:a16="http://schemas.microsoft.com/office/drawing/2014/main" val="20004"/>
                    </a:ext>
                  </a:extLst>
                </a:gridCol>
              </a:tblGrid>
              <a:tr h="978480">
                <a:tc>
                  <a:txBody>
                    <a:bodyPr/>
                    <a:lstStyle/>
                    <a:p>
                      <a:pPr algn="ctr">
                        <a:lnSpc>
                          <a:spcPct val="100000"/>
                        </a:lnSpc>
                        <a:buNone/>
                      </a:pPr>
                      <a:r>
                        <a:rPr lang="en-US" sz="2000" b="0" strike="noStrike" spc="-1">
                          <a:solidFill>
                            <a:srgbClr val="000000"/>
                          </a:solidFill>
                          <a:latin typeface="Univers Condensed Light"/>
                        </a:rPr>
                        <a:t>SL no.</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Phase</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Activity</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How to know if task is completed ?</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tc>
                  <a:txBody>
                    <a:bodyPr/>
                    <a:lstStyle/>
                    <a:p>
                      <a:pPr algn="ctr">
                        <a:lnSpc>
                          <a:spcPct val="100000"/>
                        </a:lnSpc>
                        <a:buNone/>
                      </a:pPr>
                      <a:r>
                        <a:rPr lang="en-US" sz="2000" b="0" strike="noStrike" spc="-1">
                          <a:solidFill>
                            <a:srgbClr val="000000"/>
                          </a:solidFill>
                          <a:latin typeface="Univers Condensed Light"/>
                        </a:rPr>
                        <a:t>Fund required </a:t>
                      </a:r>
                      <a:endParaRPr lang="en-IN" sz="2000" b="0" strike="noStrike" spc="-1">
                        <a:latin typeface="Arial"/>
                      </a:endParaRPr>
                    </a:p>
                    <a:p>
                      <a:pPr algn="ctr">
                        <a:lnSpc>
                          <a:spcPct val="100000"/>
                        </a:lnSpc>
                        <a:buNone/>
                      </a:pPr>
                      <a:r>
                        <a:rPr lang="en-US" sz="2000" b="0" strike="noStrike" spc="-1">
                          <a:solidFill>
                            <a:srgbClr val="000000"/>
                          </a:solidFill>
                          <a:latin typeface="Univers Condensed Light"/>
                        </a:rPr>
                        <a:t>(Insert </a:t>
                      </a:r>
                      <a:r>
                        <a:rPr lang="en-IN" sz="2000" b="0" strike="noStrike" spc="-1">
                          <a:solidFill>
                            <a:srgbClr val="000000"/>
                          </a:solidFill>
                          <a:latin typeface="Univers Condensed Light"/>
                        </a:rPr>
                        <a:t>from serial number</a:t>
                      </a:r>
                      <a:r>
                        <a:rPr lang="en-US" sz="2000" b="0" strike="noStrike" spc="-1">
                          <a:solidFill>
                            <a:srgbClr val="000000"/>
                          </a:solidFill>
                          <a:latin typeface="Univers Condensed Light"/>
                        </a:rPr>
                        <a:t>)</a:t>
                      </a:r>
                      <a:endParaRPr lang="en-IN" sz="2000" b="0" strike="noStrike" spc="-1">
                        <a:latin typeface="Arial"/>
                      </a:endParaRPr>
                    </a:p>
                  </a:txBody>
                  <a:tcPr anchor="ctr">
                    <a:lnL w="12240">
                      <a:noFill/>
                    </a:lnL>
                    <a:lnR w="12240">
                      <a:noFill/>
                    </a:lnR>
                    <a:lnT w="12240">
                      <a:noFill/>
                    </a:lnT>
                    <a:lnB w="18720">
                      <a:solidFill>
                        <a:srgbClr val="000000"/>
                      </a:solidFill>
                    </a:lnB>
                    <a:solidFill>
                      <a:srgbClr val="F3D6CD"/>
                    </a:solidFill>
                  </a:tcPr>
                </a:tc>
                <a:extLst>
                  <a:ext uri="{0D108BD9-81ED-4DB2-BD59-A6C34878D82A}">
                    <a16:rowId xmlns:a16="http://schemas.microsoft.com/office/drawing/2014/main" val="10000"/>
                  </a:ext>
                </a:extLst>
              </a:tr>
              <a:tr h="1003320">
                <a:tc>
                  <a:txBody>
                    <a:bodyPr/>
                    <a:lstStyle/>
                    <a:p>
                      <a:pPr algn="ctr">
                        <a:lnSpc>
                          <a:spcPct val="100000"/>
                        </a:lnSpc>
                        <a:buNone/>
                      </a:pPr>
                      <a:r>
                        <a:rPr lang="en-US" sz="1600" b="0" strike="noStrike" spc="-1">
                          <a:solidFill>
                            <a:srgbClr val="FFFFFF"/>
                          </a:solidFill>
                          <a:latin typeface="Univers Condensed Light"/>
                        </a:rPr>
                        <a:t>1</a:t>
                      </a:r>
                      <a:endParaRPr lang="en-IN" sz="16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IN" sz="1600" b="0" strike="noStrike" spc="-1">
                          <a:solidFill>
                            <a:srgbClr val="FFFFFF"/>
                          </a:solidFill>
                          <a:latin typeface="Univers Condensed Light"/>
                        </a:rPr>
                        <a:t>Source code Development </a:t>
                      </a:r>
                      <a:endParaRPr lang="en-IN" sz="16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600" b="0" strike="noStrike" spc="-1">
                          <a:solidFill>
                            <a:srgbClr val="FFFFFF"/>
                          </a:solidFill>
                          <a:latin typeface="Univers Condensed Light"/>
                        </a:rPr>
                        <a:t>Develop the Website</a:t>
                      </a:r>
                      <a:endParaRPr lang="en-IN" sz="16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600" b="0" strike="noStrike" spc="-1">
                          <a:solidFill>
                            <a:srgbClr val="FFFFFF"/>
                          </a:solidFill>
                          <a:latin typeface="Univers Condensed Light"/>
                        </a:rPr>
                        <a:t>Check it is working well for requirments</a:t>
                      </a:r>
                      <a:endParaRPr lang="en-IN" sz="1600" b="0" strike="noStrike" spc="-1">
                        <a:latin typeface="Arial"/>
                      </a:endParaRPr>
                    </a:p>
                  </a:txBody>
                  <a:tcPr anchor="ctr">
                    <a:lnL w="12240">
                      <a:noFill/>
                    </a:lnL>
                    <a:lnR w="12240">
                      <a:noFill/>
                    </a:lnR>
                    <a:lnT w="18720">
                      <a:solidFill>
                        <a:srgbClr val="000000"/>
                      </a:solidFill>
                    </a:lnT>
                    <a:lnB w="12240">
                      <a:noFill/>
                    </a:lnB>
                    <a:solidFill>
                      <a:srgbClr val="2A9D8F"/>
                    </a:solidFill>
                  </a:tcPr>
                </a:tc>
                <a:tc>
                  <a:txBody>
                    <a:bodyPr/>
                    <a:lstStyle/>
                    <a:p>
                      <a:pPr algn="ctr">
                        <a:lnSpc>
                          <a:spcPct val="100000"/>
                        </a:lnSpc>
                        <a:buNone/>
                      </a:pPr>
                      <a:r>
                        <a:rPr lang="en-US" sz="1600" b="0" strike="noStrike" spc="-1">
                          <a:solidFill>
                            <a:srgbClr val="FFFFFF"/>
                          </a:solidFill>
                          <a:latin typeface="Univers Condensed Light"/>
                        </a:rPr>
                        <a:t>1</a:t>
                      </a:r>
                      <a:endParaRPr lang="en-IN" sz="1600" b="0" strike="noStrike" spc="-1">
                        <a:latin typeface="Arial"/>
                      </a:endParaRPr>
                    </a:p>
                  </a:txBody>
                  <a:tcPr anchor="ctr">
                    <a:lnL w="12240">
                      <a:noFill/>
                    </a:lnL>
                    <a:lnR w="12240">
                      <a:noFill/>
                    </a:lnR>
                    <a:lnT w="18720">
                      <a:solidFill>
                        <a:srgbClr val="000000"/>
                      </a:solidFill>
                    </a:lnT>
                    <a:lnB w="12240">
                      <a:noFill/>
                    </a:lnB>
                    <a:solidFill>
                      <a:srgbClr val="2A9D8F"/>
                    </a:solidFill>
                  </a:tcPr>
                </a:tc>
                <a:extLst>
                  <a:ext uri="{0D108BD9-81ED-4DB2-BD59-A6C34878D82A}">
                    <a16:rowId xmlns:a16="http://schemas.microsoft.com/office/drawing/2014/main" val="10001"/>
                  </a:ext>
                </a:extLst>
              </a:tr>
              <a:tr h="1326960">
                <a:tc>
                  <a:txBody>
                    <a:bodyPr/>
                    <a:lstStyle/>
                    <a:p>
                      <a:pPr algn="ctr">
                        <a:lnSpc>
                          <a:spcPct val="100000"/>
                        </a:lnSpc>
                        <a:buNone/>
                      </a:pPr>
                      <a:r>
                        <a:rPr lang="en-US" sz="1600" b="0" strike="noStrike" spc="-1">
                          <a:solidFill>
                            <a:srgbClr val="FFFFFF"/>
                          </a:solidFill>
                          <a:latin typeface="Univers Condensed Light"/>
                        </a:rPr>
                        <a:t>2</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Hosting in internet</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Host it in the internet and make this accessable for every one </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Check is it in the specific Domain we expected</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2</a:t>
                      </a:r>
                      <a:endParaRPr lang="en-IN" sz="1600" b="0" strike="noStrike" spc="-1">
                        <a:latin typeface="Arial"/>
                      </a:endParaRPr>
                    </a:p>
                  </a:txBody>
                  <a:tcPr anchor="ctr">
                    <a:lnL w="12240">
                      <a:noFill/>
                    </a:lnL>
                    <a:lnR w="12240">
                      <a:noFill/>
                    </a:lnR>
                    <a:lnT w="12240">
                      <a:noFill/>
                    </a:lnT>
                    <a:lnB w="12240">
                      <a:noFill/>
                    </a:lnB>
                    <a:solidFill>
                      <a:srgbClr val="264653"/>
                    </a:solidFill>
                  </a:tcPr>
                </a:tc>
                <a:extLst>
                  <a:ext uri="{0D108BD9-81ED-4DB2-BD59-A6C34878D82A}">
                    <a16:rowId xmlns:a16="http://schemas.microsoft.com/office/drawing/2014/main" val="10002"/>
                  </a:ext>
                </a:extLst>
              </a:tr>
              <a:tr h="1493640">
                <a:tc>
                  <a:txBody>
                    <a:bodyPr/>
                    <a:lstStyle/>
                    <a:p>
                      <a:pPr algn="ctr">
                        <a:lnSpc>
                          <a:spcPct val="100000"/>
                        </a:lnSpc>
                        <a:buNone/>
                      </a:pPr>
                      <a:r>
                        <a:rPr lang="en-US" sz="1600" b="0" strike="noStrike" spc="-1">
                          <a:solidFill>
                            <a:srgbClr val="FFFFFF"/>
                          </a:solidFill>
                          <a:latin typeface="Univers Condensed Light"/>
                        </a:rPr>
                        <a:t>3</a:t>
                      </a:r>
                      <a:endParaRPr lang="en-IN" sz="16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tabLst>
                          <a:tab pos="0" algn="l"/>
                        </a:tabLst>
                      </a:pPr>
                      <a:r>
                        <a:rPr lang="en-US" sz="1600" b="0" strike="noStrike" spc="-1">
                          <a:solidFill>
                            <a:srgbClr val="FFFFFF"/>
                          </a:solidFill>
                          <a:latin typeface="Univers Condensed Light"/>
                        </a:rPr>
                        <a:t>Marketing </a:t>
                      </a:r>
                      <a:r>
                        <a:rPr lang="en-IN" sz="1600" b="0" strike="noStrike" spc="-1">
                          <a:solidFill>
                            <a:srgbClr val="FFFFFF"/>
                          </a:solidFill>
                          <a:latin typeface="Univers Condensed Light"/>
                        </a:rPr>
                        <a:t>strategy and testing </a:t>
                      </a:r>
                      <a:endParaRPr lang="en-IN" sz="1600" b="0" strike="noStrike" spc="-1">
                        <a:latin typeface="Arial"/>
                      </a:endParaRPr>
                    </a:p>
                    <a:p>
                      <a:pPr algn="ctr">
                        <a:lnSpc>
                          <a:spcPct val="100000"/>
                        </a:lnSpc>
                        <a:buNone/>
                        <a:tabLst>
                          <a:tab pos="0" algn="l"/>
                        </a:tabLst>
                      </a:pPr>
                      <a:endParaRPr lang="en-IN" sz="16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tabLst>
                          <a:tab pos="0" algn="l"/>
                        </a:tabLst>
                      </a:pPr>
                      <a:r>
                        <a:rPr lang="en-IN" sz="1600" b="0" strike="noStrike" spc="-1">
                          <a:solidFill>
                            <a:srgbClr val="FFFFFF"/>
                          </a:solidFill>
                          <a:latin typeface="Univers Condensed Light"/>
                        </a:rPr>
                        <a:t>Creating ads posting it , Promotions from Tech companys  email marketting</a:t>
                      </a:r>
                      <a:endParaRPr lang="en-IN" sz="1600" b="0" strike="noStrike" spc="-1">
                        <a:latin typeface="Arial"/>
                      </a:endParaRPr>
                    </a:p>
                    <a:p>
                      <a:pPr algn="ctr">
                        <a:lnSpc>
                          <a:spcPct val="100000"/>
                        </a:lnSpc>
                        <a:buNone/>
                        <a:tabLst>
                          <a:tab pos="0" algn="l"/>
                        </a:tabLst>
                      </a:pPr>
                      <a:endParaRPr lang="en-IN" sz="16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tabLst>
                          <a:tab pos="0" algn="l"/>
                        </a:tabLst>
                      </a:pPr>
                      <a:r>
                        <a:rPr lang="en-US" sz="1600" b="0" strike="noStrike" spc="-1">
                          <a:solidFill>
                            <a:srgbClr val="FFFFFF"/>
                          </a:solidFill>
                          <a:latin typeface="Univers Condensed Light"/>
                        </a:rPr>
                        <a:t>Check the current website traffic is it increased like our expectation so done</a:t>
                      </a:r>
                      <a:endParaRPr lang="en-IN" sz="1600" b="0" strike="noStrike" spc="-1">
                        <a:latin typeface="Arial"/>
                      </a:endParaRPr>
                    </a:p>
                    <a:p>
                      <a:pPr algn="ctr">
                        <a:lnSpc>
                          <a:spcPct val="100000"/>
                        </a:lnSpc>
                        <a:buNone/>
                        <a:tabLst>
                          <a:tab pos="0" algn="l"/>
                        </a:tabLst>
                      </a:pPr>
                      <a:endParaRPr lang="en-IN" sz="1600" b="0" strike="noStrike" spc="-1">
                        <a:latin typeface="Arial"/>
                      </a:endParaRPr>
                    </a:p>
                  </a:txBody>
                  <a:tcPr anchor="ctr">
                    <a:lnL w="12240">
                      <a:noFill/>
                    </a:lnL>
                    <a:lnR w="12240">
                      <a:noFill/>
                    </a:lnR>
                    <a:lnT w="12240">
                      <a:noFill/>
                    </a:lnT>
                    <a:lnB w="12240">
                      <a:noFill/>
                    </a:lnB>
                    <a:solidFill>
                      <a:srgbClr val="2A9D8F"/>
                    </a:solidFill>
                  </a:tcPr>
                </a:tc>
                <a:tc>
                  <a:txBody>
                    <a:bodyPr/>
                    <a:lstStyle/>
                    <a:p>
                      <a:pPr algn="ctr">
                        <a:lnSpc>
                          <a:spcPct val="100000"/>
                        </a:lnSpc>
                        <a:buNone/>
                      </a:pPr>
                      <a:r>
                        <a:rPr lang="en-US" sz="1600" b="0" strike="noStrike" spc="-1">
                          <a:solidFill>
                            <a:srgbClr val="FFFFFF"/>
                          </a:solidFill>
                          <a:latin typeface="Univers Condensed Light"/>
                        </a:rPr>
                        <a:t>3</a:t>
                      </a:r>
                      <a:endParaRPr lang="en-IN" sz="1600" b="0" strike="noStrike" spc="-1">
                        <a:latin typeface="Arial"/>
                      </a:endParaRPr>
                    </a:p>
                  </a:txBody>
                  <a:tcPr anchor="ctr">
                    <a:lnL w="12240">
                      <a:noFill/>
                    </a:lnL>
                    <a:lnR w="12240">
                      <a:noFill/>
                    </a:lnR>
                    <a:lnT w="12240">
                      <a:noFill/>
                    </a:lnT>
                    <a:lnB w="12240">
                      <a:noFill/>
                    </a:lnB>
                    <a:solidFill>
                      <a:srgbClr val="2A9D8F"/>
                    </a:solidFill>
                  </a:tcPr>
                </a:tc>
                <a:extLst>
                  <a:ext uri="{0D108BD9-81ED-4DB2-BD59-A6C34878D82A}">
                    <a16:rowId xmlns:a16="http://schemas.microsoft.com/office/drawing/2014/main" val="10003"/>
                  </a:ext>
                </a:extLst>
              </a:tr>
              <a:tr h="1298880">
                <a:tc>
                  <a:txBody>
                    <a:bodyPr/>
                    <a:lstStyle/>
                    <a:p>
                      <a:pPr algn="ctr">
                        <a:lnSpc>
                          <a:spcPct val="100000"/>
                        </a:lnSpc>
                        <a:buNone/>
                      </a:pPr>
                      <a:r>
                        <a:rPr lang="en-US" sz="1600" b="0" strike="noStrike" spc="-1">
                          <a:solidFill>
                            <a:srgbClr val="FFFFFF"/>
                          </a:solidFill>
                          <a:latin typeface="Univers Condensed Light"/>
                        </a:rPr>
                        <a:t>4</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Project maintain</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Update  existing things , analyse voice of customer</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Hacker updates endless because of new tech , so we also needed to update</a:t>
                      </a:r>
                      <a:endParaRPr lang="en-IN" sz="1600" b="0" strike="noStrike" spc="-1">
                        <a:latin typeface="Arial"/>
                      </a:endParaRPr>
                    </a:p>
                  </a:txBody>
                  <a:tcPr anchor="ctr">
                    <a:lnL w="12240">
                      <a:noFill/>
                    </a:lnL>
                    <a:lnR w="12240">
                      <a:noFill/>
                    </a:lnR>
                    <a:lnT w="12240">
                      <a:noFill/>
                    </a:lnT>
                    <a:lnB w="12240">
                      <a:noFill/>
                    </a:lnB>
                    <a:solidFill>
                      <a:srgbClr val="264653"/>
                    </a:solidFill>
                  </a:tcPr>
                </a:tc>
                <a:tc>
                  <a:txBody>
                    <a:bodyPr/>
                    <a:lstStyle/>
                    <a:p>
                      <a:pPr algn="ctr">
                        <a:lnSpc>
                          <a:spcPct val="100000"/>
                        </a:lnSpc>
                        <a:buNone/>
                      </a:pPr>
                      <a:r>
                        <a:rPr lang="en-US" sz="1600" b="0" strike="noStrike" spc="-1">
                          <a:solidFill>
                            <a:srgbClr val="FFFFFF"/>
                          </a:solidFill>
                          <a:latin typeface="Univers Condensed Light"/>
                        </a:rPr>
                        <a:t>4</a:t>
                      </a:r>
                      <a:endParaRPr lang="en-IN" sz="1600" b="0" strike="noStrike" spc="-1">
                        <a:latin typeface="Arial"/>
                      </a:endParaRPr>
                    </a:p>
                  </a:txBody>
                  <a:tcPr anchor="ctr">
                    <a:lnL w="12240">
                      <a:noFill/>
                    </a:lnL>
                    <a:lnR w="12240">
                      <a:noFill/>
                    </a:lnR>
                    <a:lnT w="12240">
                      <a:noFill/>
                    </a:lnT>
                    <a:lnB w="12240">
                      <a:noFill/>
                    </a:lnB>
                    <a:solidFill>
                      <a:srgbClr val="264653"/>
                    </a:solidFill>
                  </a:tcPr>
                </a:tc>
                <a:extLst>
                  <a:ext uri="{0D108BD9-81ED-4DB2-BD59-A6C34878D82A}">
                    <a16:rowId xmlns:a16="http://schemas.microsoft.com/office/drawing/2014/main" val="10004"/>
                  </a:ext>
                </a:extLst>
              </a:tr>
            </a:tbl>
          </a:graphicData>
        </a:graphic>
      </p:graphicFrame>
      <p:sp>
        <p:nvSpPr>
          <p:cNvPr id="506" name="PlaceHolder 2"/>
          <p:cNvSpPr>
            <a:spLocks noGrp="1"/>
          </p:cNvSpPr>
          <p:nvPr>
            <p:ph type="dt" idx="29"/>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sp>
        <p:nvSpPr>
          <p:cNvPr id="4" name="PlaceHolder 3"/>
          <p:cNvSpPr>
            <a:spLocks noGrp="1"/>
          </p:cNvSpPr>
          <p:nvPr>
            <p:ph type="ftr" idx="11"/>
          </p:nvPr>
        </p:nvSpPr>
        <p:spPr/>
        <p:txBody>
          <a:bodyPr/>
          <a:lstStyle/>
          <a:p>
            <a:r>
              <a:t>]</a:t>
            </a:r>
          </a:p>
        </p:txBody>
      </p:sp>
      <p:sp>
        <p:nvSpPr>
          <p:cNvPr id="5" name="PlaceHolder 4"/>
          <p:cNvSpPr>
            <a:spLocks noGrp="1"/>
          </p:cNvSpPr>
          <p:nvPr>
            <p:ph type="sldNum" idx="12"/>
          </p:nvPr>
        </p:nvSpPr>
        <p:spPr/>
        <p:txBody>
          <a:bodyPr/>
          <a:lstStyle/>
          <a:p>
            <a:fld id="{F0ADDFEB-06B5-4E56-B827-1BF7F3251284}" type="slidenum">
              <a:rPr/>
              <a:t>14</a:t>
            </a:fld>
            <a:endParaRPr/>
          </a:p>
        </p:txBody>
      </p:sp>
    </p:spTree>
  </p:cSld>
  <p:clrMapOvr>
    <a:masterClrMapping/>
  </p:clrMapOvr>
  <mc:AlternateContent xmlns:mc="http://schemas.openxmlformats.org/markup-compatibility/2006" xmlns:p14="http://schemas.microsoft.com/office/powerpoint/2010/main">
    <mc:Choice Requires="p14">
      <p:transition spd="slow" p14:dur="2000" advTm="89000">
        <p:zoom/>
      </p:transition>
    </mc:Choice>
    <mc:Fallback xmlns="" xmlns:p15="http://schemas.microsoft.com/office/powerpoint/2012/main">
      <p:transition spd="slow" advTm="89000">
        <p:zoom dir="o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 name="PlaceHolder 1"/>
          <p:cNvSpPr>
            <a:spLocks noGrp="1"/>
          </p:cNvSpPr>
          <p:nvPr>
            <p:ph type="title"/>
          </p:nvPr>
        </p:nvSpPr>
        <p:spPr>
          <a:xfrm>
            <a:off x="731520" y="1947600"/>
            <a:ext cx="3208320" cy="2860920"/>
          </a:xfrm>
          <a:prstGeom prst="rect">
            <a:avLst/>
          </a:prstGeom>
          <a:noFill/>
          <a:ln w="0">
            <a:noFill/>
          </a:ln>
        </p:spPr>
        <p:txBody>
          <a:bodyPr lIns="90000" tIns="45000" rIns="90000" bIns="45000" anchor="ctr">
            <a:noAutofit/>
          </a:bodyPr>
          <a:lstStyle/>
          <a:p>
            <a:pPr>
              <a:lnSpc>
                <a:spcPct val="100000"/>
              </a:lnSpc>
              <a:buNone/>
            </a:pPr>
            <a:r>
              <a:rPr lang="en-IN" sz="6000" b="0" strike="noStrike" spc="-1">
                <a:solidFill>
                  <a:srgbClr val="000000"/>
                </a:solidFill>
                <a:latin typeface="Century Gothic"/>
              </a:rPr>
              <a:t>Impact</a:t>
            </a:r>
            <a:endParaRPr lang="en-IN" sz="6000" b="0" strike="noStrike" spc="-1">
              <a:latin typeface="Arial"/>
            </a:endParaRPr>
          </a:p>
        </p:txBody>
      </p:sp>
      <p:sp>
        <p:nvSpPr>
          <p:cNvPr id="508" name="PlaceHolder 2"/>
          <p:cNvSpPr>
            <a:spLocks noGrp="1"/>
          </p:cNvSpPr>
          <p:nvPr>
            <p:ph/>
          </p:nvPr>
        </p:nvSpPr>
        <p:spPr>
          <a:xfrm>
            <a:off x="5769720" y="187200"/>
            <a:ext cx="3839400" cy="60732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600" b="1" strike="noStrike" spc="-1">
                <a:solidFill>
                  <a:srgbClr val="000000"/>
                </a:solidFill>
                <a:latin typeface="Century Gothic"/>
              </a:rPr>
              <a:t>Out come appear</a:t>
            </a:r>
            <a:endParaRPr lang="en-IN" sz="1600" b="0" strike="noStrike" spc="-1">
              <a:latin typeface="Arial"/>
            </a:endParaRPr>
          </a:p>
        </p:txBody>
      </p:sp>
      <p:sp>
        <p:nvSpPr>
          <p:cNvPr id="509" name="PlaceHolder 3"/>
          <p:cNvSpPr>
            <a:spLocks noGrp="1"/>
          </p:cNvSpPr>
          <p:nvPr>
            <p:ph/>
          </p:nvPr>
        </p:nvSpPr>
        <p:spPr>
          <a:xfrm>
            <a:off x="5769720" y="409320"/>
            <a:ext cx="6066720" cy="9849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600" b="0" strike="noStrike" spc="-1">
                <a:solidFill>
                  <a:srgbClr val="000000"/>
                </a:solidFill>
                <a:latin typeface="Univers Condensed Light"/>
              </a:rPr>
              <a:t>Cyber attacks may happen like now but victims are entirely power full and there is a only a small part of people only be damaged throw cyber attack, Most of the people handle problem their own if smaller</a:t>
            </a:r>
            <a:endParaRPr lang="en-IN" sz="1600" b="0" strike="noStrike" spc="-1">
              <a:latin typeface="Arial"/>
            </a:endParaRPr>
          </a:p>
        </p:txBody>
      </p:sp>
      <p:sp>
        <p:nvSpPr>
          <p:cNvPr id="510" name="PlaceHolder 4"/>
          <p:cNvSpPr>
            <a:spLocks noGrp="1"/>
          </p:cNvSpPr>
          <p:nvPr>
            <p:ph/>
          </p:nvPr>
        </p:nvSpPr>
        <p:spPr>
          <a:xfrm>
            <a:off x="5760000" y="1576440"/>
            <a:ext cx="3839400" cy="5360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600" b="1" strike="noStrike" spc="-1">
                <a:solidFill>
                  <a:srgbClr val="000000"/>
                </a:solidFill>
                <a:latin typeface="Century Gothic"/>
              </a:rPr>
              <a:t>Our solution make money</a:t>
            </a:r>
            <a:endParaRPr lang="en-IN" sz="1600" b="0" strike="noStrike" spc="-1">
              <a:latin typeface="Arial"/>
            </a:endParaRPr>
          </a:p>
        </p:txBody>
      </p:sp>
      <p:sp>
        <p:nvSpPr>
          <p:cNvPr id="511" name="PlaceHolder 5"/>
          <p:cNvSpPr>
            <a:spLocks noGrp="1"/>
          </p:cNvSpPr>
          <p:nvPr>
            <p:ph/>
          </p:nvPr>
        </p:nvSpPr>
        <p:spPr>
          <a:xfrm>
            <a:off x="5623560" y="1765440"/>
            <a:ext cx="5877720" cy="63900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400" b="0" strike="noStrike" spc="-1">
                <a:solidFill>
                  <a:srgbClr val="000000"/>
                </a:solidFill>
                <a:latin typeface="Univers Condensed Light"/>
              </a:rPr>
              <a:t>We introduce paid and free plan to the users those need and focus on high level privacy by taking premium needed to pay the money to us.It also earn form donations , Ads by its real world skills</a:t>
            </a:r>
            <a:endParaRPr lang="en-IN" sz="1400" b="0" strike="noStrike" spc="-1">
              <a:latin typeface="Arial"/>
            </a:endParaRPr>
          </a:p>
        </p:txBody>
      </p:sp>
      <p:sp>
        <p:nvSpPr>
          <p:cNvPr id="512" name="PlaceHolder 6"/>
          <p:cNvSpPr>
            <a:spLocks noGrp="1"/>
          </p:cNvSpPr>
          <p:nvPr>
            <p:ph/>
          </p:nvPr>
        </p:nvSpPr>
        <p:spPr>
          <a:xfrm>
            <a:off x="5771520" y="2802960"/>
            <a:ext cx="3839400" cy="5702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600" b="1" strike="noStrike" spc="-1">
                <a:solidFill>
                  <a:srgbClr val="000000"/>
                </a:solidFill>
                <a:latin typeface="Century Gothic"/>
              </a:rPr>
              <a:t>Solution benefit society</a:t>
            </a:r>
            <a:endParaRPr lang="en-IN" sz="1600" b="0" strike="noStrike" spc="-1">
              <a:latin typeface="Arial"/>
            </a:endParaRPr>
          </a:p>
        </p:txBody>
      </p:sp>
      <p:sp>
        <p:nvSpPr>
          <p:cNvPr id="513" name="PlaceHolder 7"/>
          <p:cNvSpPr>
            <a:spLocks noGrp="1"/>
          </p:cNvSpPr>
          <p:nvPr>
            <p:ph/>
          </p:nvPr>
        </p:nvSpPr>
        <p:spPr>
          <a:xfrm>
            <a:off x="5771520" y="3060000"/>
            <a:ext cx="5028120" cy="80784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400" b="0" strike="noStrike" spc="-1">
                <a:solidFill>
                  <a:srgbClr val="000000"/>
                </a:solidFill>
                <a:latin typeface="Univers Condensed Light"/>
              </a:rPr>
              <a:t>We offer paid and free plan if a person have not enough cash to spent then can be they use affordable version , the paid plan have a low cost under 200 and larger than 50</a:t>
            </a:r>
            <a:endParaRPr lang="en-IN" sz="1400" b="0" strike="noStrike" spc="-1">
              <a:latin typeface="Arial"/>
            </a:endParaRPr>
          </a:p>
        </p:txBody>
      </p:sp>
      <p:sp>
        <p:nvSpPr>
          <p:cNvPr id="514" name="PlaceHolder 8"/>
          <p:cNvSpPr>
            <a:spLocks noGrp="1"/>
          </p:cNvSpPr>
          <p:nvPr>
            <p:ph/>
          </p:nvPr>
        </p:nvSpPr>
        <p:spPr>
          <a:xfrm>
            <a:off x="5769720" y="4010040"/>
            <a:ext cx="3774600" cy="314640"/>
          </a:xfrm>
          <a:prstGeom prst="rect">
            <a:avLst/>
          </a:prstGeom>
          <a:noFill/>
          <a:ln w="0">
            <a:noFill/>
          </a:ln>
        </p:spPr>
        <p:txBody>
          <a:bodyPr lIns="90000" tIns="45000" rIns="90000" bIns="45000" anchor="t">
            <a:noAutofit/>
          </a:bodyPr>
          <a:lstStyle/>
          <a:p>
            <a:pPr>
              <a:lnSpc>
                <a:spcPct val="90000"/>
              </a:lnSpc>
              <a:buNone/>
              <a:tabLst>
                <a:tab pos="0" algn="l"/>
              </a:tabLst>
            </a:pPr>
            <a:r>
              <a:rPr lang="en-IN" sz="1600" b="1" strike="noStrike" spc="-1">
                <a:solidFill>
                  <a:srgbClr val="000000"/>
                </a:solidFill>
                <a:latin typeface="Century Gothic"/>
              </a:rPr>
              <a:t>Business</a:t>
            </a:r>
            <a:r>
              <a:rPr lang="en-IN" sz="2000" b="1" strike="noStrike" spc="-1">
                <a:solidFill>
                  <a:srgbClr val="000000"/>
                </a:solidFill>
                <a:latin typeface="Century Gothic"/>
              </a:rPr>
              <a:t> </a:t>
            </a:r>
            <a:r>
              <a:rPr lang="en-IN" sz="1600" b="1" strike="noStrike" spc="-1">
                <a:solidFill>
                  <a:srgbClr val="000000"/>
                </a:solidFill>
                <a:latin typeface="Century Gothic"/>
              </a:rPr>
              <a:t>Impact</a:t>
            </a:r>
            <a:endParaRPr lang="en-IN" sz="1600" b="0" strike="noStrike" spc="-1">
              <a:latin typeface="Arial"/>
            </a:endParaRPr>
          </a:p>
        </p:txBody>
      </p:sp>
      <p:sp>
        <p:nvSpPr>
          <p:cNvPr id="515" name="PlaceHolder 9"/>
          <p:cNvSpPr>
            <a:spLocks noGrp="1"/>
          </p:cNvSpPr>
          <p:nvPr>
            <p:ph/>
          </p:nvPr>
        </p:nvSpPr>
        <p:spPr>
          <a:xfrm>
            <a:off x="5769720" y="4325040"/>
            <a:ext cx="5877720" cy="66060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400" b="0" strike="noStrike" spc="-1">
                <a:solidFill>
                  <a:srgbClr val="000000"/>
                </a:solidFill>
                <a:latin typeface="Univers Condensed Light"/>
              </a:rPr>
              <a:t>Profit will be increase because there is no Malayalm tools to help them in cyber security. People will give first priority to data so they definitely use this may be use the premium because it is affordable</a:t>
            </a:r>
            <a:endParaRPr lang="en-IN" sz="1400" b="0" strike="noStrike" spc="-1">
              <a:latin typeface="Arial"/>
            </a:endParaRPr>
          </a:p>
        </p:txBody>
      </p:sp>
      <p:sp>
        <p:nvSpPr>
          <p:cNvPr id="516" name="PlaceHolder 10"/>
          <p:cNvSpPr>
            <a:spLocks noGrp="1"/>
          </p:cNvSpPr>
          <p:nvPr>
            <p:ph/>
          </p:nvPr>
        </p:nvSpPr>
        <p:spPr>
          <a:xfrm>
            <a:off x="5769720" y="5445720"/>
            <a:ext cx="3839400" cy="5061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600" b="1" strike="noStrike" spc="-1">
                <a:solidFill>
                  <a:srgbClr val="000000"/>
                </a:solidFill>
                <a:latin typeface="Century Gothic"/>
              </a:rPr>
              <a:t>Social</a:t>
            </a:r>
            <a:r>
              <a:rPr lang="en-IN" sz="1600" b="0" strike="noStrike" spc="-1">
                <a:solidFill>
                  <a:srgbClr val="000000"/>
                </a:solidFill>
                <a:latin typeface="Century Gothic"/>
              </a:rPr>
              <a:t> </a:t>
            </a:r>
            <a:r>
              <a:rPr lang="en-IN" sz="1600" b="1" strike="noStrike" spc="-1">
                <a:solidFill>
                  <a:srgbClr val="000000"/>
                </a:solidFill>
                <a:latin typeface="Century Gothic"/>
              </a:rPr>
              <a:t>Impact</a:t>
            </a:r>
            <a:endParaRPr lang="en-IN" sz="1600" b="0" strike="noStrike" spc="-1">
              <a:latin typeface="Arial"/>
            </a:endParaRPr>
          </a:p>
        </p:txBody>
      </p:sp>
      <p:sp>
        <p:nvSpPr>
          <p:cNvPr id="517" name="PlaceHolder 11"/>
          <p:cNvSpPr>
            <a:spLocks noGrp="1"/>
          </p:cNvSpPr>
          <p:nvPr>
            <p:ph/>
          </p:nvPr>
        </p:nvSpPr>
        <p:spPr>
          <a:xfrm>
            <a:off x="5769720" y="5675400"/>
            <a:ext cx="5500080" cy="599760"/>
          </a:xfrm>
          <a:prstGeom prst="rect">
            <a:avLst/>
          </a:prstGeom>
          <a:noFill/>
          <a:ln w="0">
            <a:noFill/>
          </a:ln>
        </p:spPr>
        <p:txBody>
          <a:bodyPr lIns="90000" tIns="45000" rIns="90000" bIns="45000" anchor="t">
            <a:noAutofit/>
          </a:bodyPr>
          <a:lstStyle/>
          <a:p>
            <a:pPr>
              <a:lnSpc>
                <a:spcPct val="90000"/>
              </a:lnSpc>
              <a:spcBef>
                <a:spcPts val="1001"/>
              </a:spcBef>
              <a:buNone/>
              <a:tabLst>
                <a:tab pos="0" algn="l"/>
              </a:tabLst>
            </a:pPr>
            <a:r>
              <a:rPr lang="en-IN" sz="1400" b="0" strike="noStrike" spc="-1">
                <a:solidFill>
                  <a:srgbClr val="000000"/>
                </a:solidFill>
                <a:latin typeface="Univers Condensed Light"/>
              </a:rPr>
              <a:t>This will create a large impact by we offer free plan , and also we offer premium with very low cost throw that is really giving a opportunity even for a revolutionary movement</a:t>
            </a:r>
            <a:endParaRPr lang="en-IN" sz="14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306000">
        <p14:prism/>
      </p:transition>
    </mc:Choice>
    <mc:Fallback xmlns="" xmlns:p15="http://schemas.microsoft.com/office/powerpoint/2012/main">
      <p:transition spd="slow" advTm="30600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452520" y="511920"/>
            <a:ext cx="11247480" cy="388080"/>
          </a:xfrm>
          <a:prstGeom prst="rect">
            <a:avLst/>
          </a:prstGeom>
          <a:noFill/>
          <a:ln w="0">
            <a:noFill/>
          </a:ln>
        </p:spPr>
        <p:txBody>
          <a:bodyPr lIns="90000" tIns="45000" rIns="90000" bIns="45000" anchor="t">
            <a:noAutofit/>
          </a:bodyPr>
          <a:lstStyle/>
          <a:p>
            <a:pPr algn="ctr">
              <a:lnSpc>
                <a:spcPct val="100000"/>
              </a:lnSpc>
              <a:buNone/>
            </a:pPr>
            <a:r>
              <a:rPr lang="en-IN" sz="5400" b="1" strike="noStrike" spc="-1">
                <a:solidFill>
                  <a:srgbClr val="000000"/>
                </a:solidFill>
                <a:latin typeface="Century Gothic"/>
              </a:rPr>
              <a:t>Support Expected from Yip</a:t>
            </a:r>
            <a:endParaRPr lang="en-IN" sz="5400" b="1" strike="noStrike" spc="-1">
              <a:latin typeface="Arial"/>
            </a:endParaRPr>
          </a:p>
        </p:txBody>
      </p:sp>
      <p:sp>
        <p:nvSpPr>
          <p:cNvPr id="519" name="PlaceHolder 2"/>
          <p:cNvSpPr>
            <a:spLocks noGrp="1"/>
          </p:cNvSpPr>
          <p:nvPr>
            <p:ph/>
          </p:nvPr>
        </p:nvSpPr>
        <p:spPr>
          <a:xfrm>
            <a:off x="685800" y="1956960"/>
            <a:ext cx="5047920" cy="3985560"/>
          </a:xfrm>
          <a:prstGeom prst="rect">
            <a:avLst/>
          </a:prstGeom>
          <a:solidFill>
            <a:srgbClr val="F3EBE8"/>
          </a:solidFill>
          <a:ln w="25560">
            <a:solidFill>
              <a:srgbClr val="000000"/>
            </a:solidFill>
            <a:round/>
          </a:ln>
        </p:spPr>
        <p:txBody>
          <a:bodyPr lIns="320040" tIns="502920" rIns="90000" bIns="45000" anchor="t">
            <a:noAutofit/>
          </a:bodyPr>
          <a:lstStyle/>
          <a:p>
            <a:pPr>
              <a:lnSpc>
                <a:spcPct val="90000"/>
              </a:lnSpc>
              <a:spcBef>
                <a:spcPts val="1001"/>
              </a:spcBef>
              <a:buNone/>
              <a:tabLst>
                <a:tab pos="0" algn="l"/>
              </a:tabLst>
            </a:pPr>
            <a:r>
              <a:rPr lang="en-IN" sz="2000" b="1" strike="noStrike" spc="-1">
                <a:solidFill>
                  <a:srgbClr val="000000"/>
                </a:solidFill>
                <a:latin typeface="Century Gothic"/>
              </a:rPr>
              <a:t>We Expected from Yip</a:t>
            </a:r>
            <a:r>
              <a:rPr lang="en-IN" sz="2000" b="0" strike="noStrike" spc="-1">
                <a:solidFill>
                  <a:srgbClr val="000000"/>
                </a:solidFill>
                <a:latin typeface="Century Gothic"/>
              </a:rPr>
              <a:t> </a:t>
            </a:r>
            <a:endParaRPr lang="en-IN" sz="2000" b="0" strike="noStrike" spc="-1">
              <a:latin typeface="Arial"/>
            </a:endParaRPr>
          </a:p>
        </p:txBody>
      </p:sp>
      <p:sp>
        <p:nvSpPr>
          <p:cNvPr id="520" name="PlaceHolder 3"/>
          <p:cNvSpPr>
            <a:spLocks noGrp="1"/>
          </p:cNvSpPr>
          <p:nvPr>
            <p:ph/>
          </p:nvPr>
        </p:nvSpPr>
        <p:spPr>
          <a:xfrm>
            <a:off x="786240" y="2779200"/>
            <a:ext cx="4749840" cy="2908440"/>
          </a:xfrm>
          <a:prstGeom prst="rect">
            <a:avLst/>
          </a:prstGeom>
          <a:noFill/>
          <a:ln w="0">
            <a:noFill/>
          </a:ln>
        </p:spPr>
        <p:txBody>
          <a:bodyPr lIns="90000" tIns="45000" rIns="90000" bIns="45000" anchor="t">
            <a:noAutofit/>
          </a:bodyPr>
          <a:lstStyle/>
          <a:p>
            <a:pPr marL="216000" indent="-216000">
              <a:lnSpc>
                <a:spcPct val="100000"/>
              </a:lnSpc>
              <a:buClr>
                <a:srgbClr val="000000"/>
              </a:buClr>
              <a:buSzPct val="45000"/>
              <a:buFont typeface="Wingdings" charset="2"/>
              <a:buChar char=""/>
              <a:tabLst>
                <a:tab pos="0" algn="l"/>
              </a:tabLst>
            </a:pPr>
            <a:r>
              <a:rPr lang="en-IN" sz="1600" b="0" strike="noStrike" spc="-1">
                <a:solidFill>
                  <a:srgbClr val="000000"/>
                </a:solidFill>
                <a:latin typeface="Univers Condensed Light"/>
              </a:rPr>
              <a:t>Can the Yip turn this into a government-backed project — a revolutionary movement where the government develops a powerful cybersecurity tool to protect its people, create jobs for ethical hackers and software developers, provide income opportunities, and promote social welfare? This would make it a ‘by the people, for the people’ initiative in national cybersecurity.</a:t>
            </a:r>
            <a:endParaRPr lang="en-IN" sz="1600" b="0" strike="noStrike" spc="-1">
              <a:latin typeface="Arial"/>
            </a:endParaRPr>
          </a:p>
        </p:txBody>
      </p:sp>
      <p:sp>
        <p:nvSpPr>
          <p:cNvPr id="521" name="PlaceHolder 4"/>
          <p:cNvSpPr>
            <a:spLocks noGrp="1"/>
          </p:cNvSpPr>
          <p:nvPr>
            <p:ph/>
          </p:nvPr>
        </p:nvSpPr>
        <p:spPr>
          <a:xfrm>
            <a:off x="6300000" y="1954440"/>
            <a:ext cx="5046480" cy="3985560"/>
          </a:xfrm>
          <a:prstGeom prst="rect">
            <a:avLst/>
          </a:prstGeom>
          <a:solidFill>
            <a:srgbClr val="F3EBE8"/>
          </a:solidFill>
          <a:ln w="25560">
            <a:solidFill>
              <a:srgbClr val="000000"/>
            </a:solidFill>
            <a:round/>
          </a:ln>
        </p:spPr>
        <p:txBody>
          <a:bodyPr lIns="320040" tIns="502920" rIns="90000" bIns="45000" anchor="t">
            <a:noAutofit/>
          </a:bodyPr>
          <a:lstStyle/>
          <a:p>
            <a:pPr marL="432000" indent="-324000">
              <a:spcBef>
                <a:spcPts val="1417"/>
              </a:spcBef>
              <a:buClr>
                <a:srgbClr val="000000"/>
              </a:buClr>
              <a:buSzPct val="45000"/>
              <a:buFont typeface="Wingdings" charset="2"/>
              <a:buChar char=""/>
            </a:pPr>
            <a:r>
              <a:rPr lang="en-IN" sz="1800" b="0" strike="noStrike" spc="-1">
                <a:latin typeface="Arial"/>
              </a:rPr>
              <a:t>We are expecting the fund for the project which secure the entire cyber world.</a:t>
            </a:r>
          </a:p>
          <a:p>
            <a:pPr marL="432000" indent="-324000">
              <a:spcBef>
                <a:spcPts val="1417"/>
              </a:spcBef>
              <a:buClr>
                <a:srgbClr val="000000"/>
              </a:buClr>
              <a:buSzPct val="45000"/>
              <a:buFont typeface="Wingdings" charset="2"/>
              <a:buChar char=""/>
            </a:pPr>
            <a:r>
              <a:rPr lang="en-IN" sz="1800" b="0" strike="noStrike" spc="-1">
                <a:latin typeface="Arial"/>
              </a:rPr>
              <a:t> </a:t>
            </a:r>
          </a:p>
        </p:txBody>
      </p:sp>
      <p:sp>
        <p:nvSpPr>
          <p:cNvPr id="522" name="PlaceHolder 5"/>
          <p:cNvSpPr>
            <a:spLocks noGrp="1"/>
          </p:cNvSpPr>
          <p:nvPr>
            <p:ph type="sldNum" idx="30"/>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59D5BC61-1924-4F18-B862-0EC1AE03F482}" type="slidenum">
              <a:rPr lang="en-US" sz="1000" b="0" strike="noStrike" spc="-1">
                <a:solidFill>
                  <a:srgbClr val="000000"/>
                </a:solidFill>
                <a:latin typeface="Century Gothic"/>
              </a:rPr>
              <a:t>16</a:t>
            </a:fld>
            <a:endParaRPr lang="en-IN" sz="1000" b="0" strike="noStrike" spc="-1">
              <a:latin typeface="Times New Roman"/>
            </a:endParaRPr>
          </a:p>
        </p:txBody>
      </p:sp>
      <p:sp>
        <p:nvSpPr>
          <p:cNvPr id="523" name="PlaceHolder 6"/>
          <p:cNvSpPr>
            <a:spLocks noGrp="1"/>
          </p:cNvSpPr>
          <p:nvPr>
            <p:ph type="ftr" idx="31"/>
          </p:nvPr>
        </p:nvSpPr>
        <p:spPr>
          <a:xfrm>
            <a:off x="5364360" y="6400800"/>
            <a:ext cx="1461960" cy="245880"/>
          </a:xfrm>
          <a:prstGeom prst="rect">
            <a:avLst/>
          </a:prstGeom>
          <a:noFill/>
          <a:ln w="0">
            <a:noFill/>
          </a:ln>
        </p:spPr>
        <p:txBody>
          <a:bodyPr lIns="0" tIns="45000" rIns="0" bIns="45000" anchor="ctr">
            <a:noAutofit/>
          </a:bodyPr>
          <a:lstStyle>
            <a:lvl1pPr>
              <a:defRPr lang="en-IN" sz="2400" b="0" strike="noStrike" spc="-1">
                <a:latin typeface="Times New Roman"/>
              </a:defRPr>
            </a:lvl1pPr>
          </a:lstStyle>
          <a:p>
            <a:endParaRPr lang="en-IN" sz="2400" b="0" strike="noStrike" spc="-1">
              <a:latin typeface="Times New Roman"/>
            </a:endParaRPr>
          </a:p>
        </p:txBody>
      </p:sp>
      <p:sp>
        <p:nvSpPr>
          <p:cNvPr id="524" name="PlaceHolder 7"/>
          <p:cNvSpPr>
            <a:spLocks noGrp="1"/>
          </p:cNvSpPr>
          <p:nvPr>
            <p:ph type="dt" idx="32"/>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spTree>
  </p:cSld>
  <p:clrMapOvr>
    <a:masterClrMapping/>
  </p:clrMapOvr>
  <mc:AlternateContent xmlns:mc="http://schemas.openxmlformats.org/markup-compatibility/2006" xmlns:p14="http://schemas.microsoft.com/office/powerpoint/2010/main">
    <mc:Choice Requires="p14">
      <p:transition spd="slow" p14:dur="2000" advTm="146000">
        <p:cover dir="d"/>
      </p:transition>
    </mc:Choice>
    <mc:Fallback xmlns="" xmlns:p15="http://schemas.microsoft.com/office/powerpoint/2012/main">
      <p:transition spd="slow" advTm="146000">
        <p:cover dir="d"/>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sldNum" idx="39"/>
          </p:nvPr>
        </p:nvSpPr>
        <p:spPr>
          <a:xfrm>
            <a:off x="838080" y="6400800"/>
            <a:ext cx="36468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fld id="{F9603859-E51B-4753-B5B2-898D73F9969E}" type="slidenum">
              <a:rPr lang="en-US" sz="1000" b="0" strike="noStrike" spc="-1">
                <a:solidFill>
                  <a:srgbClr val="000000"/>
                </a:solidFill>
                <a:latin typeface="Century Gothic"/>
              </a:rPr>
              <a:t>17</a:t>
            </a:fld>
            <a:endParaRPr lang="en-IN" sz="1000" b="0" strike="noStrike" spc="-1">
              <a:latin typeface="Times New Roman"/>
            </a:endParaRPr>
          </a:p>
        </p:txBody>
      </p:sp>
      <p:sp>
        <p:nvSpPr>
          <p:cNvPr id="541" name="PlaceHolder 2"/>
          <p:cNvSpPr>
            <a:spLocks noGrp="1"/>
          </p:cNvSpPr>
          <p:nvPr>
            <p:ph type="dt" idx="40"/>
          </p:nvPr>
        </p:nvSpPr>
        <p:spPr>
          <a:xfrm>
            <a:off x="10629000" y="6400800"/>
            <a:ext cx="639000" cy="245880"/>
          </a:xfrm>
          <a:prstGeom prst="rect">
            <a:avLst/>
          </a:prstGeom>
          <a:noFill/>
          <a:ln w="0">
            <a:noFill/>
          </a:ln>
        </p:spPr>
        <p:txBody>
          <a:bodyPr lIns="0" tIns="45000" rIns="0" bIns="45000" anchor="ctr">
            <a:noAutofit/>
          </a:bodyPr>
          <a:lstStyle>
            <a:lvl1pPr algn="ctr">
              <a:lnSpc>
                <a:spcPct val="100000"/>
              </a:lnSpc>
              <a:buNone/>
              <a:defRPr lang="en-US" sz="1000" b="0" strike="noStrike" spc="-1">
                <a:solidFill>
                  <a:srgbClr val="000000"/>
                </a:solidFill>
                <a:latin typeface="Century Gothic"/>
              </a:defRPr>
            </a:lvl1pPr>
          </a:lstStyle>
          <a:p>
            <a:pPr algn="ctr">
              <a:lnSpc>
                <a:spcPct val="100000"/>
              </a:lnSpc>
              <a:buNone/>
            </a:pPr>
            <a:r>
              <a:rPr lang="en-US" sz="1000" b="0" strike="noStrike" spc="-1">
                <a:solidFill>
                  <a:srgbClr val="000000"/>
                </a:solidFill>
                <a:latin typeface="Century Gothic"/>
              </a:rPr>
              <a:t>20XX</a:t>
            </a:r>
            <a:endParaRPr lang="en-IN" sz="1000" b="0" strike="noStrike" spc="-1">
              <a:latin typeface="Times New Roman"/>
            </a:endParaRPr>
          </a:p>
        </p:txBody>
      </p:sp>
      <p:sp>
        <p:nvSpPr>
          <p:cNvPr id="542" name="TextBox 4"/>
          <p:cNvSpPr/>
          <p:nvPr/>
        </p:nvSpPr>
        <p:spPr>
          <a:xfrm>
            <a:off x="379741" y="1478520"/>
            <a:ext cx="5726353" cy="1014209"/>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6000" strike="noStrike" spc="-1" dirty="0">
                <a:solidFill>
                  <a:srgbClr val="000000"/>
                </a:solidFill>
                <a:latin typeface="MV Boli"/>
                <a:ea typeface="DejaVu Sans"/>
              </a:rPr>
              <a:t>Athul </a:t>
            </a:r>
            <a:r>
              <a:rPr lang="en-IN" sz="6000" strike="noStrike" spc="-1" dirty="0" err="1">
                <a:solidFill>
                  <a:srgbClr val="000000"/>
                </a:solidFill>
                <a:latin typeface="MV Boli"/>
                <a:ea typeface="DejaVu Sans"/>
              </a:rPr>
              <a:t>vinod</a:t>
            </a:r>
            <a:r>
              <a:rPr lang="en-IN" sz="6000" strike="noStrike" spc="-1" dirty="0">
                <a:solidFill>
                  <a:srgbClr val="000000"/>
                </a:solidFill>
                <a:latin typeface="MV Boli"/>
                <a:ea typeface="DejaVu Sans"/>
              </a:rPr>
              <a:t> .M</a:t>
            </a:r>
            <a:endParaRPr lang="en-IN" sz="6000" strike="noStrike" spc="-1" dirty="0">
              <a:latin typeface="Arial"/>
            </a:endParaRPr>
          </a:p>
        </p:txBody>
      </p:sp>
      <p:sp>
        <p:nvSpPr>
          <p:cNvPr id="543" name="TextBox 5"/>
          <p:cNvSpPr/>
          <p:nvPr/>
        </p:nvSpPr>
        <p:spPr>
          <a:xfrm>
            <a:off x="84842" y="2551472"/>
            <a:ext cx="7612200" cy="3381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marL="343080" indent="-343080">
              <a:lnSpc>
                <a:spcPct val="100000"/>
              </a:lnSpc>
              <a:buClr>
                <a:srgbClr val="000000"/>
              </a:buClr>
              <a:buFont typeface="Symbol"/>
              <a:buChar char="¨"/>
            </a:pPr>
            <a:r>
              <a:rPr lang="en-IN" sz="2400" b="0" strike="noStrike" spc="-1" dirty="0">
                <a:solidFill>
                  <a:srgbClr val="000000"/>
                </a:solidFill>
                <a:latin typeface="Univers Condensed Light"/>
                <a:ea typeface="DejaVu Sans"/>
              </a:rPr>
              <a:t>Full stack web developer </a:t>
            </a:r>
            <a:endParaRPr lang="en-IN" sz="2400" b="0" strike="noStrike" spc="-1" dirty="0">
              <a:latin typeface="Arial"/>
            </a:endParaRPr>
          </a:p>
          <a:p>
            <a:pPr marL="343080" indent="-343080">
              <a:lnSpc>
                <a:spcPct val="100000"/>
              </a:lnSpc>
              <a:buClr>
                <a:srgbClr val="000000"/>
              </a:buClr>
              <a:buFont typeface="Symbol"/>
              <a:buChar char="¨"/>
            </a:pPr>
            <a:r>
              <a:rPr lang="en-IN" sz="2400" b="0" strike="noStrike" spc="-1" dirty="0">
                <a:solidFill>
                  <a:srgbClr val="000000"/>
                </a:solidFill>
                <a:latin typeface="Univers Condensed Light"/>
                <a:ea typeface="DejaVu Sans"/>
              </a:rPr>
              <a:t>Listed by the google searches</a:t>
            </a:r>
            <a:endParaRPr lang="en-IN" sz="2400" b="0" strike="noStrike" spc="-1" dirty="0">
              <a:latin typeface="Arial"/>
            </a:endParaRPr>
          </a:p>
          <a:p>
            <a:pPr marL="343080" indent="-343080">
              <a:lnSpc>
                <a:spcPct val="100000"/>
              </a:lnSpc>
              <a:buClr>
                <a:srgbClr val="000000"/>
              </a:buClr>
              <a:buFont typeface="Symbol"/>
              <a:buChar char="¨"/>
            </a:pPr>
            <a:r>
              <a:rPr lang="en-IN" sz="2400" b="0" strike="noStrike" spc="-1" dirty="0">
                <a:solidFill>
                  <a:srgbClr val="000000"/>
                </a:solidFill>
                <a:latin typeface="Univers Condensed Light"/>
                <a:ea typeface="DejaVu Sans"/>
              </a:rPr>
              <a:t>Cyber security student (Self learning)</a:t>
            </a:r>
            <a:endParaRPr lang="en-IN" sz="2400" b="0" strike="noStrike" spc="-1" dirty="0">
              <a:latin typeface="Arial"/>
            </a:endParaRPr>
          </a:p>
          <a:p>
            <a:pPr>
              <a:lnSpc>
                <a:spcPct val="100000"/>
              </a:lnSpc>
              <a:buNone/>
            </a:pPr>
            <a:endParaRPr lang="en-IN" sz="2400" b="0" strike="noStrike" spc="-1" dirty="0">
              <a:latin typeface="Arial"/>
            </a:endParaRPr>
          </a:p>
          <a:p>
            <a:pPr>
              <a:lnSpc>
                <a:spcPct val="100000"/>
              </a:lnSpc>
              <a:buNone/>
            </a:pPr>
            <a:r>
              <a:rPr lang="en-IN" sz="2400" b="0" strike="noStrike" spc="-1" dirty="0">
                <a:solidFill>
                  <a:srgbClr val="000000"/>
                </a:solidFill>
                <a:latin typeface="Univers Condensed Light"/>
                <a:ea typeface="DejaVu Sans"/>
              </a:rPr>
              <a:t>I am a</a:t>
            </a:r>
            <a:endParaRPr lang="en-IN" sz="2400" b="0" strike="noStrike" spc="-1" dirty="0">
              <a:latin typeface="Arial"/>
            </a:endParaRPr>
          </a:p>
          <a:p>
            <a:pPr marL="343080" indent="-343080">
              <a:lnSpc>
                <a:spcPct val="100000"/>
              </a:lnSpc>
              <a:buClr>
                <a:srgbClr val="000000"/>
              </a:buClr>
              <a:buFont typeface="Symbol"/>
              <a:buChar char="¨"/>
            </a:pPr>
            <a:r>
              <a:rPr lang="en-IN" sz="2400" b="0" strike="noStrike" spc="-1" dirty="0">
                <a:solidFill>
                  <a:srgbClr val="000000"/>
                </a:solidFill>
                <a:latin typeface="Univers Condensed Light"/>
                <a:ea typeface="DejaVu Sans"/>
              </a:rPr>
              <a:t>Python flask developer</a:t>
            </a:r>
            <a:endParaRPr lang="en-IN" sz="2400" b="0" strike="noStrike" spc="-1" dirty="0">
              <a:latin typeface="Arial"/>
            </a:endParaRPr>
          </a:p>
          <a:p>
            <a:pPr marL="343080" indent="-343080">
              <a:lnSpc>
                <a:spcPct val="100000"/>
              </a:lnSpc>
              <a:buClr>
                <a:srgbClr val="000000"/>
              </a:buClr>
              <a:buFont typeface="Symbol"/>
              <a:buChar char="¨"/>
            </a:pPr>
            <a:r>
              <a:rPr lang="en-IN" sz="2400" b="0" strike="noStrike" spc="-1" dirty="0">
                <a:solidFill>
                  <a:srgbClr val="000000"/>
                </a:solidFill>
                <a:latin typeface="Univers Condensed Light"/>
                <a:ea typeface="DejaVu Sans"/>
              </a:rPr>
              <a:t>Frontend developer</a:t>
            </a:r>
            <a:endParaRPr lang="en-IN" sz="2400" b="0" strike="noStrike" spc="-1" dirty="0">
              <a:latin typeface="Arial"/>
            </a:endParaRPr>
          </a:p>
          <a:p>
            <a:pPr marL="343080" indent="-343080">
              <a:lnSpc>
                <a:spcPct val="100000"/>
              </a:lnSpc>
              <a:buClr>
                <a:srgbClr val="000000"/>
              </a:buClr>
              <a:buFont typeface="Symbol"/>
              <a:buChar char="¨"/>
            </a:pPr>
            <a:r>
              <a:rPr lang="en-IN" sz="2400" b="0" strike="noStrike" spc="-1" dirty="0">
                <a:solidFill>
                  <a:srgbClr val="000000"/>
                </a:solidFill>
                <a:latin typeface="Univers Condensed Light"/>
                <a:ea typeface="DejaVu Sans"/>
              </a:rPr>
              <a:t>Knows variant tools like Git, Microservices etc.</a:t>
            </a:r>
            <a:endParaRPr lang="en-IN" sz="2400" b="0" strike="noStrike" spc="-1" dirty="0">
              <a:latin typeface="Arial"/>
            </a:endParaRPr>
          </a:p>
          <a:p>
            <a:pPr>
              <a:lnSpc>
                <a:spcPct val="100000"/>
              </a:lnSpc>
              <a:buNone/>
            </a:pPr>
            <a:endParaRPr lang="en-IN" sz="2400" b="0" strike="noStrike" spc="-1" dirty="0">
              <a:latin typeface="Arial"/>
            </a:endParaRPr>
          </a:p>
        </p:txBody>
      </p:sp>
      <p:sp>
        <p:nvSpPr>
          <p:cNvPr id="544" name="TextBox 6"/>
          <p:cNvSpPr/>
          <p:nvPr/>
        </p:nvSpPr>
        <p:spPr>
          <a:xfrm>
            <a:off x="6361499" y="1508324"/>
            <a:ext cx="5450760" cy="1004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6000" b="0" strike="noStrike" spc="-1" dirty="0">
                <a:solidFill>
                  <a:srgbClr val="000000"/>
                </a:solidFill>
                <a:latin typeface="MV Boli"/>
                <a:ea typeface="DejaVu Sans"/>
              </a:rPr>
              <a:t>Devanath V.M</a:t>
            </a:r>
            <a:endParaRPr lang="en-IN" sz="6000" b="0" strike="noStrike" spc="-1" dirty="0">
              <a:latin typeface="Arial"/>
            </a:endParaRPr>
          </a:p>
        </p:txBody>
      </p:sp>
      <p:sp>
        <p:nvSpPr>
          <p:cNvPr id="545" name="TextBox 7"/>
          <p:cNvSpPr/>
          <p:nvPr/>
        </p:nvSpPr>
        <p:spPr>
          <a:xfrm>
            <a:off x="6526080" y="2525400"/>
            <a:ext cx="4741920" cy="942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marL="285840" indent="-285840">
              <a:lnSpc>
                <a:spcPct val="100000"/>
              </a:lnSpc>
              <a:buClr>
                <a:srgbClr val="000000"/>
              </a:buClr>
              <a:buFont typeface="Symbol"/>
              <a:buChar char="¨"/>
            </a:pPr>
            <a:r>
              <a:rPr lang="en-IN" sz="2800" b="0" strike="noStrike" spc="-1" dirty="0">
                <a:solidFill>
                  <a:srgbClr val="000000"/>
                </a:solidFill>
                <a:latin typeface="Univers Condensed Light"/>
                <a:ea typeface="DejaVu Sans"/>
              </a:rPr>
              <a:t>Online researcher</a:t>
            </a:r>
            <a:endParaRPr lang="en-IN" sz="2800" b="0" strike="noStrike" spc="-1" dirty="0">
              <a:latin typeface="Arial"/>
            </a:endParaRPr>
          </a:p>
          <a:p>
            <a:pPr marL="285840" indent="-285840">
              <a:lnSpc>
                <a:spcPct val="100000"/>
              </a:lnSpc>
              <a:buClr>
                <a:srgbClr val="000000"/>
              </a:buClr>
              <a:buFont typeface="Symbol"/>
              <a:buChar char="¨"/>
            </a:pPr>
            <a:r>
              <a:rPr lang="en-IN" sz="2800" b="0" strike="noStrike" spc="-1" dirty="0">
                <a:solidFill>
                  <a:srgbClr val="000000"/>
                </a:solidFill>
                <a:latin typeface="Univers Condensed Light"/>
                <a:ea typeface="DejaVu Sans"/>
              </a:rPr>
              <a:t>Non technical supporter</a:t>
            </a:r>
            <a:endParaRPr lang="en-IN" sz="2800" b="0" strike="noStrike" spc="-1" dirty="0">
              <a:latin typeface="Arial"/>
            </a:endParaRPr>
          </a:p>
        </p:txBody>
      </p:sp>
      <p:sp>
        <p:nvSpPr>
          <p:cNvPr id="2" name="TextBox 1">
            <a:extLst>
              <a:ext uri="{FF2B5EF4-FFF2-40B4-BE49-F238E27FC236}">
                <a16:creationId xmlns:a16="http://schemas.microsoft.com/office/drawing/2014/main" id="{32181C2B-E9C3-A182-7E59-971E727AEEB7}"/>
              </a:ext>
            </a:extLst>
          </p:cNvPr>
          <p:cNvSpPr txBox="1"/>
          <p:nvPr/>
        </p:nvSpPr>
        <p:spPr>
          <a:xfrm>
            <a:off x="2807594" y="188535"/>
            <a:ext cx="7107810" cy="1015663"/>
          </a:xfrm>
          <a:prstGeom prst="rect">
            <a:avLst/>
          </a:prstGeom>
          <a:noFill/>
        </p:spPr>
        <p:txBody>
          <a:bodyPr wrap="square" rtlCol="0">
            <a:spAutoFit/>
          </a:bodyPr>
          <a:lstStyle/>
          <a:p>
            <a:r>
              <a:rPr lang="en-IN" sz="6000" b="1" u="sng" dirty="0">
                <a:latin typeface="Comic Sans MS" panose="030F0702030302020204" pitchFamily="66" charset="0"/>
              </a:rPr>
              <a:t>Team Overview</a:t>
            </a:r>
          </a:p>
        </p:txBody>
      </p:sp>
    </p:spTree>
  </p:cSld>
  <p:clrMapOvr>
    <a:masterClrMapping/>
  </p:clrMapOvr>
  <mc:AlternateContent xmlns:mc="http://schemas.openxmlformats.org/markup-compatibility/2006" xmlns:p14="http://schemas.microsoft.com/office/powerpoint/2010/main">
    <mc:Choice Requires="p14">
      <p:transition spd="slow" p14:dur="2000">
        <p:split dir="in"/>
      </p:transition>
    </mc:Choice>
    <mc:Fallback xmlns="" xmlns:p15="http://schemas.microsoft.com/office/powerpoint/2012/main">
      <p:transition spd="slow">
        <p:split dir="in" orient="horz"/>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31520" y="2917080"/>
            <a:ext cx="4989600" cy="1937520"/>
          </a:xfrm>
          <a:prstGeom prst="rect">
            <a:avLst/>
          </a:prstGeom>
          <a:noFill/>
          <a:ln w="0">
            <a:noFill/>
          </a:ln>
        </p:spPr>
        <p:txBody>
          <a:bodyPr lIns="90000" tIns="45000" rIns="90000" bIns="45000" anchor="t">
            <a:noAutofit/>
          </a:bodyPr>
          <a:lstStyle/>
          <a:p>
            <a:pPr>
              <a:lnSpc>
                <a:spcPct val="100000"/>
              </a:lnSpc>
              <a:buNone/>
            </a:pPr>
            <a:r>
              <a:rPr lang="en-US" sz="6000" b="0" strike="noStrike" spc="-1">
                <a:solidFill>
                  <a:srgbClr val="000000"/>
                </a:solidFill>
                <a:latin typeface="Century Gothic"/>
              </a:rPr>
              <a:t>Thank you</a:t>
            </a:r>
            <a:endParaRPr lang="en-IN" sz="6000" b="0" strike="noStrike" spc="-1">
              <a:latin typeface="Arial"/>
            </a:endParaRPr>
          </a:p>
        </p:txBody>
      </p:sp>
      <p:pic>
        <p:nvPicPr>
          <p:cNvPr id="547" name="Picture 4"/>
          <p:cNvPicPr/>
          <p:nvPr/>
        </p:nvPicPr>
        <p:blipFill>
          <a:blip r:embed="rId2"/>
          <a:stretch/>
        </p:blipFill>
        <p:spPr>
          <a:xfrm>
            <a:off x="-226080" y="-273240"/>
            <a:ext cx="12574440" cy="7156080"/>
          </a:xfrm>
          <a:prstGeom prst="rect">
            <a:avLst/>
          </a:prstGeom>
          <a:ln w="0">
            <a:noFill/>
          </a:ln>
        </p:spPr>
      </p:pic>
      <p:sp>
        <p:nvSpPr>
          <p:cNvPr id="548" name="PlaceHolder 2"/>
          <p:cNvSpPr>
            <a:spLocks noGrp="1"/>
          </p:cNvSpPr>
          <p:nvPr>
            <p:ph/>
          </p:nvPr>
        </p:nvSpPr>
        <p:spPr>
          <a:xfrm>
            <a:off x="0" y="5778633"/>
            <a:ext cx="12574440" cy="1630836"/>
          </a:xfrm>
          <a:prstGeom prst="rect">
            <a:avLst/>
          </a:prstGeom>
          <a:noFill/>
          <a:ln w="0">
            <a:noFill/>
          </a:ln>
        </p:spPr>
        <p:txBody>
          <a:bodyPr lIns="90000" tIns="45000" rIns="90000" bIns="45000" anchor="t">
            <a:noAutofit/>
          </a:bodyPr>
          <a:lstStyle/>
          <a:p>
            <a:pPr>
              <a:lnSpc>
                <a:spcPct val="100000"/>
              </a:lnSpc>
              <a:buNone/>
              <a:tabLst>
                <a:tab pos="0" algn="l"/>
              </a:tabLst>
            </a:pPr>
            <a:r>
              <a:rPr lang="en-US" dirty="0">
                <a:solidFill>
                  <a:srgbClr val="FF0000"/>
                </a:solidFill>
                <a:latin typeface="Arial Black" panose="020B0A04020102020204" pitchFamily="34" charset="0"/>
              </a:rPr>
              <a:t>We are not making the attackers weaker; we are empowering the victims to defend themselves against the attackers</a:t>
            </a:r>
            <a:r>
              <a:rPr lang="en-US" b="1" strike="noStrike" spc="-1" dirty="0">
                <a:solidFill>
                  <a:srgbClr val="FF0000"/>
                </a:solidFill>
                <a:latin typeface="Arial Black" panose="020B0A04020102020204" pitchFamily="34" charset="0"/>
              </a:rPr>
              <a:t> !</a:t>
            </a:r>
            <a:endParaRPr lang="en-IN" b="0" strike="noStrike" spc="-1" dirty="0">
              <a:solidFill>
                <a:srgbClr val="FF0000"/>
              </a:solidFill>
              <a:latin typeface="Arial Black" panose="020B0A04020102020204" pitchFamily="34" charset="0"/>
            </a:endParaRPr>
          </a:p>
        </p:txBody>
      </p:sp>
      <p:sp>
        <p:nvSpPr>
          <p:cNvPr id="549" name="TextBox 5"/>
          <p:cNvSpPr/>
          <p:nvPr/>
        </p:nvSpPr>
        <p:spPr>
          <a:xfrm>
            <a:off x="6061140" y="4076820"/>
            <a:ext cx="32673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1800" b="0" strike="noStrike" spc="-1" dirty="0">
                <a:solidFill>
                  <a:srgbClr val="FFFFFF"/>
                </a:solidFill>
                <a:highlight>
                  <a:srgbClr val="000000"/>
                </a:highlight>
                <a:latin typeface="Univers Condensed Light"/>
                <a:ea typeface="DejaVu Sans"/>
              </a:rPr>
              <a:t>Kavalkaran.github.io/</a:t>
            </a:r>
            <a:r>
              <a:rPr lang="en-IN" sz="1800" b="0" strike="noStrike" spc="-1" dirty="0" err="1">
                <a:solidFill>
                  <a:srgbClr val="FFFFFF"/>
                </a:solidFill>
                <a:highlight>
                  <a:srgbClr val="000000"/>
                </a:highlight>
                <a:latin typeface="Univers Condensed Light"/>
                <a:ea typeface="DejaVu Sans"/>
              </a:rPr>
              <a:t>redict</a:t>
            </a:r>
            <a:endParaRPr lang="en-IN" sz="1800" b="0" strike="noStrike" spc="-1" dirty="0">
              <a:latin typeface="Arial"/>
            </a:endParaRPr>
          </a:p>
        </p:txBody>
      </p:sp>
      <p:sp>
        <p:nvSpPr>
          <p:cNvPr id="550" name="TextBox 2"/>
          <p:cNvSpPr/>
          <p:nvPr/>
        </p:nvSpPr>
        <p:spPr>
          <a:xfrm>
            <a:off x="3651300" y="3989880"/>
            <a:ext cx="4139640" cy="516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IN" sz="2800" b="0" strike="noStrike" spc="-1" dirty="0">
                <a:solidFill>
                  <a:srgbClr val="FF0000"/>
                </a:solidFill>
                <a:highlight>
                  <a:srgbClr val="000000"/>
                </a:highlight>
                <a:latin typeface="Univers Condensed Light"/>
                <a:ea typeface="DejaVu Sans"/>
              </a:rPr>
              <a:t>+91 9539218900</a:t>
            </a:r>
            <a:endParaRPr lang="en-IN" sz="2800" b="0" strike="noStrike" spc="-1" dirty="0">
              <a:latin typeface="Arial"/>
            </a:endParaRPr>
          </a:p>
        </p:txBody>
      </p:sp>
      <p:sp>
        <p:nvSpPr>
          <p:cNvPr id="551" name="TextBox 6"/>
          <p:cNvSpPr/>
          <p:nvPr/>
        </p:nvSpPr>
        <p:spPr>
          <a:xfrm>
            <a:off x="2435760" y="3625920"/>
            <a:ext cx="8067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IN" sz="1800" b="0" strike="noStrike" spc="-1">
                <a:solidFill>
                  <a:srgbClr val="000000"/>
                </a:solidFill>
                <a:highlight>
                  <a:srgbClr val="FF0000"/>
                </a:highlight>
                <a:latin typeface="Univers Condensed Light"/>
                <a:ea typeface="DejaVu Sans"/>
              </a:rPr>
              <a:t>_____________________________________________________________________</a:t>
            </a:r>
            <a:endParaRPr lang="en-IN" sz="1800" b="0" strike="noStrike" spc="-1">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advTm="69000">
        <p:zoom/>
      </p:transition>
    </mc:Choice>
    <mc:Fallback xmlns="" xmlns:p15="http://schemas.microsoft.com/office/powerpoint/2012/main">
      <p:transition spd="slow" advTm="69000">
        <p:zoom dir="o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548">
                                            <p:txEl>
                                              <p:pRg st="0" end="0"/>
                                            </p:txEl>
                                          </p:spTgt>
                                        </p:tgtEl>
                                        <p:attrNameLst>
                                          <p:attrName>style.visibility</p:attrName>
                                        </p:attrNameLst>
                                      </p:cBhvr>
                                      <p:to>
                                        <p:strVal val="visible"/>
                                      </p:to>
                                    </p:set>
                                    <p:animEffect transition="in" filter="wipe(down)">
                                      <p:cBhvr>
                                        <p:cTn id="7" dur="580">
                                          <p:stCondLst>
                                            <p:cond delay="0"/>
                                          </p:stCondLst>
                                        </p:cTn>
                                        <p:tgtEl>
                                          <p:spTgt spid="548">
                                            <p:txEl>
                                              <p:pRg st="0" end="0"/>
                                            </p:txEl>
                                          </p:spTgt>
                                        </p:tgtEl>
                                      </p:cBhvr>
                                    </p:animEffect>
                                    <p:anim calcmode="lin" valueType="num">
                                      <p:cBhvr>
                                        <p:cTn id="8" dur="1822" tmFilter="0,0; 0.14,0.36; 0.43,0.73; 0.71,0.91; 1.0,1.0">
                                          <p:stCondLst>
                                            <p:cond delay="0"/>
                                          </p:stCondLst>
                                        </p:cTn>
                                        <p:tgtEl>
                                          <p:spTgt spid="548">
                                            <p:txEl>
                                              <p:pRg st="0" end="0"/>
                                            </p:txEl>
                                          </p:spTgt>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48">
                                            <p:txEl>
                                              <p:pRg st="0" end="0"/>
                                            </p:txEl>
                                          </p:spTgt>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48">
                                            <p:txEl>
                                              <p:pRg st="0" end="0"/>
                                            </p:txEl>
                                          </p:spTgt>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48">
                                            <p:txEl>
                                              <p:pRg st="0" end="0"/>
                                            </p:txEl>
                                          </p:spTgt>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48">
                                            <p:txEl>
                                              <p:pRg st="0" end="0"/>
                                            </p:txEl>
                                          </p:spTgt>
                                        </p:tgtEl>
                                        <p:attrNameLst>
                                          <p:attrName>ppt_y</p:attrName>
                                        </p:attrNameLst>
                                      </p:cBhvr>
                                      <p:tavLst>
                                        <p:tav tm="0" fmla="#ppt_y-sin(pi*$)/81">
                                          <p:val>
                                            <p:fltVal val="0"/>
                                          </p:val>
                                        </p:tav>
                                        <p:tav tm="100000">
                                          <p:val>
                                            <p:fltVal val="1"/>
                                          </p:val>
                                        </p:tav>
                                      </p:tavLst>
                                    </p:anim>
                                    <p:animScale>
                                      <p:cBhvr>
                                        <p:cTn id="13" dur="26">
                                          <p:stCondLst>
                                            <p:cond delay="650"/>
                                          </p:stCondLst>
                                        </p:cTn>
                                        <p:tgtEl>
                                          <p:spTgt spid="548">
                                            <p:txEl>
                                              <p:pRg st="0" end="0"/>
                                            </p:txEl>
                                          </p:spTgt>
                                        </p:tgtEl>
                                      </p:cBhvr>
                                      <p:to x="100000" y="60000"/>
                                    </p:animScale>
                                    <p:animScale>
                                      <p:cBhvr>
                                        <p:cTn id="14" dur="166" decel="50000">
                                          <p:stCondLst>
                                            <p:cond delay="676"/>
                                          </p:stCondLst>
                                        </p:cTn>
                                        <p:tgtEl>
                                          <p:spTgt spid="548">
                                            <p:txEl>
                                              <p:pRg st="0" end="0"/>
                                            </p:txEl>
                                          </p:spTgt>
                                        </p:tgtEl>
                                      </p:cBhvr>
                                      <p:to x="100000" y="100000"/>
                                    </p:animScale>
                                    <p:animScale>
                                      <p:cBhvr>
                                        <p:cTn id="15" dur="26">
                                          <p:stCondLst>
                                            <p:cond delay="1312"/>
                                          </p:stCondLst>
                                        </p:cTn>
                                        <p:tgtEl>
                                          <p:spTgt spid="548">
                                            <p:txEl>
                                              <p:pRg st="0" end="0"/>
                                            </p:txEl>
                                          </p:spTgt>
                                        </p:tgtEl>
                                      </p:cBhvr>
                                      <p:to x="100000" y="80000"/>
                                    </p:animScale>
                                    <p:animScale>
                                      <p:cBhvr>
                                        <p:cTn id="16" dur="166" decel="50000">
                                          <p:stCondLst>
                                            <p:cond delay="1338"/>
                                          </p:stCondLst>
                                        </p:cTn>
                                        <p:tgtEl>
                                          <p:spTgt spid="548">
                                            <p:txEl>
                                              <p:pRg st="0" end="0"/>
                                            </p:txEl>
                                          </p:spTgt>
                                        </p:tgtEl>
                                      </p:cBhvr>
                                      <p:to x="100000" y="100000"/>
                                    </p:animScale>
                                    <p:animScale>
                                      <p:cBhvr>
                                        <p:cTn id="17" dur="26">
                                          <p:stCondLst>
                                            <p:cond delay="1642"/>
                                          </p:stCondLst>
                                        </p:cTn>
                                        <p:tgtEl>
                                          <p:spTgt spid="548">
                                            <p:txEl>
                                              <p:pRg st="0" end="0"/>
                                            </p:txEl>
                                          </p:spTgt>
                                        </p:tgtEl>
                                      </p:cBhvr>
                                      <p:to x="100000" y="90000"/>
                                    </p:animScale>
                                    <p:animScale>
                                      <p:cBhvr>
                                        <p:cTn id="18" dur="166" decel="50000">
                                          <p:stCondLst>
                                            <p:cond delay="1668"/>
                                          </p:stCondLst>
                                        </p:cTn>
                                        <p:tgtEl>
                                          <p:spTgt spid="548">
                                            <p:txEl>
                                              <p:pRg st="0" end="0"/>
                                            </p:txEl>
                                          </p:spTgt>
                                        </p:tgtEl>
                                      </p:cBhvr>
                                      <p:to x="100000" y="100000"/>
                                    </p:animScale>
                                    <p:animScale>
                                      <p:cBhvr>
                                        <p:cTn id="19" dur="26">
                                          <p:stCondLst>
                                            <p:cond delay="1808"/>
                                          </p:stCondLst>
                                        </p:cTn>
                                        <p:tgtEl>
                                          <p:spTgt spid="548">
                                            <p:txEl>
                                              <p:pRg st="0" end="0"/>
                                            </p:txEl>
                                          </p:spTgt>
                                        </p:tgtEl>
                                      </p:cBhvr>
                                      <p:to x="100000" y="95000"/>
                                    </p:animScale>
                                    <p:animScale>
                                      <p:cBhvr>
                                        <p:cTn id="20" dur="166" decel="50000">
                                          <p:stCondLst>
                                            <p:cond delay="1834"/>
                                          </p:stCondLst>
                                        </p:cTn>
                                        <p:tgtEl>
                                          <p:spTgt spid="548">
                                            <p:txEl>
                                              <p:pRg st="0" end="0"/>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264653"/>
      </a:dk2>
      <a:lt2>
        <a:srgbClr val="E7E6E6"/>
      </a:lt2>
      <a:accent1>
        <a:srgbClr val="F3EBE8"/>
      </a:accent1>
      <a:accent2>
        <a:srgbClr val="E9C369"/>
      </a:accent2>
      <a:accent3>
        <a:srgbClr val="2A9D8F"/>
      </a:accent3>
      <a:accent4>
        <a:srgbClr val="F3D6CD"/>
      </a:accent4>
      <a:accent5>
        <a:srgbClr val="F3EBE8"/>
      </a:accent5>
      <a:accent6>
        <a:srgbClr val="60717C"/>
      </a:accent6>
      <a:hlink>
        <a:srgbClr val="828683"/>
      </a:hlink>
      <a:folHlink>
        <a:srgbClr val="D08A55"/>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Modern geometry</Template>
  <TotalTime>2541</TotalTime>
  <Words>1536</Words>
  <Application>Microsoft Office PowerPoint</Application>
  <PresentationFormat>Widescreen</PresentationFormat>
  <Paragraphs>194</Paragraphs>
  <Slides>18</Slides>
  <Notes>4</Notes>
  <HiddenSlides>0</HiddenSlides>
  <MMClips>0</MMClips>
  <ScaleCrop>false</ScaleCrop>
  <HeadingPairs>
    <vt:vector size="6" baseType="variant">
      <vt:variant>
        <vt:lpstr>Fonts Used</vt:lpstr>
      </vt:variant>
      <vt:variant>
        <vt:i4>12</vt:i4>
      </vt:variant>
      <vt:variant>
        <vt:lpstr>Theme</vt:lpstr>
      </vt:variant>
      <vt:variant>
        <vt:i4>9</vt:i4>
      </vt:variant>
      <vt:variant>
        <vt:lpstr>Slide Titles</vt:lpstr>
      </vt:variant>
      <vt:variant>
        <vt:i4>18</vt:i4>
      </vt:variant>
    </vt:vector>
  </HeadingPairs>
  <TitlesOfParts>
    <vt:vector size="39" baseType="lpstr">
      <vt:lpstr>Arial</vt:lpstr>
      <vt:lpstr>Arial Black</vt:lpstr>
      <vt:lpstr>Bahnschrift</vt:lpstr>
      <vt:lpstr>Century Gothic</vt:lpstr>
      <vt:lpstr>Comic Sans MS</vt:lpstr>
      <vt:lpstr>Courier New</vt:lpstr>
      <vt:lpstr>Monotype Corsiva</vt:lpstr>
      <vt:lpstr>MV Boli</vt:lpstr>
      <vt:lpstr>Symbol</vt:lpstr>
      <vt:lpstr>Times New Roman</vt:lpstr>
      <vt:lpstr>Univers Condensed Light</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KAVALKARAN</vt:lpstr>
      <vt:lpstr>Problem statement</vt:lpstr>
      <vt:lpstr>PowerPoint Presentation</vt:lpstr>
      <vt:lpstr>PowerPoint Presentation</vt:lpstr>
      <vt:lpstr>PowerPoint Presentation</vt:lpstr>
      <vt:lpstr>Idea Summary</vt:lpstr>
      <vt:lpstr>SOCIAL</vt:lpstr>
      <vt:lpstr>PowerPoint Presentation</vt:lpstr>
      <vt:lpstr>Voice of Stakeholder Survey </vt:lpstr>
      <vt:lpstr>PowerPoint Presentation</vt:lpstr>
      <vt:lpstr>PowerPoint Presentation</vt:lpstr>
      <vt:lpstr>Tech Stack used</vt:lpstr>
      <vt:lpstr>Investment/Support needed</vt:lpstr>
      <vt:lpstr>Project Schedule </vt:lpstr>
      <vt:lpstr>Impact</vt:lpstr>
      <vt:lpstr>Support Expected from Yip</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Athul vinod .M</dc:creator>
  <cp:keywords>kavalkaran project</cp:keywords>
  <dc:description/>
  <cp:lastModifiedBy>Athul gamerz Athul gamerz</cp:lastModifiedBy>
  <cp:revision>36</cp:revision>
  <dcterms:created xsi:type="dcterms:W3CDTF">2025-10-26T10:16:20Z</dcterms:created>
  <dcterms:modified xsi:type="dcterms:W3CDTF">2025-11-15T03:48:01Z</dcterms:modified>
  <dc:language>en-IN</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Notes">
    <vt:i4>4</vt:i4>
  </property>
  <property fmtid="{D5CDD505-2E9C-101B-9397-08002B2CF9AE}" pid="4" name="PresentationFormat">
    <vt:lpwstr>Widescreen</vt:lpwstr>
  </property>
  <property fmtid="{D5CDD505-2E9C-101B-9397-08002B2CF9AE}" pid="5" name="Slides">
    <vt:i4>18</vt:i4>
  </property>
</Properties>
</file>