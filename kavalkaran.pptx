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sldIdLst>
    <p:sldId id="284" r:id="rId5"/>
    <p:sldId id="287" r:id="rId6"/>
    <p:sldId id="288" r:id="rId7"/>
    <p:sldId id="296" r:id="rId8"/>
    <p:sldId id="307" r:id="rId9"/>
    <p:sldId id="298" r:id="rId10"/>
    <p:sldId id="299" r:id="rId11"/>
    <p:sldId id="300" r:id="rId12"/>
    <p:sldId id="286" r:id="rId13"/>
    <p:sldId id="262" r:id="rId14"/>
    <p:sldId id="305" r:id="rId15"/>
    <p:sldId id="301" r:id="rId16"/>
    <p:sldId id="303" r:id="rId17"/>
    <p:sldId id="311" r:id="rId18"/>
    <p:sldId id="304" r:id="rId19"/>
    <p:sldId id="306" r:id="rId20"/>
    <p:sldId id="310" r:id="rId21"/>
    <p:sldId id="28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6216" userDrawn="1">
          <p15:clr>
            <a:srgbClr val="A4A3A4"/>
          </p15:clr>
        </p15:guide>
        <p15:guide id="3" pos="1440" userDrawn="1">
          <p15:clr>
            <a:srgbClr val="A4A3A4"/>
          </p15:clr>
        </p15:guide>
        <p15:guide id="4" orient="horz" pos="2352" userDrawn="1">
          <p15:clr>
            <a:srgbClr val="A4A3A4"/>
          </p15:clr>
        </p15:guide>
        <p15:guide id="5" orient="horz" pos="936" userDrawn="1">
          <p15:clr>
            <a:srgbClr val="A4A3A4"/>
          </p15:clr>
        </p15:guide>
        <p15:guide id="6" pos="3840" userDrawn="1">
          <p15:clr>
            <a:srgbClr val="A4A3A4"/>
          </p15:clr>
        </p15:guide>
        <p15:guide id="7" orient="horz" pos="31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2828"/>
    <a:srgbClr val="E9C46A"/>
    <a:srgbClr val="97EFD3"/>
    <a:srgbClr val="F15574"/>
    <a:srgbClr val="F4EBE8"/>
    <a:srgbClr val="ECC4BF"/>
    <a:srgbClr val="C9AB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61" autoAdjust="0"/>
    <p:restoredTop sz="80152" autoAdjust="0"/>
  </p:normalViewPr>
  <p:slideViewPr>
    <p:cSldViewPr snapToGrid="0" snapToObjects="1" showGuides="1">
      <p:cViewPr varScale="1">
        <p:scale>
          <a:sx n="68" d="100"/>
          <a:sy n="68" d="100"/>
        </p:scale>
        <p:origin x="1085" y="77"/>
      </p:cViewPr>
      <p:guideLst>
        <p:guide orient="horz" pos="528"/>
        <p:guide pos="6216"/>
        <p:guide pos="1440"/>
        <p:guide orient="horz" pos="2352"/>
        <p:guide orient="horz" pos="936"/>
        <p:guide pos="3840"/>
        <p:guide orient="horz" pos="314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38102F-BFA3-4357-9FA0-3A064E6F1B5A}" type="datetimeFigureOut">
              <a:rPr lang="en-US" smtClean="0"/>
              <a:t>11/5/2025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D3DFC-11A7-4DDF-8AEE-A5ACE051EBF3}" type="slidenum">
              <a:rPr lang="en-US" smtClean="0"/>
              <a:t>‹#›</a:t>
            </a:fld>
            <a:endParaRPr lang="en-US" dirty="0"/>
          </a:p>
        </p:txBody>
      </p:sp>
    </p:spTree>
    <p:extLst>
      <p:ext uri="{BB962C8B-B14F-4D97-AF65-F5344CB8AC3E}">
        <p14:creationId xmlns:p14="http://schemas.microsoft.com/office/powerpoint/2010/main" val="2403009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0D3DFC-11A7-4DDF-8AEE-A5ACE051EBF3}" type="slidenum">
              <a:rPr lang="en-US" smtClean="0"/>
              <a:t>2</a:t>
            </a:fld>
            <a:endParaRPr lang="en-US" dirty="0"/>
          </a:p>
        </p:txBody>
      </p:sp>
    </p:spTree>
    <p:extLst>
      <p:ext uri="{BB962C8B-B14F-4D97-AF65-F5344CB8AC3E}">
        <p14:creationId xmlns:p14="http://schemas.microsoft.com/office/powerpoint/2010/main" val="31538994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0D3DFC-11A7-4DDF-8AEE-A5ACE051EBF3}" type="slidenum">
              <a:rPr lang="en-US" smtClean="0"/>
              <a:t>3</a:t>
            </a:fld>
            <a:endParaRPr lang="en-US" dirty="0"/>
          </a:p>
        </p:txBody>
      </p:sp>
    </p:spTree>
    <p:extLst>
      <p:ext uri="{BB962C8B-B14F-4D97-AF65-F5344CB8AC3E}">
        <p14:creationId xmlns:p14="http://schemas.microsoft.com/office/powerpoint/2010/main" val="29812657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0D3DFC-11A7-4DDF-8AEE-A5ACE051EBF3}" type="slidenum">
              <a:rPr lang="en-US" smtClean="0"/>
              <a:t>4</a:t>
            </a:fld>
            <a:endParaRPr lang="en-US" dirty="0"/>
          </a:p>
        </p:txBody>
      </p:sp>
    </p:spTree>
    <p:extLst>
      <p:ext uri="{BB962C8B-B14F-4D97-AF65-F5344CB8AC3E}">
        <p14:creationId xmlns:p14="http://schemas.microsoft.com/office/powerpoint/2010/main" val="502919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66E7D-E75F-BDEA-1CDE-5F043B3D3F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9E056-2B98-1401-008D-FDC1B6117F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CEB39B-5A05-7AA9-FB13-240C150B938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13215E0-4312-28DE-3BA2-D99F757AD925}"/>
              </a:ext>
            </a:extLst>
          </p:cNvPr>
          <p:cNvSpPr>
            <a:spLocks noGrp="1"/>
          </p:cNvSpPr>
          <p:nvPr>
            <p:ph type="sldNum" sz="quarter" idx="5"/>
          </p:nvPr>
        </p:nvSpPr>
        <p:spPr/>
        <p:txBody>
          <a:bodyPr/>
          <a:lstStyle/>
          <a:p>
            <a:fld id="{980D3DFC-11A7-4DDF-8AEE-A5ACE051EBF3}" type="slidenum">
              <a:rPr lang="en-US" smtClean="0"/>
              <a:t>6</a:t>
            </a:fld>
            <a:endParaRPr lang="en-US" dirty="0"/>
          </a:p>
        </p:txBody>
      </p:sp>
    </p:spTree>
    <p:extLst>
      <p:ext uri="{BB962C8B-B14F-4D97-AF65-F5344CB8AC3E}">
        <p14:creationId xmlns:p14="http://schemas.microsoft.com/office/powerpoint/2010/main" val="3002126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E09AA4F6-9CBF-53A8-8FE8-0BAB0E7DC989}"/>
              </a:ext>
            </a:extLst>
          </p:cNvPr>
          <p:cNvSpPr/>
          <p:nvPr userDrawn="1"/>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0" name="Google Shape;328;p33">
            <a:extLst>
              <a:ext uri="{FF2B5EF4-FFF2-40B4-BE49-F238E27FC236}">
                <a16:creationId xmlns:a16="http://schemas.microsoft.com/office/drawing/2014/main" id="{CBE4E0BD-29C0-46EA-4A2D-401DD12AEC12}"/>
              </a:ext>
            </a:extLst>
          </p:cNvPr>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463040" y="2240280"/>
            <a:ext cx="4873752" cy="1709928"/>
          </a:xfrm>
        </p:spPr>
        <p:txBody>
          <a:bodyPr anchor="b">
            <a:noAutofit/>
          </a:bodyPr>
          <a:lstStyle>
            <a:lvl1pPr marL="0" indent="0" algn="l">
              <a:lnSpc>
                <a:spcPct val="90000"/>
              </a:lnSpc>
              <a:defRPr sz="6000"/>
            </a:lvl1pPr>
          </a:lstStyle>
          <a:p>
            <a:r>
              <a:rPr lang="en-US" noProof="0"/>
              <a:t>Click to edit Master title style</a:t>
            </a:r>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463040" y="4014216"/>
            <a:ext cx="4873752" cy="630936"/>
          </a:xfrm>
        </p:spPr>
        <p:txBody>
          <a:bodyPr>
            <a:noAutofit/>
          </a:bodyPr>
          <a:lstStyle>
            <a:lvl1pPr marL="54864" indent="0" algn="l">
              <a:lnSpc>
                <a:spcPct val="120000"/>
              </a:lnSpc>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7246779" y="812292"/>
            <a:ext cx="383462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dirty="0"/>
              <a:t>Click icon to add picture</a:t>
            </a:r>
          </a:p>
        </p:txBody>
      </p:sp>
    </p:spTree>
    <p:extLst>
      <p:ext uri="{BB962C8B-B14F-4D97-AF65-F5344CB8AC3E}">
        <p14:creationId xmlns:p14="http://schemas.microsoft.com/office/powerpoint/2010/main" val="3797591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
        <p:nvSpPr>
          <p:cNvPr id="8" name="Google Shape;1251;p56">
            <a:extLst>
              <a:ext uri="{FF2B5EF4-FFF2-40B4-BE49-F238E27FC236}">
                <a16:creationId xmlns:a16="http://schemas.microsoft.com/office/drawing/2014/main" id="{5BDBB369-4213-AA70-D2DD-33F4E9E1F195}"/>
              </a:ext>
            </a:extLst>
          </p:cNvPr>
          <p:cNvSpPr/>
          <p:nvPr userDrawn="1"/>
        </p:nvSpPr>
        <p:spPr>
          <a:xfrm>
            <a:off x="1072604" y="2550039"/>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0" name="Google Shape;1251;p56">
            <a:extLst>
              <a:ext uri="{FF2B5EF4-FFF2-40B4-BE49-F238E27FC236}">
                <a16:creationId xmlns:a16="http://schemas.microsoft.com/office/drawing/2014/main" id="{3BF27898-0ACC-24EB-589A-96F29C94157A}"/>
              </a:ext>
            </a:extLst>
          </p:cNvPr>
          <p:cNvSpPr/>
          <p:nvPr userDrawn="1"/>
        </p:nvSpPr>
        <p:spPr>
          <a:xfrm>
            <a:off x="3235665" y="2522510"/>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2" name="Google Shape;1251;p56">
            <a:extLst>
              <a:ext uri="{FF2B5EF4-FFF2-40B4-BE49-F238E27FC236}">
                <a16:creationId xmlns:a16="http://schemas.microsoft.com/office/drawing/2014/main" id="{62CA34BE-87A5-8F47-C395-886E6870CF67}"/>
              </a:ext>
            </a:extLst>
          </p:cNvPr>
          <p:cNvSpPr/>
          <p:nvPr userDrawn="1"/>
        </p:nvSpPr>
        <p:spPr>
          <a:xfrm>
            <a:off x="5415148" y="2513962"/>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4" name="Google Shape;1251;p56">
            <a:extLst>
              <a:ext uri="{FF2B5EF4-FFF2-40B4-BE49-F238E27FC236}">
                <a16:creationId xmlns:a16="http://schemas.microsoft.com/office/drawing/2014/main" id="{E432D5F8-7F62-B5A0-F3AC-814BFBEEB0ED}"/>
              </a:ext>
            </a:extLst>
          </p:cNvPr>
          <p:cNvSpPr/>
          <p:nvPr userDrawn="1"/>
        </p:nvSpPr>
        <p:spPr>
          <a:xfrm>
            <a:off x="7530416" y="2524926"/>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6" name="Google Shape;1251;p56">
            <a:extLst>
              <a:ext uri="{FF2B5EF4-FFF2-40B4-BE49-F238E27FC236}">
                <a16:creationId xmlns:a16="http://schemas.microsoft.com/office/drawing/2014/main" id="{FBCE3915-CF40-BF29-2DBB-D9F447CC7555}"/>
              </a:ext>
            </a:extLst>
          </p:cNvPr>
          <p:cNvSpPr/>
          <p:nvPr userDrawn="1"/>
        </p:nvSpPr>
        <p:spPr>
          <a:xfrm>
            <a:off x="9709899" y="2516378"/>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1" name="Text Placeholder 19">
            <a:extLst>
              <a:ext uri="{FF2B5EF4-FFF2-40B4-BE49-F238E27FC236}">
                <a16:creationId xmlns:a16="http://schemas.microsoft.com/office/drawing/2014/main" id="{811789E5-14E6-E7AB-C9D8-6E51B4544B23}"/>
              </a:ext>
            </a:extLst>
          </p:cNvPr>
          <p:cNvSpPr>
            <a:spLocks noGrp="1"/>
          </p:cNvSpPr>
          <p:nvPr>
            <p:ph type="body" sz="quarter" idx="13" hasCustomPrompt="1"/>
          </p:nvPr>
        </p:nvSpPr>
        <p:spPr>
          <a:xfrm>
            <a:off x="98672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2" name="Text Placeholder 19">
            <a:extLst>
              <a:ext uri="{FF2B5EF4-FFF2-40B4-BE49-F238E27FC236}">
                <a16:creationId xmlns:a16="http://schemas.microsoft.com/office/drawing/2014/main" id="{AC40220B-3ED2-1841-92D5-C0056EF47402}"/>
              </a:ext>
            </a:extLst>
          </p:cNvPr>
          <p:cNvSpPr>
            <a:spLocks noGrp="1"/>
          </p:cNvSpPr>
          <p:nvPr>
            <p:ph type="body" sz="quarter" idx="14" hasCustomPrompt="1"/>
          </p:nvPr>
        </p:nvSpPr>
        <p:spPr>
          <a:xfrm>
            <a:off x="3154680"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3" name="Text Placeholder 19">
            <a:extLst>
              <a:ext uri="{FF2B5EF4-FFF2-40B4-BE49-F238E27FC236}">
                <a16:creationId xmlns:a16="http://schemas.microsoft.com/office/drawing/2014/main" id="{B8BC651C-16ED-1741-08D3-8BA2D618C650}"/>
              </a:ext>
            </a:extLst>
          </p:cNvPr>
          <p:cNvSpPr>
            <a:spLocks noGrp="1"/>
          </p:cNvSpPr>
          <p:nvPr>
            <p:ph type="body" sz="quarter" idx="15" hasCustomPrompt="1"/>
          </p:nvPr>
        </p:nvSpPr>
        <p:spPr>
          <a:xfrm>
            <a:off x="533095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4" name="Text Placeholder 19">
            <a:extLst>
              <a:ext uri="{FF2B5EF4-FFF2-40B4-BE49-F238E27FC236}">
                <a16:creationId xmlns:a16="http://schemas.microsoft.com/office/drawing/2014/main" id="{B42AFC50-5862-D501-9586-4A96D4DA667F}"/>
              </a:ext>
            </a:extLst>
          </p:cNvPr>
          <p:cNvSpPr>
            <a:spLocks noGrp="1"/>
          </p:cNvSpPr>
          <p:nvPr>
            <p:ph type="body" sz="quarter" idx="16" hasCustomPrompt="1"/>
          </p:nvPr>
        </p:nvSpPr>
        <p:spPr>
          <a:xfrm>
            <a:off x="744321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5" name="Text Placeholder 19">
            <a:extLst>
              <a:ext uri="{FF2B5EF4-FFF2-40B4-BE49-F238E27FC236}">
                <a16:creationId xmlns:a16="http://schemas.microsoft.com/office/drawing/2014/main" id="{45772425-B358-35A8-C707-76C81B500EDA}"/>
              </a:ext>
            </a:extLst>
          </p:cNvPr>
          <p:cNvSpPr>
            <a:spLocks noGrp="1"/>
          </p:cNvSpPr>
          <p:nvPr>
            <p:ph type="body" sz="quarter" idx="17" hasCustomPrompt="1"/>
          </p:nvPr>
        </p:nvSpPr>
        <p:spPr>
          <a:xfrm>
            <a:off x="962863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7" name="Text Placeholder 26">
            <a:extLst>
              <a:ext uri="{FF2B5EF4-FFF2-40B4-BE49-F238E27FC236}">
                <a16:creationId xmlns:a16="http://schemas.microsoft.com/office/drawing/2014/main" id="{B0B8A0CF-58B1-629F-C8DB-238E5114277C}"/>
              </a:ext>
            </a:extLst>
          </p:cNvPr>
          <p:cNvSpPr>
            <a:spLocks noGrp="1"/>
          </p:cNvSpPr>
          <p:nvPr>
            <p:ph type="body" sz="quarter" idx="18"/>
          </p:nvPr>
        </p:nvSpPr>
        <p:spPr>
          <a:xfrm>
            <a:off x="824102" y="432511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8" name="Text Placeholder 26">
            <a:extLst>
              <a:ext uri="{FF2B5EF4-FFF2-40B4-BE49-F238E27FC236}">
                <a16:creationId xmlns:a16="http://schemas.microsoft.com/office/drawing/2014/main" id="{3973DBDD-5F4C-3094-B5AB-751AF360379C}"/>
              </a:ext>
            </a:extLst>
          </p:cNvPr>
          <p:cNvSpPr>
            <a:spLocks noGrp="1"/>
          </p:cNvSpPr>
          <p:nvPr>
            <p:ph type="body" sz="quarter" idx="19"/>
          </p:nvPr>
        </p:nvSpPr>
        <p:spPr>
          <a:xfrm>
            <a:off x="2992056" y="432670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9" name="Text Placeholder 26">
            <a:extLst>
              <a:ext uri="{FF2B5EF4-FFF2-40B4-BE49-F238E27FC236}">
                <a16:creationId xmlns:a16="http://schemas.microsoft.com/office/drawing/2014/main" id="{6A7033DE-A188-7F2B-B42D-3B4334B2C4BE}"/>
              </a:ext>
            </a:extLst>
          </p:cNvPr>
          <p:cNvSpPr>
            <a:spLocks noGrp="1"/>
          </p:cNvSpPr>
          <p:nvPr>
            <p:ph type="body" sz="quarter" idx="20"/>
          </p:nvPr>
        </p:nvSpPr>
        <p:spPr>
          <a:xfrm>
            <a:off x="5168328" y="431364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0" name="Text Placeholder 26">
            <a:extLst>
              <a:ext uri="{FF2B5EF4-FFF2-40B4-BE49-F238E27FC236}">
                <a16:creationId xmlns:a16="http://schemas.microsoft.com/office/drawing/2014/main" id="{82C8DA85-8265-9485-A51D-73E1629CC541}"/>
              </a:ext>
            </a:extLst>
          </p:cNvPr>
          <p:cNvSpPr>
            <a:spLocks noGrp="1"/>
          </p:cNvSpPr>
          <p:nvPr>
            <p:ph type="body" sz="quarter" idx="21"/>
          </p:nvPr>
        </p:nvSpPr>
        <p:spPr>
          <a:xfrm>
            <a:off x="727985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1" name="Text Placeholder 26">
            <a:extLst>
              <a:ext uri="{FF2B5EF4-FFF2-40B4-BE49-F238E27FC236}">
                <a16:creationId xmlns:a16="http://schemas.microsoft.com/office/drawing/2014/main" id="{20594F27-59D4-99D2-77B5-71915573EDA4}"/>
              </a:ext>
            </a:extLst>
          </p:cNvPr>
          <p:cNvSpPr>
            <a:spLocks noGrp="1"/>
          </p:cNvSpPr>
          <p:nvPr>
            <p:ph type="body" sz="quarter" idx="22"/>
          </p:nvPr>
        </p:nvSpPr>
        <p:spPr>
          <a:xfrm>
            <a:off x="946600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p:txBody>
          <a:bodyPr/>
          <a:lstStyle/>
          <a:p>
            <a:fld id="{8D0AFDD5-844D-364D-8AEC-50CF4D36D55D}" type="slidenum">
              <a:rPr lang="en-US" noProof="0" smtClean="0"/>
              <a:t>‹#›</a:t>
            </a:fld>
            <a:endParaRPr lang="en-US" noProof="0" dirty="0"/>
          </a:p>
        </p:txBody>
      </p:sp>
      <p:sp>
        <p:nvSpPr>
          <p:cNvPr id="5" name="Footer Placeholder 4">
            <a:extLst>
              <a:ext uri="{FF2B5EF4-FFF2-40B4-BE49-F238E27FC236}">
                <a16:creationId xmlns:a16="http://schemas.microsoft.com/office/drawing/2014/main" id="{82D9E7CE-C596-EE32-BBFE-799C10EFBBB2}"/>
              </a:ext>
            </a:extLst>
          </p:cNvPr>
          <p:cNvSpPr>
            <a:spLocks noGrp="1"/>
          </p:cNvSpPr>
          <p:nvPr>
            <p:ph type="ftr" sz="quarter" idx="11"/>
          </p:nvPr>
        </p:nvSpPr>
        <p:spPr/>
        <p:txBody>
          <a:bodyPr/>
          <a:lstStyle/>
          <a:p>
            <a:r>
              <a:rPr lang="en-US" noProof="0" dirty="0"/>
              <a:t>Presentation title</a:t>
            </a:r>
          </a:p>
        </p:txBody>
      </p:sp>
      <p:sp>
        <p:nvSpPr>
          <p:cNvPr id="4" name="Date Placeholder 3">
            <a:extLst>
              <a:ext uri="{FF2B5EF4-FFF2-40B4-BE49-F238E27FC236}">
                <a16:creationId xmlns:a16="http://schemas.microsoft.com/office/drawing/2014/main" id="{7490B60C-999F-167B-3927-D752A0DE60A7}"/>
              </a:ext>
            </a:extLst>
          </p:cNvPr>
          <p:cNvSpPr>
            <a:spLocks noGrp="1"/>
          </p:cNvSpPr>
          <p:nvPr>
            <p:ph type="dt" sz="half" idx="10"/>
          </p:nvPr>
        </p:nvSpPr>
        <p:spPr/>
        <p:txBody>
          <a:bodyPr/>
          <a:lstStyle/>
          <a:p>
            <a:r>
              <a:rPr lang="en-US" noProof="0" dirty="0"/>
              <a:t>20XX</a:t>
            </a:r>
          </a:p>
        </p:txBody>
      </p:sp>
    </p:spTree>
    <p:extLst>
      <p:ext uri="{BB962C8B-B14F-4D97-AF65-F5344CB8AC3E}">
        <p14:creationId xmlns:p14="http://schemas.microsoft.com/office/powerpoint/2010/main" val="748925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bg>
      <p:bgPr>
        <a:solidFill>
          <a:schemeClr val="tx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F51DD675-2DC4-A4BE-C624-3048A2E666B7}"/>
              </a:ext>
            </a:extLst>
          </p:cNvPr>
          <p:cNvSpPr/>
          <p:nvPr userDrawn="1"/>
        </p:nvSpPr>
        <p:spPr>
          <a:xfrm>
            <a:off x="809553" y="1012104"/>
            <a:ext cx="6957749" cy="506173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Google Shape;328;p33">
            <a:extLst>
              <a:ext uri="{FF2B5EF4-FFF2-40B4-BE49-F238E27FC236}">
                <a16:creationId xmlns:a16="http://schemas.microsoft.com/office/drawing/2014/main" id="{A0952ED0-9FCB-B6D2-E806-E2663B8961D0}"/>
              </a:ext>
            </a:extLst>
          </p:cNvPr>
          <p:cNvSpPr/>
          <p:nvPr userDrawn="1"/>
        </p:nvSpPr>
        <p:spPr>
          <a:xfrm>
            <a:off x="600338" y="782757"/>
            <a:ext cx="6957749" cy="506173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1389888" y="1719072"/>
            <a:ext cx="5038344" cy="1709928"/>
          </a:xfrm>
        </p:spPr>
        <p:txBody>
          <a:bodyPr/>
          <a:lstStyle>
            <a:lvl1pPr algn="l">
              <a:lnSpc>
                <a:spcPct val="90000"/>
              </a:lnSpc>
              <a:defRPr/>
            </a:lvl1pPr>
          </a:lstStyle>
          <a:p>
            <a:r>
              <a:rPr lang="en-US" noProof="0"/>
              <a:t>Click to edit Master title style</a:t>
            </a:r>
          </a:p>
        </p:txBody>
      </p:sp>
      <p:sp>
        <p:nvSpPr>
          <p:cNvPr id="10" name="Picture Placeholder 9">
            <a:extLst>
              <a:ext uri="{FF2B5EF4-FFF2-40B4-BE49-F238E27FC236}">
                <a16:creationId xmlns:a16="http://schemas.microsoft.com/office/drawing/2014/main" id="{0BC3CDDF-FEA3-712D-9071-515D264F06E7}"/>
              </a:ext>
            </a:extLst>
          </p:cNvPr>
          <p:cNvSpPr>
            <a:spLocks noGrp="1"/>
          </p:cNvSpPr>
          <p:nvPr>
            <p:ph type="pic" sz="quarter" idx="13"/>
          </p:nvPr>
        </p:nvSpPr>
        <p:spPr>
          <a:xfrm>
            <a:off x="8296656" y="0"/>
            <a:ext cx="3895344" cy="6858000"/>
          </a:xfrm>
          <a:solidFill>
            <a:schemeClr val="accent1"/>
          </a:solidFill>
        </p:spPr>
        <p:txBody>
          <a:bodyPr anchor="ctr"/>
          <a:lstStyle>
            <a:lvl1pPr marL="0" indent="0" algn="ctr">
              <a:buNone/>
              <a:defRPr/>
            </a:lvl1pPr>
          </a:lstStyle>
          <a:p>
            <a:r>
              <a:rPr lang="en-US" noProof="0" dirty="0"/>
              <a:t>Click icon to add picture</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1389888" y="3054096"/>
            <a:ext cx="5010912" cy="2130552"/>
          </a:xfrm>
        </p:spPr>
        <p:txBody>
          <a:bodyPr/>
          <a:lstStyle>
            <a:lvl1pPr marL="54864" indent="0">
              <a:lnSpc>
                <a:spcPct val="12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cxnSp>
        <p:nvCxnSpPr>
          <p:cNvPr id="28" name="Straight Connector 27">
            <a:extLst>
              <a:ext uri="{FF2B5EF4-FFF2-40B4-BE49-F238E27FC236}">
                <a16:creationId xmlns:a16="http://schemas.microsoft.com/office/drawing/2014/main" id="{A4F7CD76-D087-685D-2E27-537F34D67EBE}"/>
              </a:ext>
            </a:extLst>
          </p:cNvPr>
          <p:cNvCxnSpPr>
            <a:cxnSpLocks/>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a:xfrm>
            <a:off x="3962400" y="6400904"/>
            <a:ext cx="365760" cy="246888"/>
          </a:xfrm>
        </p:spPr>
        <p:txBody>
          <a:bodyPr/>
          <a:lstStyle>
            <a:lvl1pPr>
              <a:defRPr>
                <a:solidFill>
                  <a:schemeClr val="bg1"/>
                </a:solidFill>
              </a:defRPr>
            </a:lvl1pPr>
          </a:lstStyle>
          <a:p>
            <a:fld id="{8D0AFDD5-844D-364D-8AEC-50CF4D36D55D}" type="slidenum">
              <a:rPr lang="en-US" noProof="0" smtClean="0"/>
              <a:pPr/>
              <a:t>‹#›</a:t>
            </a:fld>
            <a:endParaRPr lang="en-US" noProof="0" dirty="0"/>
          </a:p>
        </p:txBody>
      </p:sp>
      <p:grpSp>
        <p:nvGrpSpPr>
          <p:cNvPr id="13" name="Group 12">
            <a:extLst>
              <a:ext uri="{FF2B5EF4-FFF2-40B4-BE49-F238E27FC236}">
                <a16:creationId xmlns:a16="http://schemas.microsoft.com/office/drawing/2014/main" id="{0C63F889-82B6-D594-DA07-4C82AE33663F}"/>
              </a:ext>
            </a:extLst>
          </p:cNvPr>
          <p:cNvGrpSpPr/>
          <p:nvPr userDrawn="1"/>
        </p:nvGrpSpPr>
        <p:grpSpPr>
          <a:xfrm>
            <a:off x="0" y="6527001"/>
            <a:ext cx="8294153" cy="5617"/>
            <a:chOff x="0" y="6527001"/>
            <a:chExt cx="8294153" cy="5617"/>
          </a:xfrm>
        </p:grpSpPr>
        <p:cxnSp>
          <p:nvCxnSpPr>
            <p:cNvPr id="14" name="Straight Connector 13">
              <a:extLst>
                <a:ext uri="{FF2B5EF4-FFF2-40B4-BE49-F238E27FC236}">
                  <a16:creationId xmlns:a16="http://schemas.microsoft.com/office/drawing/2014/main" id="{3F4BFE95-6DCA-752C-0F0C-CCAF1A576CD0}"/>
                </a:ext>
              </a:extLst>
            </p:cNvPr>
            <p:cNvCxnSpPr>
              <a:cxnSpLocks/>
            </p:cNvCxnSpPr>
            <p:nvPr/>
          </p:nvCxnSpPr>
          <p:spPr>
            <a:xfrm>
              <a:off x="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920C2FA-C2E7-21E2-09D0-3BA6B1BC2C1E}"/>
                </a:ext>
              </a:extLst>
            </p:cNvPr>
            <p:cNvCxnSpPr>
              <a:cxnSpLocks/>
            </p:cNvCxnSpPr>
            <p:nvPr/>
          </p:nvCxnSpPr>
          <p:spPr>
            <a:xfrm>
              <a:off x="435864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8208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8D51F-4DA4-5AB7-6ACD-17065B86DE72}"/>
              </a:ext>
            </a:extLst>
          </p:cNvPr>
          <p:cNvSpPr>
            <a:spLocks noGrp="1"/>
          </p:cNvSpPr>
          <p:nvPr>
            <p:ph type="title"/>
          </p:nvPr>
        </p:nvSpPr>
        <p:spPr>
          <a:xfrm>
            <a:off x="731520" y="1947672"/>
            <a:ext cx="3017520" cy="1938528"/>
          </a:xfrm>
        </p:spPr>
        <p:txBody>
          <a:bodyPr anchor="t"/>
          <a:lstStyle>
            <a:lvl1pPr algn="l">
              <a:defRPr sz="6000"/>
            </a:lvl1pPr>
          </a:lstStyle>
          <a:p>
            <a:r>
              <a:rPr lang="en-US" noProof="0"/>
              <a:t>Click to edit Master title style</a:t>
            </a:r>
          </a:p>
        </p:txBody>
      </p:sp>
      <p:sp>
        <p:nvSpPr>
          <p:cNvPr id="3" name="Text Placeholder 2">
            <a:extLst>
              <a:ext uri="{FF2B5EF4-FFF2-40B4-BE49-F238E27FC236}">
                <a16:creationId xmlns:a16="http://schemas.microsoft.com/office/drawing/2014/main" id="{F4264711-7A11-A788-DD48-17D0C3B08384}"/>
              </a:ext>
            </a:extLst>
          </p:cNvPr>
          <p:cNvSpPr>
            <a:spLocks noGrp="1"/>
          </p:cNvSpPr>
          <p:nvPr>
            <p:ph type="body" idx="1"/>
          </p:nvPr>
        </p:nvSpPr>
        <p:spPr>
          <a:xfrm>
            <a:off x="758952" y="4279392"/>
            <a:ext cx="2980944" cy="402336"/>
          </a:xfrm>
        </p:spPr>
        <p:txBody>
          <a:bodyPr/>
          <a:lstStyle>
            <a:lvl1pPr marL="0" indent="0">
              <a:lnSpc>
                <a:spcPct val="100000"/>
              </a:lnSpc>
              <a:spcBef>
                <a:spcPts val="0"/>
              </a:spcBef>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8" name="Google Shape;1251;p56">
            <a:extLst>
              <a:ext uri="{FF2B5EF4-FFF2-40B4-BE49-F238E27FC236}">
                <a16:creationId xmlns:a16="http://schemas.microsoft.com/office/drawing/2014/main" id="{9061A64A-DA6A-5D22-BE0B-94B0626A6CF1}"/>
              </a:ext>
            </a:extLst>
          </p:cNvPr>
          <p:cNvSpPr/>
          <p:nvPr userDrawn="1"/>
        </p:nvSpPr>
        <p:spPr>
          <a:xfrm>
            <a:off x="5102241" y="59706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0" name="Picture Placeholder 9">
            <a:extLst>
              <a:ext uri="{FF2B5EF4-FFF2-40B4-BE49-F238E27FC236}">
                <a16:creationId xmlns:a16="http://schemas.microsoft.com/office/drawing/2014/main" id="{E88E5310-5724-6031-306F-4110AC65EBDB}"/>
              </a:ext>
            </a:extLst>
          </p:cNvPr>
          <p:cNvSpPr>
            <a:spLocks noGrp="1" noChangeAspect="1"/>
          </p:cNvSpPr>
          <p:nvPr>
            <p:ph type="pic" sz="quarter" idx="10"/>
          </p:nvPr>
        </p:nvSpPr>
        <p:spPr>
          <a:xfrm>
            <a:off x="5001768" y="420624"/>
            <a:ext cx="5897880" cy="5897880"/>
          </a:xfrm>
          <a:prstGeom prst="ellipse">
            <a:avLst/>
          </a:prstGeom>
          <a:solidFill>
            <a:schemeClr val="accent1"/>
          </a:solidFill>
          <a:ln w="25400">
            <a:solidFill>
              <a:schemeClr val="tx1"/>
            </a:solidFill>
          </a:ln>
        </p:spPr>
        <p:txBody>
          <a:bodyPr anchor="ctr"/>
          <a:lstStyle>
            <a:lvl1pPr marL="0" indent="0" algn="ctr">
              <a:buNone/>
              <a:defRPr/>
            </a:lvl1pPr>
          </a:lstStyle>
          <a:p>
            <a:r>
              <a:rPr lang="en-US" noProof="0" dirty="0"/>
              <a:t>Click icon to add picture</a:t>
            </a:r>
          </a:p>
        </p:txBody>
      </p:sp>
    </p:spTree>
    <p:extLst>
      <p:ext uri="{BB962C8B-B14F-4D97-AF65-F5344CB8AC3E}">
        <p14:creationId xmlns:p14="http://schemas.microsoft.com/office/powerpoint/2010/main" val="791168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484632" y="1810512"/>
            <a:ext cx="11000232" cy="416052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p:txBody>
          <a:bodyPr/>
          <a:lstStyle/>
          <a:p>
            <a:fld id="{8D0AFDD5-844D-364D-8AEC-50CF4D36D55D}" type="slidenum">
              <a:rPr lang="en-US" noProof="0" smtClean="0"/>
              <a:t>‹#›</a:t>
            </a:fld>
            <a:endParaRPr lang="en-US" noProof="0" dirty="0"/>
          </a:p>
        </p:txBody>
      </p:sp>
      <p:sp>
        <p:nvSpPr>
          <p:cNvPr id="5" name="Footer Placeholder 4">
            <a:extLst>
              <a:ext uri="{FF2B5EF4-FFF2-40B4-BE49-F238E27FC236}">
                <a16:creationId xmlns:a16="http://schemas.microsoft.com/office/drawing/2014/main" id="{82D9E7CE-C596-EE32-BBFE-799C10EFBBB2}"/>
              </a:ext>
            </a:extLst>
          </p:cNvPr>
          <p:cNvSpPr>
            <a:spLocks noGrp="1"/>
          </p:cNvSpPr>
          <p:nvPr>
            <p:ph type="ftr" sz="quarter" idx="11"/>
          </p:nvPr>
        </p:nvSpPr>
        <p:spPr/>
        <p:txBody>
          <a:bodyPr/>
          <a:lstStyle/>
          <a:p>
            <a:r>
              <a:rPr lang="en-US" noProof="0" dirty="0"/>
              <a:t>Presentation title</a:t>
            </a:r>
          </a:p>
        </p:txBody>
      </p:sp>
      <p:sp>
        <p:nvSpPr>
          <p:cNvPr id="4" name="Date Placeholder 3">
            <a:extLst>
              <a:ext uri="{FF2B5EF4-FFF2-40B4-BE49-F238E27FC236}">
                <a16:creationId xmlns:a16="http://schemas.microsoft.com/office/drawing/2014/main" id="{7490B60C-999F-167B-3927-D752A0DE60A7}"/>
              </a:ext>
            </a:extLst>
          </p:cNvPr>
          <p:cNvSpPr>
            <a:spLocks noGrp="1"/>
          </p:cNvSpPr>
          <p:nvPr>
            <p:ph type="dt" sz="half" idx="10"/>
          </p:nvPr>
        </p:nvSpPr>
        <p:spPr/>
        <p:txBody>
          <a:bodyPr/>
          <a:lstStyle/>
          <a:p>
            <a:r>
              <a:rPr lang="en-US" noProof="0" dirty="0"/>
              <a:t>20XX</a:t>
            </a:r>
          </a:p>
        </p:txBody>
      </p:sp>
    </p:spTree>
    <p:extLst>
      <p:ext uri="{BB962C8B-B14F-4D97-AF65-F5344CB8AC3E}">
        <p14:creationId xmlns:p14="http://schemas.microsoft.com/office/powerpoint/2010/main" val="1201349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3"/>
        </a:solidFill>
        <a:effectLst/>
      </p:bgPr>
    </p:bg>
    <p:spTree>
      <p:nvGrpSpPr>
        <p:cNvPr id="1" name=""/>
        <p:cNvGrpSpPr/>
        <p:nvPr/>
      </p:nvGrpSpPr>
      <p:grpSpPr>
        <a:xfrm>
          <a:off x="0" y="0"/>
          <a:ext cx="0" cy="0"/>
          <a:chOff x="0" y="0"/>
          <a:chExt cx="0" cy="0"/>
        </a:xfrm>
      </p:grpSpPr>
      <p:sp>
        <p:nvSpPr>
          <p:cNvPr id="12" name="Google Shape;327;p33">
            <a:extLst>
              <a:ext uri="{FF2B5EF4-FFF2-40B4-BE49-F238E27FC236}">
                <a16:creationId xmlns:a16="http://schemas.microsoft.com/office/drawing/2014/main" id="{EA1EE280-E44E-F71B-ED1B-CA8CEDEE6175}"/>
              </a:ext>
            </a:extLst>
          </p:cNvPr>
          <p:cNvSpPr/>
          <p:nvPr userDrawn="1"/>
        </p:nvSpPr>
        <p:spPr>
          <a:xfrm>
            <a:off x="1087280" y="1161412"/>
            <a:ext cx="10221119" cy="483174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accent2">
                  <a:lumMod val="20000"/>
                  <a:lumOff val="80000"/>
                </a:schemeClr>
              </a:solidFill>
              <a:latin typeface="Karla"/>
              <a:ea typeface="Karla"/>
              <a:cs typeface="Karla"/>
              <a:sym typeface="Karla"/>
            </a:endParaRPr>
          </a:p>
        </p:txBody>
      </p:sp>
      <p:sp>
        <p:nvSpPr>
          <p:cNvPr id="14" name="Google Shape;328;p33">
            <a:extLst>
              <a:ext uri="{FF2B5EF4-FFF2-40B4-BE49-F238E27FC236}">
                <a16:creationId xmlns:a16="http://schemas.microsoft.com/office/drawing/2014/main" id="{332C8624-D848-DF0C-9104-7A2655E4A0FE}"/>
              </a:ext>
            </a:extLst>
          </p:cNvPr>
          <p:cNvSpPr/>
          <p:nvPr userDrawn="1"/>
        </p:nvSpPr>
        <p:spPr>
          <a:xfrm>
            <a:off x="858371" y="800100"/>
            <a:ext cx="10221119" cy="4953001"/>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2862072" y="2322576"/>
            <a:ext cx="6473952" cy="1901952"/>
          </a:xfrm>
        </p:spPr>
        <p:txBody>
          <a:bodyPr anchor="ctr"/>
          <a:lstStyle>
            <a:lvl1pPr algn="l">
              <a:lnSpc>
                <a:spcPct val="90000"/>
              </a:lnSpc>
              <a:defRPr sz="4000"/>
            </a:lvl1pPr>
          </a:lstStyle>
          <a:p>
            <a:r>
              <a:rPr lang="en-US" noProof="0"/>
              <a:t>Click to edit Master title style</a:t>
            </a:r>
          </a:p>
        </p:txBody>
      </p:sp>
      <p:sp>
        <p:nvSpPr>
          <p:cNvPr id="18" name="Text Placeholder 15">
            <a:extLst>
              <a:ext uri="{FF2B5EF4-FFF2-40B4-BE49-F238E27FC236}">
                <a16:creationId xmlns:a16="http://schemas.microsoft.com/office/drawing/2014/main" id="{4817D722-78FF-E98D-229F-DDC8146F5572}"/>
              </a:ext>
            </a:extLst>
          </p:cNvPr>
          <p:cNvSpPr>
            <a:spLocks noGrp="1"/>
          </p:cNvSpPr>
          <p:nvPr>
            <p:ph type="body" sz="quarter" idx="15" hasCustomPrompt="1"/>
          </p:nvPr>
        </p:nvSpPr>
        <p:spPr>
          <a:xfrm>
            <a:off x="1027874" y="809103"/>
            <a:ext cx="1798955" cy="2062163"/>
          </a:xfrm>
        </p:spPr>
        <p:txBody>
          <a:bodyPr anchor="t"/>
          <a:lstStyle>
            <a:lvl1pPr marL="0" indent="0">
              <a:buNone/>
              <a:defRPr sz="25000" b="1">
                <a:solidFill>
                  <a:schemeClr val="tx2"/>
                </a:solidFill>
                <a:latin typeface="+mj-lt"/>
              </a:defRPr>
            </a:lvl1pPr>
          </a:lstStyle>
          <a:p>
            <a:pPr lvl="0"/>
            <a:r>
              <a:rPr lang="en-US" noProof="0"/>
              <a:t>“</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2862072" y="4334256"/>
            <a:ext cx="2340864" cy="585216"/>
          </a:xfrm>
        </p:spPr>
        <p:txBody>
          <a:bodyPr/>
          <a:lstStyle>
            <a:lvl1pPr marL="0" indent="0">
              <a:lnSpc>
                <a:spcPct val="100000"/>
              </a:lnSpc>
              <a:spcBef>
                <a:spcPts val="0"/>
              </a:spcBef>
              <a:buNone/>
              <a:defRPr sz="2000"/>
            </a:lvl1pPr>
          </a:lstStyle>
          <a:p>
            <a:pPr lvl="0"/>
            <a:r>
              <a:rPr lang="en-US" noProof="0"/>
              <a:t>Click to edit Master text styles</a:t>
            </a:r>
          </a:p>
        </p:txBody>
      </p:sp>
      <p:sp>
        <p:nvSpPr>
          <p:cNvPr id="17" name="Text Placeholder 15">
            <a:extLst>
              <a:ext uri="{FF2B5EF4-FFF2-40B4-BE49-F238E27FC236}">
                <a16:creationId xmlns:a16="http://schemas.microsoft.com/office/drawing/2014/main" id="{F9A35D83-86B3-5132-45B2-6382E8F3A4C2}"/>
              </a:ext>
            </a:extLst>
          </p:cNvPr>
          <p:cNvSpPr>
            <a:spLocks noGrp="1"/>
          </p:cNvSpPr>
          <p:nvPr>
            <p:ph type="body" sz="quarter" idx="14" hasCustomPrompt="1"/>
          </p:nvPr>
        </p:nvSpPr>
        <p:spPr>
          <a:xfrm>
            <a:off x="9281160" y="3957272"/>
            <a:ext cx="1798955" cy="2062163"/>
          </a:xfrm>
        </p:spPr>
        <p:txBody>
          <a:bodyPr/>
          <a:lstStyle>
            <a:lvl1pPr marL="0" indent="0">
              <a:buNone/>
              <a:defRPr sz="25000" b="1">
                <a:solidFill>
                  <a:schemeClr val="tx2"/>
                </a:solidFill>
                <a:latin typeface="+mj-lt"/>
              </a:defRPr>
            </a:lvl1pPr>
          </a:lstStyle>
          <a:p>
            <a:pPr lvl="0"/>
            <a:r>
              <a:rPr lang="en-US" noProof="0"/>
              <a:t>”</a:t>
            </a:r>
          </a:p>
        </p:txBody>
      </p:sp>
      <p:sp>
        <p:nvSpPr>
          <p:cNvPr id="7" name="Date Placeholder 6">
            <a:extLst>
              <a:ext uri="{FF2B5EF4-FFF2-40B4-BE49-F238E27FC236}">
                <a16:creationId xmlns:a16="http://schemas.microsoft.com/office/drawing/2014/main" id="{C1F53ABF-1C17-E7D0-EEB7-468CEDF285C7}"/>
              </a:ext>
            </a:extLst>
          </p:cNvPr>
          <p:cNvSpPr>
            <a:spLocks noGrp="1"/>
          </p:cNvSpPr>
          <p:nvPr>
            <p:ph type="dt" sz="half" idx="16"/>
          </p:nvPr>
        </p:nvSpPr>
        <p:spPr/>
        <p:txBody>
          <a:bodyPr/>
          <a:lstStyle/>
          <a:p>
            <a:r>
              <a:rPr lang="en-US" noProof="0" dirty="0"/>
              <a:t>20XX</a:t>
            </a:r>
          </a:p>
        </p:txBody>
      </p:sp>
      <p:sp>
        <p:nvSpPr>
          <p:cNvPr id="8" name="Footer Placeholder 7">
            <a:extLst>
              <a:ext uri="{FF2B5EF4-FFF2-40B4-BE49-F238E27FC236}">
                <a16:creationId xmlns:a16="http://schemas.microsoft.com/office/drawing/2014/main" id="{86A64DF1-77A3-B856-5F46-12724706B8A1}"/>
              </a:ext>
            </a:extLst>
          </p:cNvPr>
          <p:cNvSpPr>
            <a:spLocks noGrp="1"/>
          </p:cNvSpPr>
          <p:nvPr>
            <p:ph type="ftr" sz="quarter" idx="17"/>
          </p:nvPr>
        </p:nvSpPr>
        <p:spPr/>
        <p:txBody>
          <a:bodyPr/>
          <a:lstStyle/>
          <a:p>
            <a:r>
              <a:rPr lang="en-US" noProof="0" dirty="0"/>
              <a:t>Presentation title</a:t>
            </a:r>
          </a:p>
        </p:txBody>
      </p:sp>
      <p:sp>
        <p:nvSpPr>
          <p:cNvPr id="9" name="Slide Number Placeholder 8">
            <a:extLst>
              <a:ext uri="{FF2B5EF4-FFF2-40B4-BE49-F238E27FC236}">
                <a16:creationId xmlns:a16="http://schemas.microsoft.com/office/drawing/2014/main" id="{D8961FC7-9CAD-4B2D-A8F6-C172AF6D5EB1}"/>
              </a:ext>
            </a:extLst>
          </p:cNvPr>
          <p:cNvSpPr>
            <a:spLocks noGrp="1"/>
          </p:cNvSpPr>
          <p:nvPr>
            <p:ph type="sldNum" sz="quarter" idx="18"/>
          </p:nvPr>
        </p:nvSpPr>
        <p:spPr/>
        <p:txBody>
          <a:bodyPr/>
          <a:lstStyle/>
          <a:p>
            <a:fld id="{8D0AFDD5-844D-364D-8AEC-50CF4D36D55D}" type="slidenum">
              <a:rPr lang="en-US" noProof="0" smtClean="0"/>
              <a:pPr/>
              <a:t>‹#›</a:t>
            </a:fld>
            <a:endParaRPr lang="en-US" noProof="0" dirty="0"/>
          </a:p>
        </p:txBody>
      </p:sp>
    </p:spTree>
    <p:extLst>
      <p:ext uri="{BB962C8B-B14F-4D97-AF65-F5344CB8AC3E}">
        <p14:creationId xmlns:p14="http://schemas.microsoft.com/office/powerpoint/2010/main" val="2884380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x4">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7" name="Google Shape;1149;p53">
            <a:extLst>
              <a:ext uri="{FF2B5EF4-FFF2-40B4-BE49-F238E27FC236}">
                <a16:creationId xmlns:a16="http://schemas.microsoft.com/office/drawing/2014/main" id="{E21113D2-FC9F-27EC-7A45-E8F7695D1407}"/>
              </a:ext>
            </a:extLst>
          </p:cNvPr>
          <p:cNvSpPr/>
          <p:nvPr userDrawn="1"/>
        </p:nvSpPr>
        <p:spPr>
          <a:xfrm>
            <a:off x="694922"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9" name="Google Shape;1149;p53">
            <a:extLst>
              <a:ext uri="{FF2B5EF4-FFF2-40B4-BE49-F238E27FC236}">
                <a16:creationId xmlns:a16="http://schemas.microsoft.com/office/drawing/2014/main" id="{AD0B836B-7152-D6F5-7044-4B3B321454F5}"/>
              </a:ext>
            </a:extLst>
          </p:cNvPr>
          <p:cNvSpPr/>
          <p:nvPr userDrawn="1"/>
        </p:nvSpPr>
        <p:spPr>
          <a:xfrm>
            <a:off x="3541000"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1" name="Google Shape;1149;p53">
            <a:extLst>
              <a:ext uri="{FF2B5EF4-FFF2-40B4-BE49-F238E27FC236}">
                <a16:creationId xmlns:a16="http://schemas.microsoft.com/office/drawing/2014/main" id="{65518B88-F549-D8C7-0CD2-91E7CABE5E13}"/>
              </a:ext>
            </a:extLst>
          </p:cNvPr>
          <p:cNvSpPr/>
          <p:nvPr userDrawn="1"/>
        </p:nvSpPr>
        <p:spPr>
          <a:xfrm>
            <a:off x="6387080"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3" name="Google Shape;1149;p53">
            <a:extLst>
              <a:ext uri="{FF2B5EF4-FFF2-40B4-BE49-F238E27FC236}">
                <a16:creationId xmlns:a16="http://schemas.microsoft.com/office/drawing/2014/main" id="{EF098B7F-7320-E28C-D4A0-9C0D6072BDA7}"/>
              </a:ext>
            </a:extLst>
          </p:cNvPr>
          <p:cNvSpPr/>
          <p:nvPr userDrawn="1"/>
        </p:nvSpPr>
        <p:spPr>
          <a:xfrm>
            <a:off x="9233158"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2193042"/>
            <a:ext cx="2487168" cy="2103120"/>
          </a:xfrm>
          <a:ln w="25400">
            <a:solidFill>
              <a:schemeClr val="tx1"/>
            </a:solidFill>
          </a:ln>
        </p:spPr>
        <p:txBody>
          <a:bodyPr anchor="ctr"/>
          <a:lstStyle>
            <a:lvl1pPr marL="0" indent="0" algn="ctr">
              <a:buNone/>
              <a:defRPr sz="1600"/>
            </a:lvl1pPr>
          </a:lstStyle>
          <a:p>
            <a:r>
              <a:rPr lang="en-US" noProof="0" dirty="0"/>
              <a:t>Click icon to add picture</a:t>
            </a:r>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2193042"/>
            <a:ext cx="2487168" cy="2103120"/>
          </a:xfrm>
          <a:ln w="25400">
            <a:solidFill>
              <a:schemeClr val="tx1"/>
            </a:solidFill>
          </a:ln>
        </p:spPr>
        <p:txBody>
          <a:bodyPr anchor="ctr"/>
          <a:lstStyle>
            <a:lvl1pPr marL="0" indent="0" algn="ctr">
              <a:buNone/>
              <a:defRPr sz="1600"/>
            </a:lvl1pPr>
          </a:lstStyle>
          <a:p>
            <a:r>
              <a:rPr lang="en-US" noProof="0" dirty="0"/>
              <a:t>Click icon to add picture</a:t>
            </a:r>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2193042"/>
            <a:ext cx="2487168" cy="2103120"/>
          </a:xfrm>
          <a:ln w="25400">
            <a:solidFill>
              <a:schemeClr val="tx1"/>
            </a:solidFill>
          </a:ln>
        </p:spPr>
        <p:txBody>
          <a:bodyPr anchor="ctr"/>
          <a:lstStyle>
            <a:lvl1pPr marL="0" indent="0" algn="ctr">
              <a:buNone/>
              <a:defRPr sz="1600"/>
            </a:lvl1pPr>
          </a:lstStyle>
          <a:p>
            <a:r>
              <a:rPr lang="en-US" noProof="0" dirty="0"/>
              <a:t>Click icon to add picture</a:t>
            </a:r>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2169547"/>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2169547"/>
            <a:ext cx="2487168" cy="2103120"/>
          </a:xfrm>
          <a:ln w="25400">
            <a:solidFill>
              <a:schemeClr val="tx1"/>
            </a:solidFill>
          </a:ln>
        </p:spPr>
        <p:txBody>
          <a:bodyPr anchor="ctr"/>
          <a:lstStyle>
            <a:lvl1pPr marL="0" indent="0" algn="ctr">
              <a:buNone/>
              <a:defRPr sz="1600"/>
            </a:lvl1pPr>
          </a:lstStyle>
          <a:p>
            <a:r>
              <a:rPr lang="en-US" noProof="0" dirty="0"/>
              <a:t>Click icon to add picture</a:t>
            </a:r>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cxnSp>
        <p:nvCxnSpPr>
          <p:cNvPr id="47" name="Straight Connector 46">
            <a:extLst>
              <a:ext uri="{FF2B5EF4-FFF2-40B4-BE49-F238E27FC236}">
                <a16:creationId xmlns:a16="http://schemas.microsoft.com/office/drawing/2014/main" id="{78252B54-8A68-DB21-54FB-342276BCEE38}"/>
              </a:ext>
            </a:extLst>
          </p:cNvPr>
          <p:cNvCxnSpPr>
            <a:cxnSpLocks/>
          </p:cNvCxnSpPr>
          <p:nvPr userDrawn="1"/>
        </p:nvCxnSpPr>
        <p:spPr>
          <a:xfrm>
            <a:off x="0" y="6535885"/>
            <a:ext cx="838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384EF8F-B039-D242-A81B-F393B674C274}"/>
              </a:ext>
            </a:extLst>
          </p:cNvPr>
          <p:cNvCxnSpPr>
            <a:cxnSpLocks/>
          </p:cNvCxnSpPr>
          <p:nvPr userDrawn="1"/>
        </p:nvCxnSpPr>
        <p:spPr>
          <a:xfrm>
            <a:off x="1205025" y="6535885"/>
            <a:ext cx="416052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A9D6E63-D581-350F-03A0-665A80481391}"/>
              </a:ext>
            </a:extLst>
          </p:cNvPr>
          <p:cNvCxnSpPr>
            <a:cxnSpLocks/>
          </p:cNvCxnSpPr>
          <p:nvPr userDrawn="1"/>
        </p:nvCxnSpPr>
        <p:spPr>
          <a:xfrm>
            <a:off x="6802120" y="6528812"/>
            <a:ext cx="384048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A05D09F-A5CA-2745-537C-05333575CD8F}"/>
              </a:ext>
            </a:extLst>
          </p:cNvPr>
          <p:cNvCxnSpPr>
            <a:cxnSpLocks/>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C2F2B86B-C1F2-7E0E-C065-E2B156A7F8E4}"/>
              </a:ext>
            </a:extLst>
          </p:cNvPr>
          <p:cNvSpPr>
            <a:spLocks noGrp="1"/>
          </p:cNvSpPr>
          <p:nvPr>
            <p:ph type="sldNum" sz="quarter" idx="12"/>
          </p:nvPr>
        </p:nvSpPr>
        <p:spPr/>
        <p:txBody>
          <a:bodyPr/>
          <a:lstStyle>
            <a:lvl1pPr>
              <a:defRPr>
                <a:solidFill>
                  <a:schemeClr val="bg1"/>
                </a:solidFill>
              </a:defRPr>
            </a:lvl1pPr>
          </a:lstStyle>
          <a:p>
            <a:fld id="{8D0AFDD5-844D-364D-8AEC-50CF4D36D55D}" type="slidenum">
              <a:rPr lang="en-US" noProof="0" smtClean="0"/>
              <a:pPr/>
              <a:t>‹#›</a:t>
            </a:fld>
            <a:endParaRPr lang="en-US" noProof="0" dirty="0"/>
          </a:p>
        </p:txBody>
      </p:sp>
      <p:sp>
        <p:nvSpPr>
          <p:cNvPr id="4" name="Footer Placeholder 3">
            <a:extLst>
              <a:ext uri="{FF2B5EF4-FFF2-40B4-BE49-F238E27FC236}">
                <a16:creationId xmlns:a16="http://schemas.microsoft.com/office/drawing/2014/main" id="{415DA4D1-2752-E7A4-2EB8-33E55361D7BE}"/>
              </a:ext>
            </a:extLst>
          </p:cNvPr>
          <p:cNvSpPr>
            <a:spLocks noGrp="1"/>
          </p:cNvSpPr>
          <p:nvPr>
            <p:ph type="ftr" sz="quarter" idx="11"/>
          </p:nvPr>
        </p:nvSpPr>
        <p:spPr/>
        <p:txBody>
          <a:bodyPr/>
          <a:lstStyle>
            <a:lvl1pPr>
              <a:defRPr>
                <a:solidFill>
                  <a:schemeClr val="bg1"/>
                </a:solidFill>
              </a:defRPr>
            </a:lvl1pPr>
          </a:lstStyle>
          <a:p>
            <a:r>
              <a:rPr lang="en-US" noProof="0" dirty="0"/>
              <a:t>Presentation title</a:t>
            </a:r>
          </a:p>
        </p:txBody>
      </p:sp>
      <p:sp>
        <p:nvSpPr>
          <p:cNvPr id="3" name="Date Placeholder 2">
            <a:extLst>
              <a:ext uri="{FF2B5EF4-FFF2-40B4-BE49-F238E27FC236}">
                <a16:creationId xmlns:a16="http://schemas.microsoft.com/office/drawing/2014/main" id="{0BC200B8-5151-AE1E-3DA7-04B965986211}"/>
              </a:ext>
            </a:extLst>
          </p:cNvPr>
          <p:cNvSpPr>
            <a:spLocks noGrp="1"/>
          </p:cNvSpPr>
          <p:nvPr>
            <p:ph type="dt" sz="half" idx="10"/>
          </p:nvPr>
        </p:nvSpPr>
        <p:spPr/>
        <p:txBody>
          <a:bodyPr/>
          <a:lstStyle>
            <a:lvl1pPr>
              <a:defRPr>
                <a:solidFill>
                  <a:schemeClr val="bg1"/>
                </a:solidFill>
              </a:defRPr>
            </a:lvl1pPr>
          </a:lstStyle>
          <a:p>
            <a:r>
              <a:rPr lang="en-US" noProof="0" dirty="0"/>
              <a:t>20XX</a:t>
            </a:r>
          </a:p>
        </p:txBody>
      </p:sp>
    </p:spTree>
    <p:extLst>
      <p:ext uri="{BB962C8B-B14F-4D97-AF65-F5344CB8AC3E}">
        <p14:creationId xmlns:p14="http://schemas.microsoft.com/office/powerpoint/2010/main" val="3939377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eam x8">
    <p:bg>
      <p:bgPr>
        <a:solidFill>
          <a:schemeClr val="accent2"/>
        </a:solidFill>
        <a:effectLst/>
      </p:bgPr>
    </p:bg>
    <p:spTree>
      <p:nvGrpSpPr>
        <p:cNvPr id="1" name=""/>
        <p:cNvGrpSpPr/>
        <p:nvPr/>
      </p:nvGrpSpPr>
      <p:grpSpPr>
        <a:xfrm>
          <a:off x="0" y="0"/>
          <a:ext cx="0" cy="0"/>
          <a:chOff x="0" y="0"/>
          <a:chExt cx="0" cy="0"/>
        </a:xfrm>
      </p:grpSpPr>
      <p:sp>
        <p:nvSpPr>
          <p:cNvPr id="8" name="Google Shape;1149;p53">
            <a:extLst>
              <a:ext uri="{FF2B5EF4-FFF2-40B4-BE49-F238E27FC236}">
                <a16:creationId xmlns:a16="http://schemas.microsoft.com/office/drawing/2014/main" id="{559D8666-7371-3C57-AFFE-49810709BDDB}"/>
              </a:ext>
            </a:extLst>
          </p:cNvPr>
          <p:cNvSpPr/>
          <p:nvPr userDrawn="1"/>
        </p:nvSpPr>
        <p:spPr>
          <a:xfrm>
            <a:off x="663551"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2" name="Google Shape;1149;p53">
            <a:extLst>
              <a:ext uri="{FF2B5EF4-FFF2-40B4-BE49-F238E27FC236}">
                <a16:creationId xmlns:a16="http://schemas.microsoft.com/office/drawing/2014/main" id="{434B564B-DE03-74A6-773C-0FD4632658D1}"/>
              </a:ext>
            </a:extLst>
          </p:cNvPr>
          <p:cNvSpPr/>
          <p:nvPr userDrawn="1"/>
        </p:nvSpPr>
        <p:spPr>
          <a:xfrm>
            <a:off x="663550"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5" name="Google Shape;1149;p53">
            <a:extLst>
              <a:ext uri="{FF2B5EF4-FFF2-40B4-BE49-F238E27FC236}">
                <a16:creationId xmlns:a16="http://schemas.microsoft.com/office/drawing/2014/main" id="{A98F51D8-7768-BB9C-DEFD-FE6F101B538B}"/>
              </a:ext>
            </a:extLst>
          </p:cNvPr>
          <p:cNvSpPr/>
          <p:nvPr userDrawn="1"/>
        </p:nvSpPr>
        <p:spPr>
          <a:xfrm>
            <a:off x="3509629"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7" name="Google Shape;1149;p53">
            <a:extLst>
              <a:ext uri="{FF2B5EF4-FFF2-40B4-BE49-F238E27FC236}">
                <a16:creationId xmlns:a16="http://schemas.microsoft.com/office/drawing/2014/main" id="{824DDB7E-F583-BE45-8440-04134133EF5E}"/>
              </a:ext>
            </a:extLst>
          </p:cNvPr>
          <p:cNvSpPr/>
          <p:nvPr userDrawn="1"/>
        </p:nvSpPr>
        <p:spPr>
          <a:xfrm>
            <a:off x="3509628"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9" name="Google Shape;1149;p53">
            <a:extLst>
              <a:ext uri="{FF2B5EF4-FFF2-40B4-BE49-F238E27FC236}">
                <a16:creationId xmlns:a16="http://schemas.microsoft.com/office/drawing/2014/main" id="{3AB34327-1213-C6F7-069A-661286889411}"/>
              </a:ext>
            </a:extLst>
          </p:cNvPr>
          <p:cNvSpPr/>
          <p:nvPr userDrawn="1"/>
        </p:nvSpPr>
        <p:spPr>
          <a:xfrm>
            <a:off x="6355709"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1" name="Google Shape;1149;p53">
            <a:extLst>
              <a:ext uri="{FF2B5EF4-FFF2-40B4-BE49-F238E27FC236}">
                <a16:creationId xmlns:a16="http://schemas.microsoft.com/office/drawing/2014/main" id="{B6BF1339-971D-E8EC-9A92-C646A04A9796}"/>
              </a:ext>
            </a:extLst>
          </p:cNvPr>
          <p:cNvSpPr/>
          <p:nvPr userDrawn="1"/>
        </p:nvSpPr>
        <p:spPr>
          <a:xfrm>
            <a:off x="6355708"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4" name="Google Shape;1149;p53">
            <a:extLst>
              <a:ext uri="{FF2B5EF4-FFF2-40B4-BE49-F238E27FC236}">
                <a16:creationId xmlns:a16="http://schemas.microsoft.com/office/drawing/2014/main" id="{2C16FE32-0722-CA1D-92A1-77B7780BDE81}"/>
              </a:ext>
            </a:extLst>
          </p:cNvPr>
          <p:cNvSpPr/>
          <p:nvPr userDrawn="1"/>
        </p:nvSpPr>
        <p:spPr>
          <a:xfrm>
            <a:off x="9201787"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7" name="Google Shape;1149;p53">
            <a:extLst>
              <a:ext uri="{FF2B5EF4-FFF2-40B4-BE49-F238E27FC236}">
                <a16:creationId xmlns:a16="http://schemas.microsoft.com/office/drawing/2014/main" id="{A3D368EA-D182-9937-D248-E4051379E257}"/>
              </a:ext>
            </a:extLst>
          </p:cNvPr>
          <p:cNvSpPr/>
          <p:nvPr userDrawn="1"/>
        </p:nvSpPr>
        <p:spPr>
          <a:xfrm>
            <a:off x="9201786"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tx1"/>
                </a:solidFill>
              </a:defRPr>
            </a:lvl1pPr>
          </a:lstStyle>
          <a:p>
            <a:r>
              <a:rPr lang="en-US" noProof="0"/>
              <a:t>Click to edit Master title style</a:t>
            </a: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1874520"/>
            <a:ext cx="2487168" cy="1280160"/>
          </a:xfrm>
          <a:ln w="25400">
            <a:solidFill>
              <a:schemeClr val="tx1"/>
            </a:solidFill>
          </a:ln>
        </p:spPr>
        <p:txBody>
          <a:bodyPr anchor="ctr"/>
          <a:lstStyle>
            <a:lvl1pPr marL="0" indent="0" algn="ctr">
              <a:buNone/>
              <a:defRPr sz="1600"/>
            </a:lvl1pPr>
          </a:lstStyle>
          <a:p>
            <a:r>
              <a:rPr lang="en-US" noProof="0" dirty="0"/>
              <a:t>Click icon to add picture</a:t>
            </a:r>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3584901"/>
            <a:ext cx="2514600" cy="274320"/>
          </a:xfrm>
        </p:spPr>
        <p:txBody>
          <a:bodyPr/>
          <a:lstStyle>
            <a:lvl1pPr marL="0" indent="0" algn="ctr">
              <a:buNone/>
              <a:defRPr sz="1200"/>
            </a:lvl1pPr>
          </a:lstStyle>
          <a:p>
            <a:pPr lvl="0"/>
            <a:r>
              <a:rPr lang="en-US" noProof="0"/>
              <a:t>Click to edit Master text styles</a:t>
            </a:r>
          </a:p>
        </p:txBody>
      </p:sp>
      <p:sp>
        <p:nvSpPr>
          <p:cNvPr id="46" name="Text Placeholder 24">
            <a:extLst>
              <a:ext uri="{FF2B5EF4-FFF2-40B4-BE49-F238E27FC236}">
                <a16:creationId xmlns:a16="http://schemas.microsoft.com/office/drawing/2014/main" id="{F27A4420-EB9D-589B-DE9E-4CFCC6B25A6E}"/>
              </a:ext>
            </a:extLst>
          </p:cNvPr>
          <p:cNvSpPr>
            <a:spLocks noGrp="1"/>
          </p:cNvSpPr>
          <p:nvPr>
            <p:ph type="body" sz="quarter" idx="25"/>
          </p:nvPr>
        </p:nvSpPr>
        <p:spPr>
          <a:xfrm>
            <a:off x="56581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7" name="Picture Placeholder 22">
            <a:extLst>
              <a:ext uri="{FF2B5EF4-FFF2-40B4-BE49-F238E27FC236}">
                <a16:creationId xmlns:a16="http://schemas.microsoft.com/office/drawing/2014/main" id="{D76F8DA4-2C9A-48DE-DB4A-045A11601F4C}"/>
              </a:ext>
            </a:extLst>
          </p:cNvPr>
          <p:cNvSpPr>
            <a:spLocks noGrp="1"/>
          </p:cNvSpPr>
          <p:nvPr>
            <p:ph type="pic" sz="quarter" idx="36"/>
          </p:nvPr>
        </p:nvSpPr>
        <p:spPr>
          <a:xfrm>
            <a:off x="579532" y="4242816"/>
            <a:ext cx="2487168" cy="1280160"/>
          </a:xfrm>
          <a:ln w="25400">
            <a:solidFill>
              <a:schemeClr val="tx1"/>
            </a:solidFill>
          </a:ln>
        </p:spPr>
        <p:txBody>
          <a:bodyPr anchor="ctr"/>
          <a:lstStyle>
            <a:lvl1pPr marL="0" indent="0" algn="ctr">
              <a:buNone/>
              <a:defRPr sz="1600"/>
            </a:lvl1pPr>
          </a:lstStyle>
          <a:p>
            <a:r>
              <a:rPr lang="en-US" noProof="0" dirty="0"/>
              <a:t>Click icon to add picture</a:t>
            </a:r>
          </a:p>
        </p:txBody>
      </p:sp>
      <p:sp>
        <p:nvSpPr>
          <p:cNvPr id="47" name="Text Placeholder 26">
            <a:extLst>
              <a:ext uri="{FF2B5EF4-FFF2-40B4-BE49-F238E27FC236}">
                <a16:creationId xmlns:a16="http://schemas.microsoft.com/office/drawing/2014/main" id="{010C7458-97A7-97A1-88E7-1D3194A7EA4C}"/>
              </a:ext>
            </a:extLst>
          </p:cNvPr>
          <p:cNvSpPr>
            <a:spLocks noGrp="1"/>
          </p:cNvSpPr>
          <p:nvPr>
            <p:ph type="body" sz="quarter" idx="26"/>
          </p:nvPr>
        </p:nvSpPr>
        <p:spPr>
          <a:xfrm>
            <a:off x="580220" y="5947269"/>
            <a:ext cx="2514600" cy="274320"/>
          </a:xfrm>
        </p:spPr>
        <p:txBody>
          <a:bodyPr/>
          <a:lstStyle>
            <a:lvl1pPr marL="0" indent="0" algn="ctr">
              <a:buNone/>
              <a:defRPr sz="12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1874520"/>
            <a:ext cx="2487168" cy="1280160"/>
          </a:xfrm>
          <a:ln w="25400">
            <a:solidFill>
              <a:schemeClr val="tx1"/>
            </a:solidFill>
          </a:ln>
        </p:spPr>
        <p:txBody>
          <a:bodyPr anchor="ctr"/>
          <a:lstStyle>
            <a:lvl1pPr marL="0" indent="0" algn="ctr">
              <a:buNone/>
              <a:defRPr sz="1600"/>
            </a:lvl1pPr>
          </a:lstStyle>
          <a:p>
            <a:r>
              <a:rPr lang="en-US" noProof="0" dirty="0"/>
              <a:t>Click icon to add picture</a:t>
            </a:r>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3584901"/>
            <a:ext cx="2514600" cy="274320"/>
          </a:xfrm>
        </p:spPr>
        <p:txBody>
          <a:bodyPr/>
          <a:lstStyle>
            <a:lvl1pPr marL="0" indent="0" algn="ctr">
              <a:buNone/>
              <a:defRPr sz="1200"/>
            </a:lvl1pPr>
          </a:lstStyle>
          <a:p>
            <a:pPr lvl="0"/>
            <a:r>
              <a:rPr lang="en-US" noProof="0"/>
              <a:t>Click to edit Master text styles</a:t>
            </a:r>
          </a:p>
        </p:txBody>
      </p:sp>
      <p:sp>
        <p:nvSpPr>
          <p:cNvPr id="48" name="Text Placeholder 24">
            <a:extLst>
              <a:ext uri="{FF2B5EF4-FFF2-40B4-BE49-F238E27FC236}">
                <a16:creationId xmlns:a16="http://schemas.microsoft.com/office/drawing/2014/main" id="{27F73601-DBA6-A721-D6BF-321A387810A8}"/>
              </a:ext>
            </a:extLst>
          </p:cNvPr>
          <p:cNvSpPr>
            <a:spLocks noGrp="1"/>
          </p:cNvSpPr>
          <p:nvPr>
            <p:ph type="body" sz="quarter" idx="27"/>
          </p:nvPr>
        </p:nvSpPr>
        <p:spPr>
          <a:xfrm>
            <a:off x="341985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49" name="Picture Placeholder 22">
            <a:extLst>
              <a:ext uri="{FF2B5EF4-FFF2-40B4-BE49-F238E27FC236}">
                <a16:creationId xmlns:a16="http://schemas.microsoft.com/office/drawing/2014/main" id="{060504F7-2F69-FC38-B09C-5DCA35CD85A9}"/>
              </a:ext>
            </a:extLst>
          </p:cNvPr>
          <p:cNvSpPr>
            <a:spLocks noGrp="1"/>
          </p:cNvSpPr>
          <p:nvPr>
            <p:ph type="pic" sz="quarter" idx="28"/>
          </p:nvPr>
        </p:nvSpPr>
        <p:spPr>
          <a:xfrm>
            <a:off x="3433572" y="4242816"/>
            <a:ext cx="2487168" cy="1280160"/>
          </a:xfrm>
          <a:ln w="25400">
            <a:solidFill>
              <a:schemeClr val="tx1"/>
            </a:solidFill>
          </a:ln>
        </p:spPr>
        <p:txBody>
          <a:bodyPr anchor="ctr"/>
          <a:lstStyle>
            <a:lvl1pPr marL="0" indent="0" algn="ctr">
              <a:buNone/>
              <a:defRPr sz="1600"/>
            </a:lvl1pPr>
          </a:lstStyle>
          <a:p>
            <a:r>
              <a:rPr lang="en-US" noProof="0" dirty="0"/>
              <a:t>Click icon to add picture</a:t>
            </a:r>
          </a:p>
        </p:txBody>
      </p:sp>
      <p:sp>
        <p:nvSpPr>
          <p:cNvPr id="50" name="Text Placeholder 26">
            <a:extLst>
              <a:ext uri="{FF2B5EF4-FFF2-40B4-BE49-F238E27FC236}">
                <a16:creationId xmlns:a16="http://schemas.microsoft.com/office/drawing/2014/main" id="{3843A45B-37B6-D773-B219-9EBAD5F19532}"/>
              </a:ext>
            </a:extLst>
          </p:cNvPr>
          <p:cNvSpPr>
            <a:spLocks noGrp="1"/>
          </p:cNvSpPr>
          <p:nvPr>
            <p:ph type="body" sz="quarter" idx="29"/>
          </p:nvPr>
        </p:nvSpPr>
        <p:spPr>
          <a:xfrm>
            <a:off x="3419856" y="5947269"/>
            <a:ext cx="2514600" cy="274320"/>
          </a:xfrm>
        </p:spPr>
        <p:txBody>
          <a:bodyPr/>
          <a:lstStyle>
            <a:lvl1pPr marL="0" indent="0" algn="ctr">
              <a:buNone/>
              <a:defRPr sz="12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1874520"/>
            <a:ext cx="2487168" cy="1280160"/>
          </a:xfrm>
          <a:ln w="25400">
            <a:solidFill>
              <a:schemeClr val="tx1"/>
            </a:solidFill>
          </a:ln>
        </p:spPr>
        <p:txBody>
          <a:bodyPr anchor="ctr"/>
          <a:lstStyle>
            <a:lvl1pPr marL="0" indent="0" algn="ctr">
              <a:buNone/>
              <a:defRPr sz="1600"/>
            </a:lvl1pPr>
          </a:lstStyle>
          <a:p>
            <a:r>
              <a:rPr lang="en-US" noProof="0" dirty="0"/>
              <a:t>Click icon to add picture</a:t>
            </a:r>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3584901"/>
            <a:ext cx="2514600" cy="274320"/>
          </a:xfrm>
        </p:spPr>
        <p:txBody>
          <a:bodyPr/>
          <a:lstStyle>
            <a:lvl1pPr marL="0" indent="0" algn="ctr">
              <a:buNone/>
              <a:defRPr sz="1200"/>
            </a:lvl1pPr>
          </a:lstStyle>
          <a:p>
            <a:pPr lvl="0"/>
            <a:r>
              <a:rPr lang="en-US" noProof="0"/>
              <a:t>Click to edit Master text styles</a:t>
            </a:r>
          </a:p>
        </p:txBody>
      </p:sp>
      <p:sp>
        <p:nvSpPr>
          <p:cNvPr id="51" name="Text Placeholder 24">
            <a:extLst>
              <a:ext uri="{FF2B5EF4-FFF2-40B4-BE49-F238E27FC236}">
                <a16:creationId xmlns:a16="http://schemas.microsoft.com/office/drawing/2014/main" id="{E5E9A104-54F0-5100-0B27-DBD2DF206786}"/>
              </a:ext>
            </a:extLst>
          </p:cNvPr>
          <p:cNvSpPr>
            <a:spLocks noGrp="1"/>
          </p:cNvSpPr>
          <p:nvPr>
            <p:ph type="body" sz="quarter" idx="30"/>
          </p:nvPr>
        </p:nvSpPr>
        <p:spPr>
          <a:xfrm>
            <a:off x="6263640"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2" name="Picture Placeholder 22">
            <a:extLst>
              <a:ext uri="{FF2B5EF4-FFF2-40B4-BE49-F238E27FC236}">
                <a16:creationId xmlns:a16="http://schemas.microsoft.com/office/drawing/2014/main" id="{23469072-7775-90E2-6C92-C6D03C1DACB0}"/>
              </a:ext>
            </a:extLst>
          </p:cNvPr>
          <p:cNvSpPr>
            <a:spLocks noGrp="1"/>
          </p:cNvSpPr>
          <p:nvPr>
            <p:ph type="pic" sz="quarter" idx="31"/>
          </p:nvPr>
        </p:nvSpPr>
        <p:spPr>
          <a:xfrm>
            <a:off x="6277356" y="4242816"/>
            <a:ext cx="2487168" cy="1280160"/>
          </a:xfrm>
          <a:ln w="25400">
            <a:solidFill>
              <a:schemeClr val="tx1"/>
            </a:solidFill>
          </a:ln>
        </p:spPr>
        <p:txBody>
          <a:bodyPr anchor="ctr"/>
          <a:lstStyle>
            <a:lvl1pPr marL="0" indent="0" algn="ctr">
              <a:buNone/>
              <a:defRPr sz="1600"/>
            </a:lvl1pPr>
          </a:lstStyle>
          <a:p>
            <a:r>
              <a:rPr lang="en-US" noProof="0" dirty="0"/>
              <a:t>Click icon to add picture</a:t>
            </a:r>
          </a:p>
        </p:txBody>
      </p:sp>
      <p:sp>
        <p:nvSpPr>
          <p:cNvPr id="53" name="Text Placeholder 26">
            <a:extLst>
              <a:ext uri="{FF2B5EF4-FFF2-40B4-BE49-F238E27FC236}">
                <a16:creationId xmlns:a16="http://schemas.microsoft.com/office/drawing/2014/main" id="{BF06B9AA-555D-874C-1198-B3ED9EBC7140}"/>
              </a:ext>
            </a:extLst>
          </p:cNvPr>
          <p:cNvSpPr>
            <a:spLocks noGrp="1"/>
          </p:cNvSpPr>
          <p:nvPr>
            <p:ph type="body" sz="quarter" idx="32"/>
          </p:nvPr>
        </p:nvSpPr>
        <p:spPr>
          <a:xfrm>
            <a:off x="6263640" y="5947269"/>
            <a:ext cx="2514600" cy="274320"/>
          </a:xfrm>
        </p:spPr>
        <p:txBody>
          <a:bodyPr/>
          <a:lstStyle>
            <a:lvl1pPr marL="0" indent="0" algn="ctr">
              <a:buNone/>
              <a:defRPr sz="12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1874520"/>
            <a:ext cx="2487168" cy="1280160"/>
          </a:xfrm>
          <a:ln w="25400">
            <a:solidFill>
              <a:schemeClr val="tx1"/>
            </a:solidFill>
          </a:ln>
        </p:spPr>
        <p:txBody>
          <a:bodyPr anchor="ctr"/>
          <a:lstStyle>
            <a:lvl1pPr marL="0" indent="0" algn="ctr">
              <a:buNone/>
              <a:defRPr sz="1600"/>
            </a:lvl1pPr>
          </a:lstStyle>
          <a:p>
            <a:r>
              <a:rPr lang="en-US" noProof="0" dirty="0"/>
              <a:t>Click icon to add picture</a:t>
            </a:r>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3584901"/>
            <a:ext cx="2514600" cy="274320"/>
          </a:xfrm>
        </p:spPr>
        <p:txBody>
          <a:bodyPr/>
          <a:lstStyle>
            <a:lvl1pPr marL="0" indent="0" algn="ctr">
              <a:buNone/>
              <a:defRPr sz="1200"/>
            </a:lvl1pPr>
          </a:lstStyle>
          <a:p>
            <a:pPr lvl="0"/>
            <a:r>
              <a:rPr lang="en-US" noProof="0"/>
              <a:t>Click to edit Master text styles</a:t>
            </a:r>
          </a:p>
        </p:txBody>
      </p:sp>
      <p:sp>
        <p:nvSpPr>
          <p:cNvPr id="54" name="Text Placeholder 24">
            <a:extLst>
              <a:ext uri="{FF2B5EF4-FFF2-40B4-BE49-F238E27FC236}">
                <a16:creationId xmlns:a16="http://schemas.microsoft.com/office/drawing/2014/main" id="{9690986C-4F11-A46D-923C-CCC08AB6CB76}"/>
              </a:ext>
            </a:extLst>
          </p:cNvPr>
          <p:cNvSpPr>
            <a:spLocks noGrp="1"/>
          </p:cNvSpPr>
          <p:nvPr>
            <p:ph type="body" sz="quarter" idx="33"/>
          </p:nvPr>
        </p:nvSpPr>
        <p:spPr>
          <a:xfrm>
            <a:off x="9107424"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5" name="Picture Placeholder 22">
            <a:extLst>
              <a:ext uri="{FF2B5EF4-FFF2-40B4-BE49-F238E27FC236}">
                <a16:creationId xmlns:a16="http://schemas.microsoft.com/office/drawing/2014/main" id="{A4293B55-9185-9732-2F46-4B62C7F1F21E}"/>
              </a:ext>
            </a:extLst>
          </p:cNvPr>
          <p:cNvSpPr>
            <a:spLocks noGrp="1"/>
          </p:cNvSpPr>
          <p:nvPr>
            <p:ph type="pic" sz="quarter" idx="34"/>
          </p:nvPr>
        </p:nvSpPr>
        <p:spPr>
          <a:xfrm>
            <a:off x="9121140" y="4242816"/>
            <a:ext cx="2487168" cy="1280160"/>
          </a:xfrm>
          <a:ln w="25400">
            <a:solidFill>
              <a:schemeClr val="tx1"/>
            </a:solidFill>
          </a:ln>
        </p:spPr>
        <p:txBody>
          <a:bodyPr anchor="ctr"/>
          <a:lstStyle>
            <a:lvl1pPr marL="0" indent="0" algn="ctr">
              <a:buNone/>
              <a:defRPr sz="1600"/>
            </a:lvl1pPr>
          </a:lstStyle>
          <a:p>
            <a:r>
              <a:rPr lang="en-US" noProof="0" dirty="0"/>
              <a:t>Click icon to add picture</a:t>
            </a:r>
          </a:p>
        </p:txBody>
      </p:sp>
      <p:sp>
        <p:nvSpPr>
          <p:cNvPr id="56" name="Text Placeholder 26">
            <a:extLst>
              <a:ext uri="{FF2B5EF4-FFF2-40B4-BE49-F238E27FC236}">
                <a16:creationId xmlns:a16="http://schemas.microsoft.com/office/drawing/2014/main" id="{B8529D99-B7B2-6411-E928-9FA204E3842A}"/>
              </a:ext>
            </a:extLst>
          </p:cNvPr>
          <p:cNvSpPr>
            <a:spLocks noGrp="1"/>
          </p:cNvSpPr>
          <p:nvPr>
            <p:ph type="body" sz="quarter" idx="35"/>
          </p:nvPr>
        </p:nvSpPr>
        <p:spPr>
          <a:xfrm>
            <a:off x="9107424" y="5947269"/>
            <a:ext cx="2514600" cy="274320"/>
          </a:xfrm>
        </p:spPr>
        <p:txBody>
          <a:bodyPr/>
          <a:lstStyle>
            <a:lvl1pPr marL="0" indent="0" algn="ctr">
              <a:buNone/>
              <a:defRPr sz="1200"/>
            </a:lvl1pPr>
          </a:lstStyle>
          <a:p>
            <a:pPr lvl="0"/>
            <a:r>
              <a:rPr lang="en-US" noProof="0"/>
              <a:t>Click to edit Master text styles</a:t>
            </a:r>
          </a:p>
        </p:txBody>
      </p:sp>
    </p:spTree>
    <p:extLst>
      <p:ext uri="{BB962C8B-B14F-4D97-AF65-F5344CB8AC3E}">
        <p14:creationId xmlns:p14="http://schemas.microsoft.com/office/powerpoint/2010/main" val="222061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is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9EB71-EE42-930D-4E54-FA0F44BD2D36}"/>
              </a:ext>
            </a:extLst>
          </p:cNvPr>
          <p:cNvSpPr>
            <a:spLocks noGrp="1"/>
          </p:cNvSpPr>
          <p:nvPr>
            <p:ph type="title"/>
          </p:nvPr>
        </p:nvSpPr>
        <p:spPr>
          <a:xfrm>
            <a:off x="731520" y="1947672"/>
            <a:ext cx="3209544" cy="2862072"/>
          </a:xfrm>
        </p:spPr>
        <p:txBody>
          <a:bodyPr anchor="ctr"/>
          <a:lstStyle>
            <a:lvl1pPr algn="l">
              <a:defRPr/>
            </a:lvl1pPr>
          </a:lstStyle>
          <a:p>
            <a:r>
              <a:rPr lang="en-US" noProof="0"/>
              <a:t>Click to edit Master title style</a:t>
            </a:r>
          </a:p>
        </p:txBody>
      </p:sp>
      <p:sp>
        <p:nvSpPr>
          <p:cNvPr id="7" name="Google Shape;1247;p56">
            <a:extLst>
              <a:ext uri="{FF2B5EF4-FFF2-40B4-BE49-F238E27FC236}">
                <a16:creationId xmlns:a16="http://schemas.microsoft.com/office/drawing/2014/main" id="{1A52F175-2E39-E9BE-B4DF-67098DB248AA}"/>
              </a:ext>
            </a:extLst>
          </p:cNvPr>
          <p:cNvSpPr/>
          <p:nvPr userDrawn="1"/>
        </p:nvSpPr>
        <p:spPr>
          <a:xfrm>
            <a:off x="5607119" y="34704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accent2"/>
              </a:solidFill>
              <a:latin typeface="+mj-lt"/>
              <a:ea typeface="Karla"/>
              <a:cs typeface="Karla"/>
              <a:sym typeface="Karla"/>
            </a:endParaRPr>
          </a:p>
        </p:txBody>
      </p:sp>
      <p:sp>
        <p:nvSpPr>
          <p:cNvPr id="9" name="Google Shape;1264;p56">
            <a:extLst>
              <a:ext uri="{FF2B5EF4-FFF2-40B4-BE49-F238E27FC236}">
                <a16:creationId xmlns:a16="http://schemas.microsoft.com/office/drawing/2014/main" id="{CE3B3000-733D-1995-D39A-E659E5A429CC}"/>
              </a:ext>
            </a:extLst>
          </p:cNvPr>
          <p:cNvSpPr/>
          <p:nvPr userDrawn="1"/>
        </p:nvSpPr>
        <p:spPr>
          <a:xfrm>
            <a:off x="5607119" y="16236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mj-lt"/>
              <a:ea typeface="Karla"/>
              <a:cs typeface="Karla"/>
              <a:sym typeface="Karla"/>
            </a:endParaRPr>
          </a:p>
        </p:txBody>
      </p:sp>
      <p:sp>
        <p:nvSpPr>
          <p:cNvPr id="11" name="Google Shape;1278;p56">
            <a:extLst>
              <a:ext uri="{FF2B5EF4-FFF2-40B4-BE49-F238E27FC236}">
                <a16:creationId xmlns:a16="http://schemas.microsoft.com/office/drawing/2014/main" id="{F1BC0AB2-17DA-D97E-3052-DA48D80F7428}"/>
              </a:ext>
            </a:extLst>
          </p:cNvPr>
          <p:cNvSpPr/>
          <p:nvPr userDrawn="1"/>
        </p:nvSpPr>
        <p:spPr>
          <a:xfrm>
            <a:off x="5607119" y="292595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mj-lt"/>
              <a:ea typeface="Karla"/>
              <a:cs typeface="Karla"/>
              <a:sym typeface="Karla"/>
            </a:endParaRPr>
          </a:p>
        </p:txBody>
      </p:sp>
      <p:sp>
        <p:nvSpPr>
          <p:cNvPr id="13" name="Google Shape;1278;p56">
            <a:extLst>
              <a:ext uri="{FF2B5EF4-FFF2-40B4-BE49-F238E27FC236}">
                <a16:creationId xmlns:a16="http://schemas.microsoft.com/office/drawing/2014/main" id="{C860490F-E3DB-3E9F-0AC6-F04949DC59C3}"/>
              </a:ext>
            </a:extLst>
          </p:cNvPr>
          <p:cNvSpPr/>
          <p:nvPr userDrawn="1"/>
        </p:nvSpPr>
        <p:spPr>
          <a:xfrm>
            <a:off x="5607120" y="422303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mj-lt"/>
              <a:ea typeface="Karla"/>
              <a:cs typeface="Karla"/>
              <a:sym typeface="Karla"/>
            </a:endParaRPr>
          </a:p>
        </p:txBody>
      </p:sp>
      <p:sp>
        <p:nvSpPr>
          <p:cNvPr id="15" name="Google Shape;1278;p56">
            <a:extLst>
              <a:ext uri="{FF2B5EF4-FFF2-40B4-BE49-F238E27FC236}">
                <a16:creationId xmlns:a16="http://schemas.microsoft.com/office/drawing/2014/main" id="{522E5778-EA03-EFC4-08AA-ECB1C07ED56E}"/>
              </a:ext>
            </a:extLst>
          </p:cNvPr>
          <p:cNvSpPr/>
          <p:nvPr userDrawn="1"/>
        </p:nvSpPr>
        <p:spPr>
          <a:xfrm>
            <a:off x="5607120" y="55194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mj-lt"/>
              <a:ea typeface="Karla"/>
              <a:cs typeface="Karla"/>
              <a:sym typeface="Karla"/>
            </a:endParaRPr>
          </a:p>
        </p:txBody>
      </p:sp>
      <p:sp>
        <p:nvSpPr>
          <p:cNvPr id="17" name="Google Shape;1268;p56">
            <a:extLst>
              <a:ext uri="{FF2B5EF4-FFF2-40B4-BE49-F238E27FC236}">
                <a16:creationId xmlns:a16="http://schemas.microsoft.com/office/drawing/2014/main" id="{EEA0BE49-92E1-A1A3-40E0-DDAA5511F637}"/>
              </a:ext>
            </a:extLst>
          </p:cNvPr>
          <p:cNvSpPr/>
          <p:nvPr userDrawn="1"/>
        </p:nvSpPr>
        <p:spPr>
          <a:xfrm>
            <a:off x="4348745" y="1637743"/>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9" name="Google Shape;1282;p56">
            <a:extLst>
              <a:ext uri="{FF2B5EF4-FFF2-40B4-BE49-F238E27FC236}">
                <a16:creationId xmlns:a16="http://schemas.microsoft.com/office/drawing/2014/main" id="{DF15F1EC-1D2B-FF49-7785-26BC7083A07C}"/>
              </a:ext>
            </a:extLst>
          </p:cNvPr>
          <p:cNvSpPr/>
          <p:nvPr userDrawn="1"/>
        </p:nvSpPr>
        <p:spPr>
          <a:xfrm>
            <a:off x="4348745" y="2927249"/>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1" name="Google Shape;1282;p56">
            <a:extLst>
              <a:ext uri="{FF2B5EF4-FFF2-40B4-BE49-F238E27FC236}">
                <a16:creationId xmlns:a16="http://schemas.microsoft.com/office/drawing/2014/main" id="{BE3FDD69-3D60-CF6B-97A3-7B2C1AE3100A}"/>
              </a:ext>
            </a:extLst>
          </p:cNvPr>
          <p:cNvSpPr/>
          <p:nvPr userDrawn="1"/>
        </p:nvSpPr>
        <p:spPr>
          <a:xfrm>
            <a:off x="4348745" y="427700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3" name="Google Shape;1282;p56">
            <a:extLst>
              <a:ext uri="{FF2B5EF4-FFF2-40B4-BE49-F238E27FC236}">
                <a16:creationId xmlns:a16="http://schemas.microsoft.com/office/drawing/2014/main" id="{E3BB1E5B-DA10-B332-D4B8-D551C3053C53}"/>
              </a:ext>
            </a:extLst>
          </p:cNvPr>
          <p:cNvSpPr/>
          <p:nvPr userDrawn="1"/>
        </p:nvSpPr>
        <p:spPr>
          <a:xfrm>
            <a:off x="4348745" y="5568541"/>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5" name="Google Shape;1251;p56">
            <a:extLst>
              <a:ext uri="{FF2B5EF4-FFF2-40B4-BE49-F238E27FC236}">
                <a16:creationId xmlns:a16="http://schemas.microsoft.com/office/drawing/2014/main" id="{8D887B7F-9EBA-E7B8-64CE-5EAB1DF08E19}"/>
              </a:ext>
            </a:extLst>
          </p:cNvPr>
          <p:cNvSpPr/>
          <p:nvPr userDrawn="1"/>
        </p:nvSpPr>
        <p:spPr>
          <a:xfrm>
            <a:off x="4348745" y="36111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7" name="Google Shape;1248;p56">
            <a:extLst>
              <a:ext uri="{FF2B5EF4-FFF2-40B4-BE49-F238E27FC236}">
                <a16:creationId xmlns:a16="http://schemas.microsoft.com/office/drawing/2014/main" id="{5AC86C31-7E67-B4EC-1AE0-291ED77F2214}"/>
              </a:ext>
            </a:extLst>
          </p:cNvPr>
          <p:cNvSpPr/>
          <p:nvPr userDrawn="1"/>
        </p:nvSpPr>
        <p:spPr>
          <a:xfrm>
            <a:off x="5512393" y="24143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mj-lt"/>
              <a:ea typeface="Karla"/>
              <a:cs typeface="Karla"/>
              <a:sym typeface="Karla"/>
            </a:endParaRPr>
          </a:p>
        </p:txBody>
      </p:sp>
      <p:sp>
        <p:nvSpPr>
          <p:cNvPr id="29" name="Google Shape;1265;p56">
            <a:extLst>
              <a:ext uri="{FF2B5EF4-FFF2-40B4-BE49-F238E27FC236}">
                <a16:creationId xmlns:a16="http://schemas.microsoft.com/office/drawing/2014/main" id="{A7BF8E2B-5184-B584-D484-7D82C9DA6C41}"/>
              </a:ext>
            </a:extLst>
          </p:cNvPr>
          <p:cNvSpPr/>
          <p:nvPr userDrawn="1"/>
        </p:nvSpPr>
        <p:spPr>
          <a:xfrm>
            <a:off x="5512393" y="15180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mj-lt"/>
              <a:ea typeface="Karla"/>
              <a:cs typeface="Karla"/>
              <a:sym typeface="Karla"/>
            </a:endParaRPr>
          </a:p>
        </p:txBody>
      </p:sp>
      <p:sp>
        <p:nvSpPr>
          <p:cNvPr id="31" name="Google Shape;1279;p56">
            <a:extLst>
              <a:ext uri="{FF2B5EF4-FFF2-40B4-BE49-F238E27FC236}">
                <a16:creationId xmlns:a16="http://schemas.microsoft.com/office/drawing/2014/main" id="{9E808B73-94D7-57E7-3837-3DA718162E5B}"/>
              </a:ext>
            </a:extLst>
          </p:cNvPr>
          <p:cNvSpPr/>
          <p:nvPr userDrawn="1"/>
        </p:nvSpPr>
        <p:spPr>
          <a:xfrm>
            <a:off x="5512393" y="2807563"/>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mj-lt"/>
              <a:ea typeface="Karla"/>
              <a:cs typeface="Karla"/>
              <a:sym typeface="Karla"/>
            </a:endParaRPr>
          </a:p>
        </p:txBody>
      </p:sp>
      <p:sp>
        <p:nvSpPr>
          <p:cNvPr id="33" name="Google Shape;1279;p56">
            <a:extLst>
              <a:ext uri="{FF2B5EF4-FFF2-40B4-BE49-F238E27FC236}">
                <a16:creationId xmlns:a16="http://schemas.microsoft.com/office/drawing/2014/main" id="{F340E0DF-98FD-EA55-7B4B-8E58FC5CFCDA}"/>
              </a:ext>
            </a:extLst>
          </p:cNvPr>
          <p:cNvSpPr/>
          <p:nvPr userDrawn="1"/>
        </p:nvSpPr>
        <p:spPr>
          <a:xfrm>
            <a:off x="5512394" y="411742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mj-lt"/>
              <a:ea typeface="Karla"/>
              <a:cs typeface="Karla"/>
              <a:sym typeface="Karla"/>
            </a:endParaRPr>
          </a:p>
        </p:txBody>
      </p:sp>
      <p:sp>
        <p:nvSpPr>
          <p:cNvPr id="35" name="Google Shape;1279;p56">
            <a:extLst>
              <a:ext uri="{FF2B5EF4-FFF2-40B4-BE49-F238E27FC236}">
                <a16:creationId xmlns:a16="http://schemas.microsoft.com/office/drawing/2014/main" id="{1F52D7F5-AD34-C5B1-EEA2-F711AD3A8C3F}"/>
              </a:ext>
            </a:extLst>
          </p:cNvPr>
          <p:cNvSpPr/>
          <p:nvPr userDrawn="1"/>
        </p:nvSpPr>
        <p:spPr>
          <a:xfrm>
            <a:off x="5512394" y="54138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mj-lt"/>
              <a:ea typeface="Karla"/>
              <a:cs typeface="Karla"/>
              <a:sym typeface="Karla"/>
            </a:endParaRPr>
          </a:p>
        </p:txBody>
      </p:sp>
      <p:sp>
        <p:nvSpPr>
          <p:cNvPr id="37" name="Google Shape;1251;p56">
            <a:extLst>
              <a:ext uri="{FF2B5EF4-FFF2-40B4-BE49-F238E27FC236}">
                <a16:creationId xmlns:a16="http://schemas.microsoft.com/office/drawing/2014/main" id="{A4889AFC-C17E-6AF6-25D9-F977ACD04A9D}"/>
              </a:ext>
            </a:extLst>
          </p:cNvPr>
          <p:cNvSpPr/>
          <p:nvPr userDrawn="1"/>
        </p:nvSpPr>
        <p:spPr>
          <a:xfrm>
            <a:off x="4290632" y="303003"/>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39" name="Google Shape;1268;p56">
            <a:extLst>
              <a:ext uri="{FF2B5EF4-FFF2-40B4-BE49-F238E27FC236}">
                <a16:creationId xmlns:a16="http://schemas.microsoft.com/office/drawing/2014/main" id="{5E0F6889-9671-EA56-B88B-DBA6C149062C}"/>
              </a:ext>
            </a:extLst>
          </p:cNvPr>
          <p:cNvSpPr/>
          <p:nvPr userDrawn="1"/>
        </p:nvSpPr>
        <p:spPr>
          <a:xfrm>
            <a:off x="4290632" y="1579630"/>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41" name="Google Shape;1282;p56">
            <a:extLst>
              <a:ext uri="{FF2B5EF4-FFF2-40B4-BE49-F238E27FC236}">
                <a16:creationId xmlns:a16="http://schemas.microsoft.com/office/drawing/2014/main" id="{44CB8F8B-1D14-EA9D-117E-79BB0DB776E9}"/>
              </a:ext>
            </a:extLst>
          </p:cNvPr>
          <p:cNvSpPr/>
          <p:nvPr userDrawn="1"/>
        </p:nvSpPr>
        <p:spPr>
          <a:xfrm>
            <a:off x="4290632" y="2869136"/>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43" name="Google Shape;1282;p56">
            <a:extLst>
              <a:ext uri="{FF2B5EF4-FFF2-40B4-BE49-F238E27FC236}">
                <a16:creationId xmlns:a16="http://schemas.microsoft.com/office/drawing/2014/main" id="{9D8D9DEA-F6DA-EFDC-5DDF-946728969392}"/>
              </a:ext>
            </a:extLst>
          </p:cNvPr>
          <p:cNvSpPr/>
          <p:nvPr userDrawn="1"/>
        </p:nvSpPr>
        <p:spPr>
          <a:xfrm>
            <a:off x="4290632" y="4217824"/>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45" name="Google Shape;1282;p56">
            <a:extLst>
              <a:ext uri="{FF2B5EF4-FFF2-40B4-BE49-F238E27FC236}">
                <a16:creationId xmlns:a16="http://schemas.microsoft.com/office/drawing/2014/main" id="{5B83F600-A2A8-FC3E-235C-F63589027CEC}"/>
              </a:ext>
            </a:extLst>
          </p:cNvPr>
          <p:cNvSpPr/>
          <p:nvPr userDrawn="1"/>
        </p:nvSpPr>
        <p:spPr>
          <a:xfrm>
            <a:off x="4290632" y="5510428"/>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47" name="Picture Placeholder 46">
            <a:extLst>
              <a:ext uri="{FF2B5EF4-FFF2-40B4-BE49-F238E27FC236}">
                <a16:creationId xmlns:a16="http://schemas.microsoft.com/office/drawing/2014/main" id="{3B37AA0A-CC3F-643E-4CA3-94EE9D0B955A}"/>
              </a:ext>
            </a:extLst>
          </p:cNvPr>
          <p:cNvSpPr>
            <a:spLocks noGrp="1"/>
          </p:cNvSpPr>
          <p:nvPr>
            <p:ph type="pic" sz="quarter" idx="10"/>
          </p:nvPr>
        </p:nvSpPr>
        <p:spPr>
          <a:xfrm>
            <a:off x="4455524" y="467895"/>
            <a:ext cx="640080" cy="640080"/>
          </a:xfrm>
        </p:spPr>
        <p:txBody>
          <a:bodyPr anchor="ctr"/>
          <a:lstStyle>
            <a:lvl1pPr marL="0" indent="0" algn="ctr">
              <a:buNone/>
              <a:defRPr sz="900"/>
            </a:lvl1pPr>
          </a:lstStyle>
          <a:p>
            <a:r>
              <a:rPr lang="en-US" noProof="0" dirty="0"/>
              <a:t>Click icon to add picture</a:t>
            </a:r>
          </a:p>
        </p:txBody>
      </p:sp>
      <p:sp>
        <p:nvSpPr>
          <p:cNvPr id="53" name="Text Placeholder 52">
            <a:extLst>
              <a:ext uri="{FF2B5EF4-FFF2-40B4-BE49-F238E27FC236}">
                <a16:creationId xmlns:a16="http://schemas.microsoft.com/office/drawing/2014/main" id="{04148F56-845C-40C8-5EFE-44B32FB55764}"/>
              </a:ext>
            </a:extLst>
          </p:cNvPr>
          <p:cNvSpPr>
            <a:spLocks noGrp="1"/>
          </p:cNvSpPr>
          <p:nvPr>
            <p:ph type="body" sz="quarter" idx="15"/>
          </p:nvPr>
        </p:nvSpPr>
        <p:spPr>
          <a:xfrm>
            <a:off x="5769864" y="457200"/>
            <a:ext cx="3840480" cy="338328"/>
          </a:xfrm>
        </p:spPr>
        <p:txBody>
          <a:bodyPr/>
          <a:lstStyle>
            <a:lvl1pPr marL="0" indent="0">
              <a:buNone/>
              <a:defRPr sz="2000">
                <a:latin typeface="+mj-lt"/>
              </a:defRPr>
            </a:lvl1pPr>
          </a:lstStyle>
          <a:p>
            <a:pPr lvl="0"/>
            <a:r>
              <a:rPr lang="en-US" noProof="0"/>
              <a:t>Click to edit Master text styles</a:t>
            </a:r>
          </a:p>
        </p:txBody>
      </p:sp>
      <p:sp>
        <p:nvSpPr>
          <p:cNvPr id="58" name="Text Placeholder 52">
            <a:extLst>
              <a:ext uri="{FF2B5EF4-FFF2-40B4-BE49-F238E27FC236}">
                <a16:creationId xmlns:a16="http://schemas.microsoft.com/office/drawing/2014/main" id="{6FAEB77B-C9AE-5EC8-3043-2C6C91015EF2}"/>
              </a:ext>
            </a:extLst>
          </p:cNvPr>
          <p:cNvSpPr>
            <a:spLocks noGrp="1"/>
          </p:cNvSpPr>
          <p:nvPr>
            <p:ph type="body" sz="quarter" idx="20"/>
          </p:nvPr>
        </p:nvSpPr>
        <p:spPr>
          <a:xfrm>
            <a:off x="5769864" y="780642"/>
            <a:ext cx="5029200" cy="338328"/>
          </a:xfrm>
        </p:spPr>
        <p:txBody>
          <a:bodyPr/>
          <a:lstStyle>
            <a:lvl1pPr marL="0" indent="0">
              <a:buNone/>
              <a:defRPr sz="1600">
                <a:latin typeface="+mn-lt"/>
              </a:defRPr>
            </a:lvl1pPr>
          </a:lstStyle>
          <a:p>
            <a:pPr lvl="0"/>
            <a:r>
              <a:rPr lang="en-US" noProof="0"/>
              <a:t>Click to edit Master text styles</a:t>
            </a:r>
          </a:p>
        </p:txBody>
      </p:sp>
      <p:sp>
        <p:nvSpPr>
          <p:cNvPr id="48" name="Picture Placeholder 46">
            <a:extLst>
              <a:ext uri="{FF2B5EF4-FFF2-40B4-BE49-F238E27FC236}">
                <a16:creationId xmlns:a16="http://schemas.microsoft.com/office/drawing/2014/main" id="{EA6CA3D6-A486-C220-D150-162068803F01}"/>
              </a:ext>
            </a:extLst>
          </p:cNvPr>
          <p:cNvSpPr>
            <a:spLocks noGrp="1"/>
          </p:cNvSpPr>
          <p:nvPr>
            <p:ph type="pic" sz="quarter" idx="11"/>
          </p:nvPr>
        </p:nvSpPr>
        <p:spPr>
          <a:xfrm>
            <a:off x="4455524" y="1744522"/>
            <a:ext cx="640080" cy="640080"/>
          </a:xfrm>
        </p:spPr>
        <p:txBody>
          <a:bodyPr anchor="ctr"/>
          <a:lstStyle>
            <a:lvl1pPr marL="0" indent="0" algn="ctr">
              <a:buNone/>
              <a:defRPr sz="900"/>
            </a:lvl1pPr>
          </a:lstStyle>
          <a:p>
            <a:r>
              <a:rPr lang="en-US" noProof="0" dirty="0"/>
              <a:t>Click icon to add picture</a:t>
            </a:r>
          </a:p>
        </p:txBody>
      </p:sp>
      <p:sp>
        <p:nvSpPr>
          <p:cNvPr id="54" name="Text Placeholder 52">
            <a:extLst>
              <a:ext uri="{FF2B5EF4-FFF2-40B4-BE49-F238E27FC236}">
                <a16:creationId xmlns:a16="http://schemas.microsoft.com/office/drawing/2014/main" id="{B70CC111-C404-5983-7E1A-758C72DA2151}"/>
              </a:ext>
            </a:extLst>
          </p:cNvPr>
          <p:cNvSpPr>
            <a:spLocks noGrp="1"/>
          </p:cNvSpPr>
          <p:nvPr>
            <p:ph type="body" sz="quarter" idx="16"/>
          </p:nvPr>
        </p:nvSpPr>
        <p:spPr>
          <a:xfrm>
            <a:off x="5769864" y="1746504"/>
            <a:ext cx="3840480" cy="338328"/>
          </a:xfrm>
        </p:spPr>
        <p:txBody>
          <a:bodyPr/>
          <a:lstStyle>
            <a:lvl1pPr marL="0" indent="0">
              <a:buNone/>
              <a:defRPr sz="2000">
                <a:latin typeface="+mj-lt"/>
              </a:defRPr>
            </a:lvl1pPr>
          </a:lstStyle>
          <a:p>
            <a:pPr lvl="0"/>
            <a:r>
              <a:rPr lang="en-US" noProof="0"/>
              <a:t>Click to edit Master text styles</a:t>
            </a:r>
          </a:p>
        </p:txBody>
      </p:sp>
      <p:sp>
        <p:nvSpPr>
          <p:cNvPr id="59" name="Text Placeholder 52">
            <a:extLst>
              <a:ext uri="{FF2B5EF4-FFF2-40B4-BE49-F238E27FC236}">
                <a16:creationId xmlns:a16="http://schemas.microsoft.com/office/drawing/2014/main" id="{0FACAEC0-F5EF-8921-74B5-2C775EC42E63}"/>
              </a:ext>
            </a:extLst>
          </p:cNvPr>
          <p:cNvSpPr>
            <a:spLocks noGrp="1"/>
          </p:cNvSpPr>
          <p:nvPr>
            <p:ph type="body" sz="quarter" idx="21"/>
          </p:nvPr>
        </p:nvSpPr>
        <p:spPr>
          <a:xfrm>
            <a:off x="5769864" y="2069946"/>
            <a:ext cx="5029200" cy="338328"/>
          </a:xfrm>
        </p:spPr>
        <p:txBody>
          <a:bodyPr/>
          <a:lstStyle>
            <a:lvl1pPr marL="0" indent="0">
              <a:buNone/>
              <a:defRPr sz="1600">
                <a:latin typeface="+mn-lt"/>
              </a:defRPr>
            </a:lvl1pPr>
          </a:lstStyle>
          <a:p>
            <a:pPr lvl="0"/>
            <a:r>
              <a:rPr lang="en-US" noProof="0"/>
              <a:t>Click to edit Master text styles</a:t>
            </a:r>
          </a:p>
        </p:txBody>
      </p:sp>
      <p:sp>
        <p:nvSpPr>
          <p:cNvPr id="49" name="Picture Placeholder 46">
            <a:extLst>
              <a:ext uri="{FF2B5EF4-FFF2-40B4-BE49-F238E27FC236}">
                <a16:creationId xmlns:a16="http://schemas.microsoft.com/office/drawing/2014/main" id="{D85BED76-EF8A-3369-FA46-11513F2D2231}"/>
              </a:ext>
            </a:extLst>
          </p:cNvPr>
          <p:cNvSpPr>
            <a:spLocks noGrp="1"/>
          </p:cNvSpPr>
          <p:nvPr>
            <p:ph type="pic" sz="quarter" idx="12"/>
          </p:nvPr>
        </p:nvSpPr>
        <p:spPr>
          <a:xfrm>
            <a:off x="4455524" y="3034028"/>
            <a:ext cx="640080" cy="640080"/>
          </a:xfrm>
        </p:spPr>
        <p:txBody>
          <a:bodyPr anchor="ctr"/>
          <a:lstStyle>
            <a:lvl1pPr marL="0" indent="0" algn="ctr">
              <a:buNone/>
              <a:defRPr sz="900"/>
            </a:lvl1pPr>
          </a:lstStyle>
          <a:p>
            <a:r>
              <a:rPr lang="en-US" noProof="0" dirty="0"/>
              <a:t>Click icon to add picture</a:t>
            </a:r>
          </a:p>
        </p:txBody>
      </p:sp>
      <p:sp>
        <p:nvSpPr>
          <p:cNvPr id="55" name="Text Placeholder 52">
            <a:extLst>
              <a:ext uri="{FF2B5EF4-FFF2-40B4-BE49-F238E27FC236}">
                <a16:creationId xmlns:a16="http://schemas.microsoft.com/office/drawing/2014/main" id="{3A752FC9-DE9C-9701-E24E-6F1AC075B16E}"/>
              </a:ext>
            </a:extLst>
          </p:cNvPr>
          <p:cNvSpPr>
            <a:spLocks noGrp="1"/>
          </p:cNvSpPr>
          <p:nvPr>
            <p:ph type="body" sz="quarter" idx="17"/>
          </p:nvPr>
        </p:nvSpPr>
        <p:spPr>
          <a:xfrm>
            <a:off x="5769864" y="3035808"/>
            <a:ext cx="3840480" cy="338328"/>
          </a:xfrm>
        </p:spPr>
        <p:txBody>
          <a:bodyPr/>
          <a:lstStyle>
            <a:lvl1pPr marL="0" indent="0">
              <a:buNone/>
              <a:defRPr sz="2000">
                <a:latin typeface="+mj-lt"/>
              </a:defRPr>
            </a:lvl1pPr>
          </a:lstStyle>
          <a:p>
            <a:pPr lvl="0"/>
            <a:r>
              <a:rPr lang="en-US" noProof="0"/>
              <a:t>Click to edit Master text styles</a:t>
            </a:r>
          </a:p>
        </p:txBody>
      </p:sp>
      <p:sp>
        <p:nvSpPr>
          <p:cNvPr id="60" name="Text Placeholder 52">
            <a:extLst>
              <a:ext uri="{FF2B5EF4-FFF2-40B4-BE49-F238E27FC236}">
                <a16:creationId xmlns:a16="http://schemas.microsoft.com/office/drawing/2014/main" id="{5CA64FAC-BAC1-519A-1252-ED8A726B6313}"/>
              </a:ext>
            </a:extLst>
          </p:cNvPr>
          <p:cNvSpPr>
            <a:spLocks noGrp="1"/>
          </p:cNvSpPr>
          <p:nvPr>
            <p:ph type="body" sz="quarter" idx="22"/>
          </p:nvPr>
        </p:nvSpPr>
        <p:spPr>
          <a:xfrm>
            <a:off x="5769864" y="3359250"/>
            <a:ext cx="5029200" cy="338328"/>
          </a:xfrm>
        </p:spPr>
        <p:txBody>
          <a:bodyPr/>
          <a:lstStyle>
            <a:lvl1pPr marL="0" indent="0">
              <a:buNone/>
              <a:defRPr sz="1600">
                <a:latin typeface="+mn-lt"/>
              </a:defRPr>
            </a:lvl1pPr>
          </a:lstStyle>
          <a:p>
            <a:pPr lvl="0"/>
            <a:r>
              <a:rPr lang="en-US" noProof="0"/>
              <a:t>Click to edit Master text styles</a:t>
            </a:r>
          </a:p>
        </p:txBody>
      </p:sp>
      <p:sp>
        <p:nvSpPr>
          <p:cNvPr id="50" name="Picture Placeholder 46">
            <a:extLst>
              <a:ext uri="{FF2B5EF4-FFF2-40B4-BE49-F238E27FC236}">
                <a16:creationId xmlns:a16="http://schemas.microsoft.com/office/drawing/2014/main" id="{5FF1804E-BBAF-5060-07A3-705BCCF0D7C5}"/>
              </a:ext>
            </a:extLst>
          </p:cNvPr>
          <p:cNvSpPr>
            <a:spLocks noGrp="1"/>
          </p:cNvSpPr>
          <p:nvPr>
            <p:ph type="pic" sz="quarter" idx="13"/>
          </p:nvPr>
        </p:nvSpPr>
        <p:spPr>
          <a:xfrm>
            <a:off x="4455524" y="4382716"/>
            <a:ext cx="640080" cy="640080"/>
          </a:xfrm>
        </p:spPr>
        <p:txBody>
          <a:bodyPr anchor="ctr"/>
          <a:lstStyle>
            <a:lvl1pPr marL="0" indent="0" algn="ctr">
              <a:buNone/>
              <a:defRPr sz="900"/>
            </a:lvl1pPr>
          </a:lstStyle>
          <a:p>
            <a:r>
              <a:rPr lang="en-US" noProof="0" dirty="0"/>
              <a:t>Click icon to add picture</a:t>
            </a:r>
          </a:p>
        </p:txBody>
      </p:sp>
      <p:sp>
        <p:nvSpPr>
          <p:cNvPr id="56" name="Text Placeholder 52">
            <a:extLst>
              <a:ext uri="{FF2B5EF4-FFF2-40B4-BE49-F238E27FC236}">
                <a16:creationId xmlns:a16="http://schemas.microsoft.com/office/drawing/2014/main" id="{D03AC44E-421F-94EE-DC26-D4F6FB1D5444}"/>
              </a:ext>
            </a:extLst>
          </p:cNvPr>
          <p:cNvSpPr>
            <a:spLocks noGrp="1"/>
          </p:cNvSpPr>
          <p:nvPr>
            <p:ph type="body" sz="quarter" idx="18"/>
          </p:nvPr>
        </p:nvSpPr>
        <p:spPr>
          <a:xfrm>
            <a:off x="5769864" y="4325112"/>
            <a:ext cx="3840480" cy="338328"/>
          </a:xfrm>
        </p:spPr>
        <p:txBody>
          <a:bodyPr/>
          <a:lstStyle>
            <a:lvl1pPr marL="0" indent="0">
              <a:buNone/>
              <a:defRPr sz="2000">
                <a:latin typeface="+mj-lt"/>
              </a:defRPr>
            </a:lvl1pPr>
          </a:lstStyle>
          <a:p>
            <a:pPr lvl="0"/>
            <a:r>
              <a:rPr lang="en-US" noProof="0"/>
              <a:t>Click to edit Master text styles</a:t>
            </a:r>
          </a:p>
        </p:txBody>
      </p:sp>
      <p:sp>
        <p:nvSpPr>
          <p:cNvPr id="61" name="Text Placeholder 52">
            <a:extLst>
              <a:ext uri="{FF2B5EF4-FFF2-40B4-BE49-F238E27FC236}">
                <a16:creationId xmlns:a16="http://schemas.microsoft.com/office/drawing/2014/main" id="{4806989D-2A9A-5590-1EF7-9BF0E1F4C43D}"/>
              </a:ext>
            </a:extLst>
          </p:cNvPr>
          <p:cNvSpPr>
            <a:spLocks noGrp="1"/>
          </p:cNvSpPr>
          <p:nvPr>
            <p:ph type="body" sz="quarter" idx="23"/>
          </p:nvPr>
        </p:nvSpPr>
        <p:spPr>
          <a:xfrm>
            <a:off x="5769864" y="4648554"/>
            <a:ext cx="5029200" cy="338328"/>
          </a:xfrm>
        </p:spPr>
        <p:txBody>
          <a:bodyPr/>
          <a:lstStyle>
            <a:lvl1pPr marL="0" indent="0">
              <a:buNone/>
              <a:defRPr sz="1600">
                <a:latin typeface="+mn-lt"/>
              </a:defRPr>
            </a:lvl1pPr>
          </a:lstStyle>
          <a:p>
            <a:pPr lvl="0"/>
            <a:r>
              <a:rPr lang="en-US" noProof="0"/>
              <a:t>Click to edit Master text styles</a:t>
            </a:r>
          </a:p>
        </p:txBody>
      </p:sp>
      <p:sp>
        <p:nvSpPr>
          <p:cNvPr id="51" name="Picture Placeholder 46">
            <a:extLst>
              <a:ext uri="{FF2B5EF4-FFF2-40B4-BE49-F238E27FC236}">
                <a16:creationId xmlns:a16="http://schemas.microsoft.com/office/drawing/2014/main" id="{C28AAD1A-4269-0A5C-7418-7DFC69060C90}"/>
              </a:ext>
            </a:extLst>
          </p:cNvPr>
          <p:cNvSpPr>
            <a:spLocks noGrp="1"/>
          </p:cNvSpPr>
          <p:nvPr>
            <p:ph type="pic" sz="quarter" idx="14"/>
          </p:nvPr>
        </p:nvSpPr>
        <p:spPr>
          <a:xfrm>
            <a:off x="4455524" y="5675320"/>
            <a:ext cx="640080" cy="640080"/>
          </a:xfrm>
        </p:spPr>
        <p:txBody>
          <a:bodyPr anchor="ctr"/>
          <a:lstStyle>
            <a:lvl1pPr marL="0" indent="0" algn="ctr">
              <a:buNone/>
              <a:defRPr sz="900"/>
            </a:lvl1pPr>
          </a:lstStyle>
          <a:p>
            <a:r>
              <a:rPr lang="en-US" noProof="0" dirty="0"/>
              <a:t>Click icon to add picture</a:t>
            </a:r>
          </a:p>
        </p:txBody>
      </p:sp>
      <p:sp>
        <p:nvSpPr>
          <p:cNvPr id="57" name="Text Placeholder 52">
            <a:extLst>
              <a:ext uri="{FF2B5EF4-FFF2-40B4-BE49-F238E27FC236}">
                <a16:creationId xmlns:a16="http://schemas.microsoft.com/office/drawing/2014/main" id="{650C0EB3-5783-DC1F-09A3-02DFAA316429}"/>
              </a:ext>
            </a:extLst>
          </p:cNvPr>
          <p:cNvSpPr>
            <a:spLocks noGrp="1"/>
          </p:cNvSpPr>
          <p:nvPr>
            <p:ph type="body" sz="quarter" idx="19"/>
          </p:nvPr>
        </p:nvSpPr>
        <p:spPr>
          <a:xfrm>
            <a:off x="5769864" y="5614416"/>
            <a:ext cx="3840480" cy="338328"/>
          </a:xfrm>
        </p:spPr>
        <p:txBody>
          <a:bodyPr/>
          <a:lstStyle>
            <a:lvl1pPr marL="0" indent="0">
              <a:buNone/>
              <a:defRPr sz="2000">
                <a:latin typeface="+mj-lt"/>
              </a:defRPr>
            </a:lvl1pPr>
          </a:lstStyle>
          <a:p>
            <a:pPr lvl="0"/>
            <a:r>
              <a:rPr lang="en-US" noProof="0"/>
              <a:t>Click to edit Master text styles</a:t>
            </a:r>
          </a:p>
        </p:txBody>
      </p:sp>
      <p:sp>
        <p:nvSpPr>
          <p:cNvPr id="62" name="Text Placeholder 52">
            <a:extLst>
              <a:ext uri="{FF2B5EF4-FFF2-40B4-BE49-F238E27FC236}">
                <a16:creationId xmlns:a16="http://schemas.microsoft.com/office/drawing/2014/main" id="{94850C9F-BD14-9481-E7F6-526639251EB9}"/>
              </a:ext>
            </a:extLst>
          </p:cNvPr>
          <p:cNvSpPr>
            <a:spLocks noGrp="1"/>
          </p:cNvSpPr>
          <p:nvPr>
            <p:ph type="body" sz="quarter" idx="24"/>
          </p:nvPr>
        </p:nvSpPr>
        <p:spPr>
          <a:xfrm>
            <a:off x="5769864" y="5937858"/>
            <a:ext cx="5029200" cy="338328"/>
          </a:xfrm>
        </p:spPr>
        <p:txBody>
          <a:bodyPr/>
          <a:lstStyle>
            <a:lvl1pPr marL="0" indent="0">
              <a:buNone/>
              <a:defRPr sz="1600">
                <a:latin typeface="+mn-lt"/>
              </a:defRPr>
            </a:lvl1pPr>
          </a:lstStyle>
          <a:p>
            <a:pPr lvl="0"/>
            <a:r>
              <a:rPr lang="en-US" noProof="0"/>
              <a:t>Click to edit Master text styles</a:t>
            </a:r>
          </a:p>
        </p:txBody>
      </p:sp>
    </p:spTree>
    <p:extLst>
      <p:ext uri="{BB962C8B-B14F-4D97-AF65-F5344CB8AC3E}">
        <p14:creationId xmlns:p14="http://schemas.microsoft.com/office/powerpoint/2010/main" val="1274941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meline">
    <p:bg>
      <p:bgPr>
        <a:solidFill>
          <a:schemeClr val="accent3"/>
        </a:solidFill>
        <a:effectLst/>
      </p:bgPr>
    </p:bg>
    <p:spTree>
      <p:nvGrpSpPr>
        <p:cNvPr id="1" name=""/>
        <p:cNvGrpSpPr/>
        <p:nvPr/>
      </p:nvGrpSpPr>
      <p:grpSpPr>
        <a:xfrm>
          <a:off x="0" y="0"/>
          <a:ext cx="0" cy="0"/>
          <a:chOff x="0" y="0"/>
          <a:chExt cx="0" cy="0"/>
        </a:xfrm>
      </p:grpSpPr>
      <p:sp>
        <p:nvSpPr>
          <p:cNvPr id="8" name="Google Shape;1251;p56">
            <a:extLst>
              <a:ext uri="{FF2B5EF4-FFF2-40B4-BE49-F238E27FC236}">
                <a16:creationId xmlns:a16="http://schemas.microsoft.com/office/drawing/2014/main" id="{5240ABBF-9F6E-51C2-3600-798F3A8C4868}"/>
              </a:ext>
            </a:extLst>
          </p:cNvPr>
          <p:cNvSpPr/>
          <p:nvPr userDrawn="1"/>
        </p:nvSpPr>
        <p:spPr>
          <a:xfrm>
            <a:off x="547230" y="194408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0" name="Google Shape;1251;p56">
            <a:extLst>
              <a:ext uri="{FF2B5EF4-FFF2-40B4-BE49-F238E27FC236}">
                <a16:creationId xmlns:a16="http://schemas.microsoft.com/office/drawing/2014/main" id="{724FD7F3-2232-7463-6613-3EF2344BD063}"/>
              </a:ext>
            </a:extLst>
          </p:cNvPr>
          <p:cNvSpPr/>
          <p:nvPr userDrawn="1"/>
        </p:nvSpPr>
        <p:spPr>
          <a:xfrm>
            <a:off x="4922989" y="194696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2" name="Google Shape;1251;p56">
            <a:extLst>
              <a:ext uri="{FF2B5EF4-FFF2-40B4-BE49-F238E27FC236}">
                <a16:creationId xmlns:a16="http://schemas.microsoft.com/office/drawing/2014/main" id="{234E24BE-6EC9-C62B-1B5F-EBE5C279EF38}"/>
              </a:ext>
            </a:extLst>
          </p:cNvPr>
          <p:cNvSpPr/>
          <p:nvPr userDrawn="1"/>
        </p:nvSpPr>
        <p:spPr>
          <a:xfrm>
            <a:off x="9225456" y="192477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4" name="Google Shape;1251;p56">
            <a:extLst>
              <a:ext uri="{FF2B5EF4-FFF2-40B4-BE49-F238E27FC236}">
                <a16:creationId xmlns:a16="http://schemas.microsoft.com/office/drawing/2014/main" id="{F4987345-5BC3-6B09-35D1-118625B93B26}"/>
              </a:ext>
            </a:extLst>
          </p:cNvPr>
          <p:cNvSpPr/>
          <p:nvPr userDrawn="1"/>
        </p:nvSpPr>
        <p:spPr>
          <a:xfrm>
            <a:off x="2798649" y="3902220"/>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6" name="Google Shape;1251;p56">
            <a:extLst>
              <a:ext uri="{FF2B5EF4-FFF2-40B4-BE49-F238E27FC236}">
                <a16:creationId xmlns:a16="http://schemas.microsoft.com/office/drawing/2014/main" id="{D24F97D8-E25C-583D-72FF-A9AD2A77A71F}"/>
              </a:ext>
            </a:extLst>
          </p:cNvPr>
          <p:cNvSpPr/>
          <p:nvPr userDrawn="1"/>
        </p:nvSpPr>
        <p:spPr>
          <a:xfrm>
            <a:off x="7156227" y="388003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36" name="Text Placeholder 35">
            <a:extLst>
              <a:ext uri="{FF2B5EF4-FFF2-40B4-BE49-F238E27FC236}">
                <a16:creationId xmlns:a16="http://schemas.microsoft.com/office/drawing/2014/main" id="{C96B6B23-01AB-14E3-6F7D-14E56C8F7FB4}"/>
              </a:ext>
            </a:extLst>
          </p:cNvPr>
          <p:cNvSpPr>
            <a:spLocks noGrp="1"/>
          </p:cNvSpPr>
          <p:nvPr>
            <p:ph type="body" sz="quarter" idx="13"/>
          </p:nvPr>
        </p:nvSpPr>
        <p:spPr>
          <a:xfrm>
            <a:off x="458788"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0" name="Text Placeholder 35">
            <a:extLst>
              <a:ext uri="{FF2B5EF4-FFF2-40B4-BE49-F238E27FC236}">
                <a16:creationId xmlns:a16="http://schemas.microsoft.com/office/drawing/2014/main" id="{B5D9C006-6816-1398-2752-53296B2275E9}"/>
              </a:ext>
            </a:extLst>
          </p:cNvPr>
          <p:cNvSpPr>
            <a:spLocks noGrp="1"/>
          </p:cNvSpPr>
          <p:nvPr>
            <p:ph type="body" sz="quarter" idx="15"/>
          </p:nvPr>
        </p:nvSpPr>
        <p:spPr>
          <a:xfrm>
            <a:off x="4844975"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3" name="Text Placeholder 35">
            <a:extLst>
              <a:ext uri="{FF2B5EF4-FFF2-40B4-BE49-F238E27FC236}">
                <a16:creationId xmlns:a16="http://schemas.microsoft.com/office/drawing/2014/main" id="{5C67F012-5EC1-3C44-2545-C90EFB6C7AA3}"/>
              </a:ext>
            </a:extLst>
          </p:cNvPr>
          <p:cNvSpPr>
            <a:spLocks noGrp="1"/>
          </p:cNvSpPr>
          <p:nvPr>
            <p:ph type="body" sz="quarter" idx="17"/>
          </p:nvPr>
        </p:nvSpPr>
        <p:spPr>
          <a:xfrm>
            <a:off x="9137214"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39" name="Text Placeholder 35">
            <a:extLst>
              <a:ext uri="{FF2B5EF4-FFF2-40B4-BE49-F238E27FC236}">
                <a16:creationId xmlns:a16="http://schemas.microsoft.com/office/drawing/2014/main" id="{84C1F7B9-544F-1D65-F30E-22B977B0EA42}"/>
              </a:ext>
            </a:extLst>
          </p:cNvPr>
          <p:cNvSpPr>
            <a:spLocks noGrp="1"/>
          </p:cNvSpPr>
          <p:nvPr>
            <p:ph type="body" sz="quarter" idx="14"/>
          </p:nvPr>
        </p:nvSpPr>
        <p:spPr>
          <a:xfrm>
            <a:off x="2710407"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1" name="Text Placeholder 35">
            <a:extLst>
              <a:ext uri="{FF2B5EF4-FFF2-40B4-BE49-F238E27FC236}">
                <a16:creationId xmlns:a16="http://schemas.microsoft.com/office/drawing/2014/main" id="{F0785379-F700-62B9-BF17-703A87E29891}"/>
              </a:ext>
            </a:extLst>
          </p:cNvPr>
          <p:cNvSpPr>
            <a:spLocks noGrp="1"/>
          </p:cNvSpPr>
          <p:nvPr>
            <p:ph type="body" sz="quarter" idx="16"/>
          </p:nvPr>
        </p:nvSpPr>
        <p:spPr>
          <a:xfrm>
            <a:off x="7067985"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Tree>
    <p:extLst>
      <p:ext uri="{BB962C8B-B14F-4D97-AF65-F5344CB8AC3E}">
        <p14:creationId xmlns:p14="http://schemas.microsoft.com/office/powerpoint/2010/main" val="2266006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5"/>
        </a:solidFill>
        <a:effectLst/>
      </p:bgPr>
    </p:bg>
    <p:spTree>
      <p:nvGrpSpPr>
        <p:cNvPr id="1" name=""/>
        <p:cNvGrpSpPr/>
        <p:nvPr/>
      </p:nvGrpSpPr>
      <p:grpSpPr>
        <a:xfrm>
          <a:off x="0" y="0"/>
          <a:ext cx="0" cy="0"/>
          <a:chOff x="0" y="0"/>
          <a:chExt cx="0" cy="0"/>
        </a:xfrm>
      </p:grpSpPr>
      <p:sp>
        <p:nvSpPr>
          <p:cNvPr id="11" name="Google Shape;634;p42">
            <a:extLst>
              <a:ext uri="{FF2B5EF4-FFF2-40B4-BE49-F238E27FC236}">
                <a16:creationId xmlns:a16="http://schemas.microsoft.com/office/drawing/2014/main" id="{8B24251C-09A2-7EC7-D81E-7B4EC1A6C8FB}"/>
              </a:ext>
            </a:extLst>
          </p:cNvPr>
          <p:cNvSpPr/>
          <p:nvPr userDrawn="1"/>
        </p:nvSpPr>
        <p:spPr>
          <a:xfrm>
            <a:off x="1043969" y="2096168"/>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3" name="Google Shape;634;p42">
            <a:extLst>
              <a:ext uri="{FF2B5EF4-FFF2-40B4-BE49-F238E27FC236}">
                <a16:creationId xmlns:a16="http://schemas.microsoft.com/office/drawing/2014/main" id="{7095FC12-1305-9C50-D9A9-1BA4392374E6}"/>
              </a:ext>
            </a:extLst>
          </p:cNvPr>
          <p:cNvSpPr/>
          <p:nvPr userDrawn="1"/>
        </p:nvSpPr>
        <p:spPr>
          <a:xfrm>
            <a:off x="1043969" y="4160972"/>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3" name="Title 22">
            <a:extLst>
              <a:ext uri="{FF2B5EF4-FFF2-40B4-BE49-F238E27FC236}">
                <a16:creationId xmlns:a16="http://schemas.microsoft.com/office/drawing/2014/main" id="{AA325A5B-8E43-DA35-85DE-66DB81C5F5AD}"/>
              </a:ext>
            </a:extLst>
          </p:cNvPr>
          <p:cNvSpPr>
            <a:spLocks noGrp="1"/>
          </p:cNvSpPr>
          <p:nvPr>
            <p:ph type="title"/>
          </p:nvPr>
        </p:nvSpPr>
        <p:spPr/>
        <p:txBody>
          <a:bodyPr/>
          <a:lstStyle/>
          <a:p>
            <a:r>
              <a:rPr lang="en-US" noProof="0"/>
              <a:t>Click to edit Master title style</a:t>
            </a:r>
          </a:p>
        </p:txBody>
      </p:sp>
      <p:sp>
        <p:nvSpPr>
          <p:cNvPr id="21" name="Text Placeholder 2">
            <a:extLst>
              <a:ext uri="{FF2B5EF4-FFF2-40B4-BE49-F238E27FC236}">
                <a16:creationId xmlns:a16="http://schemas.microsoft.com/office/drawing/2014/main" id="{BCA26A7E-435E-AFBA-FECA-047481A83CB8}"/>
              </a:ext>
            </a:extLst>
          </p:cNvPr>
          <p:cNvSpPr>
            <a:spLocks noGrp="1"/>
          </p:cNvSpPr>
          <p:nvPr>
            <p:ph type="body" idx="1"/>
          </p:nvPr>
        </p:nvSpPr>
        <p:spPr>
          <a:xfrm>
            <a:off x="892795" y="1920319"/>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a:extLst>
              <a:ext uri="{FF2B5EF4-FFF2-40B4-BE49-F238E27FC236}">
                <a16:creationId xmlns:a16="http://schemas.microsoft.com/office/drawing/2014/main" id="{4A82CD3C-84E1-013B-FEDD-5B4008CD2B33}"/>
              </a:ext>
            </a:extLst>
          </p:cNvPr>
          <p:cNvSpPr>
            <a:spLocks noGrp="1"/>
          </p:cNvSpPr>
          <p:nvPr>
            <p:ph sz="half" idx="2"/>
          </p:nvPr>
        </p:nvSpPr>
        <p:spPr>
          <a:xfrm>
            <a:off x="4645152" y="2007884"/>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2" name="Text Placeholder 4">
            <a:extLst>
              <a:ext uri="{FF2B5EF4-FFF2-40B4-BE49-F238E27FC236}">
                <a16:creationId xmlns:a16="http://schemas.microsoft.com/office/drawing/2014/main" id="{42E5F6B0-4BF8-B61C-19DC-44EADF2C6A3E}"/>
              </a:ext>
            </a:extLst>
          </p:cNvPr>
          <p:cNvSpPr>
            <a:spLocks noGrp="1"/>
          </p:cNvSpPr>
          <p:nvPr>
            <p:ph type="body" sz="quarter" idx="3"/>
          </p:nvPr>
        </p:nvSpPr>
        <p:spPr>
          <a:xfrm>
            <a:off x="892795" y="4005858"/>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0" name="Content Placeholder 3">
            <a:extLst>
              <a:ext uri="{FF2B5EF4-FFF2-40B4-BE49-F238E27FC236}">
                <a16:creationId xmlns:a16="http://schemas.microsoft.com/office/drawing/2014/main" id="{710FDC74-97A7-7CF9-8479-7DF70FE009C4}"/>
              </a:ext>
            </a:extLst>
          </p:cNvPr>
          <p:cNvSpPr>
            <a:spLocks noGrp="1"/>
          </p:cNvSpPr>
          <p:nvPr>
            <p:ph sz="half" idx="13"/>
          </p:nvPr>
        </p:nvSpPr>
        <p:spPr>
          <a:xfrm>
            <a:off x="4645152" y="4093420"/>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9" name="Slide Number Placeholder 8">
            <a:extLst>
              <a:ext uri="{FF2B5EF4-FFF2-40B4-BE49-F238E27FC236}">
                <a16:creationId xmlns:a16="http://schemas.microsoft.com/office/drawing/2014/main" id="{7EA9E27A-A5B9-7554-B03C-977DD0697109}"/>
              </a:ext>
            </a:extLst>
          </p:cNvPr>
          <p:cNvSpPr>
            <a:spLocks noGrp="1"/>
          </p:cNvSpPr>
          <p:nvPr>
            <p:ph type="sldNum" sz="quarter" idx="12"/>
          </p:nvPr>
        </p:nvSpPr>
        <p:spPr/>
        <p:txBody>
          <a:bodyPr/>
          <a:lstStyle/>
          <a:p>
            <a:fld id="{8D0AFDD5-844D-364D-8AEC-50CF4D36D55D}" type="slidenum">
              <a:rPr lang="en-US" noProof="0" smtClean="0"/>
              <a:t>‹#›</a:t>
            </a:fld>
            <a:endParaRPr lang="en-US" noProof="0" dirty="0"/>
          </a:p>
        </p:txBody>
      </p:sp>
      <p:sp>
        <p:nvSpPr>
          <p:cNvPr id="8" name="Footer Placeholder 7">
            <a:extLst>
              <a:ext uri="{FF2B5EF4-FFF2-40B4-BE49-F238E27FC236}">
                <a16:creationId xmlns:a16="http://schemas.microsoft.com/office/drawing/2014/main" id="{10B2D671-9FA9-57ED-C5BB-EF64BEB1363E}"/>
              </a:ext>
            </a:extLst>
          </p:cNvPr>
          <p:cNvSpPr>
            <a:spLocks noGrp="1"/>
          </p:cNvSpPr>
          <p:nvPr>
            <p:ph type="ftr" sz="quarter" idx="11"/>
          </p:nvPr>
        </p:nvSpPr>
        <p:spPr/>
        <p:txBody>
          <a:bodyPr/>
          <a:lstStyle/>
          <a:p>
            <a:r>
              <a:rPr lang="en-US" noProof="0" dirty="0"/>
              <a:t>Presentation title</a:t>
            </a:r>
          </a:p>
        </p:txBody>
      </p:sp>
      <p:sp>
        <p:nvSpPr>
          <p:cNvPr id="7" name="Date Placeholder 6">
            <a:extLst>
              <a:ext uri="{FF2B5EF4-FFF2-40B4-BE49-F238E27FC236}">
                <a16:creationId xmlns:a16="http://schemas.microsoft.com/office/drawing/2014/main" id="{ECF944D9-3F95-D788-A7A5-9C541DBDEF9F}"/>
              </a:ext>
            </a:extLst>
          </p:cNvPr>
          <p:cNvSpPr>
            <a:spLocks noGrp="1"/>
          </p:cNvSpPr>
          <p:nvPr>
            <p:ph type="dt" sz="half" idx="10"/>
          </p:nvPr>
        </p:nvSpPr>
        <p:spPr/>
        <p:txBody>
          <a:bodyPr/>
          <a:lstStyle/>
          <a:p>
            <a:r>
              <a:rPr lang="en-US" noProof="0" dirty="0"/>
              <a:t>20XX</a:t>
            </a:r>
          </a:p>
        </p:txBody>
      </p:sp>
    </p:spTree>
    <p:extLst>
      <p:ext uri="{BB962C8B-B14F-4D97-AF65-F5344CB8AC3E}">
        <p14:creationId xmlns:p14="http://schemas.microsoft.com/office/powerpoint/2010/main" val="4278057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
        <p:nvSpPr>
          <p:cNvPr id="7" name="Google Shape;1148;p53">
            <a:extLst>
              <a:ext uri="{FF2B5EF4-FFF2-40B4-BE49-F238E27FC236}">
                <a16:creationId xmlns:a16="http://schemas.microsoft.com/office/drawing/2014/main" id="{D76333E0-FAE0-3B63-28EE-BA834131593C}"/>
              </a:ext>
            </a:extLst>
          </p:cNvPr>
          <p:cNvSpPr/>
          <p:nvPr userDrawn="1"/>
        </p:nvSpPr>
        <p:spPr>
          <a:xfrm>
            <a:off x="6481182" y="2106081"/>
            <a:ext cx="5056632"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1" name="Google Shape;1148;p53">
            <a:extLst>
              <a:ext uri="{FF2B5EF4-FFF2-40B4-BE49-F238E27FC236}">
                <a16:creationId xmlns:a16="http://schemas.microsoft.com/office/drawing/2014/main" id="{B21F23CA-8996-2ED3-865E-9CBB7B3DEF01}"/>
              </a:ext>
            </a:extLst>
          </p:cNvPr>
          <p:cNvSpPr/>
          <p:nvPr userDrawn="1"/>
        </p:nvSpPr>
        <p:spPr>
          <a:xfrm>
            <a:off x="808072"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5048882"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4604512"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6358128" y="1956816"/>
            <a:ext cx="5047488"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6600154" y="2944368"/>
            <a:ext cx="4608576"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Slide Number Placeholder 4">
            <a:extLst>
              <a:ext uri="{FF2B5EF4-FFF2-40B4-BE49-F238E27FC236}">
                <a16:creationId xmlns:a16="http://schemas.microsoft.com/office/drawing/2014/main" id="{3A18DB23-E349-DF43-8126-A1F21B8C33C6}"/>
              </a:ext>
            </a:extLst>
          </p:cNvPr>
          <p:cNvSpPr>
            <a:spLocks noGrp="1"/>
          </p:cNvSpPr>
          <p:nvPr>
            <p:ph type="sldNum" sz="quarter" idx="12"/>
          </p:nvPr>
        </p:nvSpPr>
        <p:spPr/>
        <p:txBody>
          <a:bodyPr/>
          <a:lstStyle/>
          <a:p>
            <a:fld id="{8D0AFDD5-844D-364D-8AEC-50CF4D36D55D}" type="slidenum">
              <a:rPr lang="en-US" noProof="0" smtClean="0"/>
              <a:pPr/>
              <a:t>‹#›</a:t>
            </a:fld>
            <a:endParaRPr lang="en-US" noProof="0" dirty="0"/>
          </a:p>
        </p:txBody>
      </p:sp>
      <p:sp>
        <p:nvSpPr>
          <p:cNvPr id="4" name="Footer Placeholder 3">
            <a:extLst>
              <a:ext uri="{FF2B5EF4-FFF2-40B4-BE49-F238E27FC236}">
                <a16:creationId xmlns:a16="http://schemas.microsoft.com/office/drawing/2014/main" id="{46774F0D-57B5-C6EE-016C-501DC8D7E4F7}"/>
              </a:ext>
            </a:extLst>
          </p:cNvPr>
          <p:cNvSpPr>
            <a:spLocks noGrp="1"/>
          </p:cNvSpPr>
          <p:nvPr>
            <p:ph type="ftr" sz="quarter" idx="11"/>
          </p:nvPr>
        </p:nvSpPr>
        <p:spPr/>
        <p:txBody>
          <a:bodyPr/>
          <a:lstStyle/>
          <a:p>
            <a:r>
              <a:rPr lang="en-US" noProof="0" dirty="0"/>
              <a:t>Presentation title</a:t>
            </a:r>
          </a:p>
        </p:txBody>
      </p:sp>
      <p:sp>
        <p:nvSpPr>
          <p:cNvPr id="3" name="Date Placeholder 2">
            <a:extLst>
              <a:ext uri="{FF2B5EF4-FFF2-40B4-BE49-F238E27FC236}">
                <a16:creationId xmlns:a16="http://schemas.microsoft.com/office/drawing/2014/main" id="{5DF0D283-938B-8E26-1C43-DC3AD65091BF}"/>
              </a:ext>
            </a:extLst>
          </p:cNvPr>
          <p:cNvSpPr>
            <a:spLocks noGrp="1"/>
          </p:cNvSpPr>
          <p:nvPr>
            <p:ph type="dt" sz="half" idx="10"/>
          </p:nvPr>
        </p:nvSpPr>
        <p:spPr/>
        <p:txBody>
          <a:bodyPr/>
          <a:lstStyle/>
          <a:p>
            <a:r>
              <a:rPr lang="en-US" noProof="0" dirty="0"/>
              <a:t>20XX</a:t>
            </a:r>
          </a:p>
        </p:txBody>
      </p:sp>
    </p:spTree>
    <p:extLst>
      <p:ext uri="{BB962C8B-B14F-4D97-AF65-F5344CB8AC3E}">
        <p14:creationId xmlns:p14="http://schemas.microsoft.com/office/powerpoint/2010/main" val="4189090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
        <p:nvSpPr>
          <p:cNvPr id="7" name="Google Shape;1148;p53">
            <a:extLst>
              <a:ext uri="{FF2B5EF4-FFF2-40B4-BE49-F238E27FC236}">
                <a16:creationId xmlns:a16="http://schemas.microsoft.com/office/drawing/2014/main" id="{D76333E0-FAE0-3B63-28EE-BA834131593C}"/>
              </a:ext>
            </a:extLst>
          </p:cNvPr>
          <p:cNvSpPr/>
          <p:nvPr userDrawn="1"/>
        </p:nvSpPr>
        <p:spPr>
          <a:xfrm>
            <a:off x="837094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9" name="Google Shape;1148;p53">
            <a:extLst>
              <a:ext uri="{FF2B5EF4-FFF2-40B4-BE49-F238E27FC236}">
                <a16:creationId xmlns:a16="http://schemas.microsoft.com/office/drawing/2014/main" id="{1BF10461-2A6D-BD12-B1D7-5A73DDD367A8}"/>
              </a:ext>
            </a:extLst>
          </p:cNvPr>
          <p:cNvSpPr/>
          <p:nvPr userDrawn="1"/>
        </p:nvSpPr>
        <p:spPr>
          <a:xfrm>
            <a:off x="4599233"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1" name="Google Shape;1148;p53">
            <a:extLst>
              <a:ext uri="{FF2B5EF4-FFF2-40B4-BE49-F238E27FC236}">
                <a16:creationId xmlns:a16="http://schemas.microsoft.com/office/drawing/2014/main" id="{B21F23CA-8996-2ED3-865E-9CBB7B3DEF01}"/>
              </a:ext>
            </a:extLst>
          </p:cNvPr>
          <p:cNvSpPr/>
          <p:nvPr userDrawn="1"/>
        </p:nvSpPr>
        <p:spPr>
          <a:xfrm>
            <a:off x="80807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9" name="Text Placeholder 24">
            <a:extLst>
              <a:ext uri="{FF2B5EF4-FFF2-40B4-BE49-F238E27FC236}">
                <a16:creationId xmlns:a16="http://schemas.microsoft.com/office/drawing/2014/main" id="{9B6C5E12-67C8-B5AA-FC61-A40F6C388F8B}"/>
              </a:ext>
            </a:extLst>
          </p:cNvPr>
          <p:cNvSpPr>
            <a:spLocks noGrp="1"/>
          </p:cNvSpPr>
          <p:nvPr>
            <p:ph type="body" sz="quarter" idx="16"/>
          </p:nvPr>
        </p:nvSpPr>
        <p:spPr>
          <a:xfrm>
            <a:off x="448056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2" name="Content Placeholder 3">
            <a:extLst>
              <a:ext uri="{FF2B5EF4-FFF2-40B4-BE49-F238E27FC236}">
                <a16:creationId xmlns:a16="http://schemas.microsoft.com/office/drawing/2014/main" id="{92BD99C3-C1A1-E89B-FB77-6221D2FBE9A6}"/>
              </a:ext>
            </a:extLst>
          </p:cNvPr>
          <p:cNvSpPr>
            <a:spLocks noGrp="1"/>
          </p:cNvSpPr>
          <p:nvPr>
            <p:ph sz="half" idx="13"/>
          </p:nvPr>
        </p:nvSpPr>
        <p:spPr>
          <a:xfrm>
            <a:off x="4715873"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8247888"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8489914"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Slide Number Placeholder 4">
            <a:extLst>
              <a:ext uri="{FF2B5EF4-FFF2-40B4-BE49-F238E27FC236}">
                <a16:creationId xmlns:a16="http://schemas.microsoft.com/office/drawing/2014/main" id="{3A18DB23-E349-DF43-8126-A1F21B8C33C6}"/>
              </a:ext>
            </a:extLst>
          </p:cNvPr>
          <p:cNvSpPr>
            <a:spLocks noGrp="1"/>
          </p:cNvSpPr>
          <p:nvPr>
            <p:ph type="sldNum" sz="quarter" idx="12"/>
          </p:nvPr>
        </p:nvSpPr>
        <p:spPr/>
        <p:txBody>
          <a:bodyPr/>
          <a:lstStyle/>
          <a:p>
            <a:fld id="{8D0AFDD5-844D-364D-8AEC-50CF4D36D55D}" type="slidenum">
              <a:rPr lang="en-US" noProof="0" smtClean="0"/>
              <a:pPr/>
              <a:t>‹#›</a:t>
            </a:fld>
            <a:endParaRPr lang="en-US" noProof="0" dirty="0"/>
          </a:p>
        </p:txBody>
      </p:sp>
      <p:sp>
        <p:nvSpPr>
          <p:cNvPr id="4" name="Footer Placeholder 3">
            <a:extLst>
              <a:ext uri="{FF2B5EF4-FFF2-40B4-BE49-F238E27FC236}">
                <a16:creationId xmlns:a16="http://schemas.microsoft.com/office/drawing/2014/main" id="{46774F0D-57B5-C6EE-016C-501DC8D7E4F7}"/>
              </a:ext>
            </a:extLst>
          </p:cNvPr>
          <p:cNvSpPr>
            <a:spLocks noGrp="1"/>
          </p:cNvSpPr>
          <p:nvPr>
            <p:ph type="ftr" sz="quarter" idx="11"/>
          </p:nvPr>
        </p:nvSpPr>
        <p:spPr/>
        <p:txBody>
          <a:bodyPr/>
          <a:lstStyle/>
          <a:p>
            <a:r>
              <a:rPr lang="en-US" noProof="0" dirty="0"/>
              <a:t>Presentation title</a:t>
            </a:r>
          </a:p>
        </p:txBody>
      </p:sp>
      <p:sp>
        <p:nvSpPr>
          <p:cNvPr id="3" name="Date Placeholder 2">
            <a:extLst>
              <a:ext uri="{FF2B5EF4-FFF2-40B4-BE49-F238E27FC236}">
                <a16:creationId xmlns:a16="http://schemas.microsoft.com/office/drawing/2014/main" id="{5DF0D283-938B-8E26-1C43-DC3AD65091BF}"/>
              </a:ext>
            </a:extLst>
          </p:cNvPr>
          <p:cNvSpPr>
            <a:spLocks noGrp="1"/>
          </p:cNvSpPr>
          <p:nvPr>
            <p:ph type="dt" sz="half" idx="10"/>
          </p:nvPr>
        </p:nvSpPr>
        <p:spPr/>
        <p:txBody>
          <a:bodyPr/>
          <a:lstStyle/>
          <a:p>
            <a:r>
              <a:rPr lang="en-US" noProof="0" dirty="0"/>
              <a:t>20XX</a:t>
            </a:r>
          </a:p>
        </p:txBody>
      </p:sp>
    </p:spTree>
    <p:extLst>
      <p:ext uri="{BB962C8B-B14F-4D97-AF65-F5344CB8AC3E}">
        <p14:creationId xmlns:p14="http://schemas.microsoft.com/office/powerpoint/2010/main" val="42483168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7" name="Google Shape;327;p33">
            <a:extLst>
              <a:ext uri="{FF2B5EF4-FFF2-40B4-BE49-F238E27FC236}">
                <a16:creationId xmlns:a16="http://schemas.microsoft.com/office/drawing/2014/main" id="{E7EB222B-6CF5-9486-E495-4BBCFBA5DEE9}"/>
              </a:ext>
            </a:extLst>
          </p:cNvPr>
          <p:cNvSpPr/>
          <p:nvPr userDrawn="1"/>
        </p:nvSpPr>
        <p:spPr>
          <a:xfrm>
            <a:off x="5400719" y="1198578"/>
            <a:ext cx="6114430" cy="4794575"/>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Google Shape;328;p33">
            <a:extLst>
              <a:ext uri="{FF2B5EF4-FFF2-40B4-BE49-F238E27FC236}">
                <a16:creationId xmlns:a16="http://schemas.microsoft.com/office/drawing/2014/main" id="{1FEBC754-F0A8-F9F6-F804-7081E078D8F5}"/>
              </a:ext>
            </a:extLst>
          </p:cNvPr>
          <p:cNvSpPr/>
          <p:nvPr userDrawn="1"/>
        </p:nvSpPr>
        <p:spPr>
          <a:xfrm>
            <a:off x="5196524" y="838200"/>
            <a:ext cx="6114430" cy="49149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4" name="Title 1">
            <a:extLst>
              <a:ext uri="{FF2B5EF4-FFF2-40B4-BE49-F238E27FC236}">
                <a16:creationId xmlns:a16="http://schemas.microsoft.com/office/drawing/2014/main" id="{A8F8B0E5-D249-4F2F-16F0-7A9A49B95D39}"/>
              </a:ext>
            </a:extLst>
          </p:cNvPr>
          <p:cNvSpPr>
            <a:spLocks noGrp="1"/>
          </p:cNvSpPr>
          <p:nvPr>
            <p:ph type="title"/>
          </p:nvPr>
        </p:nvSpPr>
        <p:spPr>
          <a:xfrm>
            <a:off x="5978024" y="1783080"/>
            <a:ext cx="4959821" cy="1162762"/>
          </a:xfrm>
        </p:spPr>
        <p:txBody>
          <a:bodyPr/>
          <a:lstStyle>
            <a:lvl1pPr algn="l">
              <a:lnSpc>
                <a:spcPct val="90000"/>
              </a:lnSpc>
              <a:defRPr/>
            </a:lvl1pPr>
          </a:lstStyle>
          <a:p>
            <a:r>
              <a:rPr lang="en-US" noProof="0"/>
              <a:t>Click to edit Master title style</a:t>
            </a:r>
          </a:p>
        </p:txBody>
      </p:sp>
      <p:sp>
        <p:nvSpPr>
          <p:cNvPr id="19" name="Picture Placeholder 18">
            <a:extLst>
              <a:ext uri="{FF2B5EF4-FFF2-40B4-BE49-F238E27FC236}">
                <a16:creationId xmlns:a16="http://schemas.microsoft.com/office/drawing/2014/main" id="{52CFE759-845E-6170-DB8C-EA3FA075BBC8}"/>
              </a:ext>
            </a:extLst>
          </p:cNvPr>
          <p:cNvSpPr>
            <a:spLocks noGrp="1"/>
          </p:cNvSpPr>
          <p:nvPr>
            <p:ph type="pic" sz="quarter" idx="13"/>
          </p:nvPr>
        </p:nvSpPr>
        <p:spPr>
          <a:xfrm>
            <a:off x="0" y="0"/>
            <a:ext cx="4351128" cy="6858000"/>
          </a:xfrm>
          <a:solidFill>
            <a:schemeClr val="accent5"/>
          </a:solidFill>
        </p:spPr>
        <p:txBody>
          <a:bodyPr anchor="ctr"/>
          <a:lstStyle>
            <a:lvl1pPr marL="0" indent="0" algn="ctr">
              <a:buNone/>
              <a:defRPr/>
            </a:lvl1pPr>
          </a:lstStyle>
          <a:p>
            <a:r>
              <a:rPr lang="en-US" noProof="0" dirty="0"/>
              <a:t>Click icon to add picture</a:t>
            </a:r>
          </a:p>
        </p:txBody>
      </p:sp>
      <p:sp>
        <p:nvSpPr>
          <p:cNvPr id="15" name="Content Placeholder 2">
            <a:extLst>
              <a:ext uri="{FF2B5EF4-FFF2-40B4-BE49-F238E27FC236}">
                <a16:creationId xmlns:a16="http://schemas.microsoft.com/office/drawing/2014/main" id="{77189B6C-4236-0B00-D585-EEE5183EC3B5}"/>
              </a:ext>
            </a:extLst>
          </p:cNvPr>
          <p:cNvSpPr>
            <a:spLocks noGrp="1"/>
          </p:cNvSpPr>
          <p:nvPr>
            <p:ph idx="1"/>
          </p:nvPr>
        </p:nvSpPr>
        <p:spPr>
          <a:xfrm>
            <a:off x="5961888" y="2944368"/>
            <a:ext cx="4818888" cy="2130552"/>
          </a:xfrm>
        </p:spPr>
        <p:txBody>
          <a:bodyPr/>
          <a:lstStyle>
            <a:lvl1pPr marL="0" indent="0">
              <a:lnSpc>
                <a:spcPct val="10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sp>
        <p:nvSpPr>
          <p:cNvPr id="5" name="Slide Number Placeholder 4">
            <a:extLst>
              <a:ext uri="{FF2B5EF4-FFF2-40B4-BE49-F238E27FC236}">
                <a16:creationId xmlns:a16="http://schemas.microsoft.com/office/drawing/2014/main" id="{22D37E9B-F86D-C91D-23CC-19F188DE83F6}"/>
              </a:ext>
            </a:extLst>
          </p:cNvPr>
          <p:cNvSpPr>
            <a:spLocks noGrp="1"/>
          </p:cNvSpPr>
          <p:nvPr>
            <p:ph type="sldNum" sz="quarter" idx="12"/>
          </p:nvPr>
        </p:nvSpPr>
        <p:spPr>
          <a:xfrm>
            <a:off x="8072901" y="6400904"/>
            <a:ext cx="365760" cy="246888"/>
          </a:xfrm>
        </p:spPr>
        <p:txBody>
          <a:bodyPr/>
          <a:lstStyle/>
          <a:p>
            <a:fld id="{8D0AFDD5-844D-364D-8AEC-50CF4D36D55D}" type="slidenum">
              <a:rPr lang="en-US" noProof="0" smtClean="0"/>
              <a:pPr/>
              <a:t>‹#›</a:t>
            </a:fld>
            <a:endParaRPr lang="en-US" noProof="0" dirty="0"/>
          </a:p>
        </p:txBody>
      </p:sp>
      <p:cxnSp>
        <p:nvCxnSpPr>
          <p:cNvPr id="21" name="Straight Connector 20">
            <a:extLst>
              <a:ext uri="{FF2B5EF4-FFF2-40B4-BE49-F238E27FC236}">
                <a16:creationId xmlns:a16="http://schemas.microsoft.com/office/drawing/2014/main" id="{CB55B0F1-C1EF-3790-A994-C8C4BB61CCB9}"/>
              </a:ext>
            </a:extLst>
          </p:cNvPr>
          <p:cNvCxnSpPr>
            <a:cxnSpLocks/>
          </p:cNvCxnSpPr>
          <p:nvPr/>
        </p:nvCxnSpPr>
        <p:spPr>
          <a:xfrm>
            <a:off x="4351128" y="6532618"/>
            <a:ext cx="369308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D4F275B-2CE9-CD3C-081E-0B79C125257E}"/>
              </a:ext>
            </a:extLst>
          </p:cNvPr>
          <p:cNvCxnSpPr>
            <a:cxnSpLocks/>
          </p:cNvCxnSpPr>
          <p:nvPr/>
        </p:nvCxnSpPr>
        <p:spPr>
          <a:xfrm>
            <a:off x="8467344" y="6527001"/>
            <a:ext cx="3724656" cy="56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7231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tx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E09AA4F6-9CBF-53A8-8FE8-0BAB0E7DC989}"/>
              </a:ext>
            </a:extLst>
          </p:cNvPr>
          <p:cNvSpPr/>
          <p:nvPr userDrawn="1"/>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0" name="Google Shape;328;p33">
            <a:extLst>
              <a:ext uri="{FF2B5EF4-FFF2-40B4-BE49-F238E27FC236}">
                <a16:creationId xmlns:a16="http://schemas.microsoft.com/office/drawing/2014/main" id="{CBE4E0BD-29C0-46EA-4A2D-401DD12AEC12}"/>
              </a:ext>
            </a:extLst>
          </p:cNvPr>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527048" y="1901952"/>
            <a:ext cx="4873752" cy="1709928"/>
          </a:xfrm>
        </p:spPr>
        <p:txBody>
          <a:bodyPr anchor="t">
            <a:noAutofit/>
          </a:bodyPr>
          <a:lstStyle>
            <a:lvl1pPr marL="0" indent="0" algn="l">
              <a:lnSpc>
                <a:spcPct val="90000"/>
              </a:lnSpc>
              <a:defRPr sz="6000"/>
            </a:lvl1pPr>
          </a:lstStyle>
          <a:p>
            <a:r>
              <a:rPr lang="en-US" noProof="0"/>
              <a:t>Click to edit Master title style</a:t>
            </a:r>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527048" y="3108960"/>
            <a:ext cx="3913632" cy="1883664"/>
          </a:xfrm>
        </p:spPr>
        <p:txBody>
          <a:bodyPr>
            <a:noAutofit/>
          </a:bodyPr>
          <a:lstStyle>
            <a:lvl1pPr marL="0" indent="0" algn="l">
              <a:lnSpc>
                <a:spcPct val="100000"/>
              </a:lnSpc>
              <a:spcBef>
                <a:spcPts val="1000"/>
              </a:spcBef>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6443482" y="812292"/>
            <a:ext cx="463600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dirty="0"/>
              <a:t>Click icon to add picture</a:t>
            </a:r>
          </a:p>
        </p:txBody>
      </p:sp>
    </p:spTree>
    <p:extLst>
      <p:ext uri="{BB962C8B-B14F-4D97-AF65-F5344CB8AC3E}">
        <p14:creationId xmlns:p14="http://schemas.microsoft.com/office/powerpoint/2010/main" val="70235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FABFF-AED1-441E-410D-E91E5B9EA6C0}"/>
              </a:ext>
            </a:extLst>
          </p:cNvPr>
          <p:cNvSpPr>
            <a:spLocks noGrp="1"/>
          </p:cNvSpPr>
          <p:nvPr>
            <p:ph type="title"/>
          </p:nvPr>
        </p:nvSpPr>
        <p:spPr/>
        <p:txBody>
          <a:bodyPr/>
          <a:lstStyle/>
          <a:p>
            <a:r>
              <a:rPr lang="en-US" noProof="0"/>
              <a:t>Click to edit Master title style</a:t>
            </a:r>
          </a:p>
        </p:txBody>
      </p:sp>
      <p:sp>
        <p:nvSpPr>
          <p:cNvPr id="5" name="Slide Number Placeholder 4">
            <a:extLst>
              <a:ext uri="{FF2B5EF4-FFF2-40B4-BE49-F238E27FC236}">
                <a16:creationId xmlns:a16="http://schemas.microsoft.com/office/drawing/2014/main" id="{A21D9EB3-189A-FE0F-8C95-73C3378150D7}"/>
              </a:ext>
            </a:extLst>
          </p:cNvPr>
          <p:cNvSpPr>
            <a:spLocks noGrp="1"/>
          </p:cNvSpPr>
          <p:nvPr>
            <p:ph type="sldNum" sz="quarter" idx="12"/>
          </p:nvPr>
        </p:nvSpPr>
        <p:spPr/>
        <p:txBody>
          <a:bodyPr/>
          <a:lstStyle/>
          <a:p>
            <a:fld id="{8D0AFDD5-844D-364D-8AEC-50CF4D36D55D}" type="slidenum">
              <a:rPr lang="en-US" noProof="0" smtClean="0"/>
              <a:t>‹#›</a:t>
            </a:fld>
            <a:endParaRPr lang="en-US" noProof="0" dirty="0"/>
          </a:p>
        </p:txBody>
      </p:sp>
      <p:sp>
        <p:nvSpPr>
          <p:cNvPr id="4" name="Footer Placeholder 3">
            <a:extLst>
              <a:ext uri="{FF2B5EF4-FFF2-40B4-BE49-F238E27FC236}">
                <a16:creationId xmlns:a16="http://schemas.microsoft.com/office/drawing/2014/main" id="{7C680446-577A-69FB-646E-AF1DA4134A2C}"/>
              </a:ext>
            </a:extLst>
          </p:cNvPr>
          <p:cNvSpPr>
            <a:spLocks noGrp="1"/>
          </p:cNvSpPr>
          <p:nvPr>
            <p:ph type="ftr" sz="quarter" idx="11"/>
          </p:nvPr>
        </p:nvSpPr>
        <p:spPr/>
        <p:txBody>
          <a:bodyPr/>
          <a:lstStyle/>
          <a:p>
            <a:r>
              <a:rPr lang="en-US" noProof="0" dirty="0"/>
              <a:t>Presentation title</a:t>
            </a:r>
          </a:p>
        </p:txBody>
      </p:sp>
      <p:sp>
        <p:nvSpPr>
          <p:cNvPr id="3" name="Date Placeholder 2">
            <a:extLst>
              <a:ext uri="{FF2B5EF4-FFF2-40B4-BE49-F238E27FC236}">
                <a16:creationId xmlns:a16="http://schemas.microsoft.com/office/drawing/2014/main" id="{330E09C2-379A-DC94-A05D-1A629B3410E2}"/>
              </a:ext>
            </a:extLst>
          </p:cNvPr>
          <p:cNvSpPr>
            <a:spLocks noGrp="1"/>
          </p:cNvSpPr>
          <p:nvPr>
            <p:ph type="dt" sz="half" idx="10"/>
          </p:nvPr>
        </p:nvSpPr>
        <p:spPr/>
        <p:txBody>
          <a:bodyPr/>
          <a:lstStyle/>
          <a:p>
            <a:r>
              <a:rPr lang="en-US" noProof="0" dirty="0"/>
              <a:t>20XX</a:t>
            </a:r>
          </a:p>
        </p:txBody>
      </p:sp>
    </p:spTree>
    <p:extLst>
      <p:ext uri="{BB962C8B-B14F-4D97-AF65-F5344CB8AC3E}">
        <p14:creationId xmlns:p14="http://schemas.microsoft.com/office/powerpoint/2010/main" val="4154343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4"/>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72A2AC-7ED9-922C-AFA3-C7474D933A2A}"/>
              </a:ext>
            </a:extLst>
          </p:cNvPr>
          <p:cNvSpPr>
            <a:spLocks noGrp="1"/>
          </p:cNvSpPr>
          <p:nvPr>
            <p:ph type="sldNum" sz="quarter" idx="12"/>
          </p:nvPr>
        </p:nvSpPr>
        <p:spPr/>
        <p:txBody>
          <a:bodyPr/>
          <a:lstStyle/>
          <a:p>
            <a:fld id="{8D0AFDD5-844D-364D-8AEC-50CF4D36D55D}" type="slidenum">
              <a:rPr lang="en-US" noProof="0" smtClean="0"/>
              <a:t>‹#›</a:t>
            </a:fld>
            <a:endParaRPr lang="en-US" noProof="0" dirty="0"/>
          </a:p>
        </p:txBody>
      </p:sp>
      <p:sp>
        <p:nvSpPr>
          <p:cNvPr id="3" name="Footer Placeholder 2">
            <a:extLst>
              <a:ext uri="{FF2B5EF4-FFF2-40B4-BE49-F238E27FC236}">
                <a16:creationId xmlns:a16="http://schemas.microsoft.com/office/drawing/2014/main" id="{C0D73C7A-2028-226F-C1ED-1807BD3B92FC}"/>
              </a:ext>
            </a:extLst>
          </p:cNvPr>
          <p:cNvSpPr>
            <a:spLocks noGrp="1"/>
          </p:cNvSpPr>
          <p:nvPr>
            <p:ph type="ftr" sz="quarter" idx="11"/>
          </p:nvPr>
        </p:nvSpPr>
        <p:spPr/>
        <p:txBody>
          <a:bodyPr/>
          <a:lstStyle/>
          <a:p>
            <a:r>
              <a:rPr lang="en-US" noProof="0" dirty="0"/>
              <a:t>Presentation title</a:t>
            </a:r>
          </a:p>
        </p:txBody>
      </p:sp>
      <p:sp>
        <p:nvSpPr>
          <p:cNvPr id="2" name="Date Placeholder 1">
            <a:extLst>
              <a:ext uri="{FF2B5EF4-FFF2-40B4-BE49-F238E27FC236}">
                <a16:creationId xmlns:a16="http://schemas.microsoft.com/office/drawing/2014/main" id="{1925B8F9-3C91-FD08-87E3-6E39B35BCF9F}"/>
              </a:ext>
            </a:extLst>
          </p:cNvPr>
          <p:cNvSpPr>
            <a:spLocks noGrp="1"/>
          </p:cNvSpPr>
          <p:nvPr>
            <p:ph type="dt" sz="half" idx="10"/>
          </p:nvPr>
        </p:nvSpPr>
        <p:spPr/>
        <p:txBody>
          <a:bodyPr/>
          <a:lstStyle/>
          <a:p>
            <a:r>
              <a:rPr lang="en-US" noProof="0" dirty="0"/>
              <a:t>20XX</a:t>
            </a:r>
          </a:p>
        </p:txBody>
      </p:sp>
    </p:spTree>
    <p:extLst>
      <p:ext uri="{BB962C8B-B14F-4D97-AF65-F5344CB8AC3E}">
        <p14:creationId xmlns:p14="http://schemas.microsoft.com/office/powerpoint/2010/main" val="3916245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94A45C-8F79-9A61-77E8-09BC4E628377}"/>
              </a:ext>
            </a:extLst>
          </p:cNvPr>
          <p:cNvSpPr>
            <a:spLocks noGrp="1"/>
          </p:cNvSpPr>
          <p:nvPr>
            <p:ph type="title"/>
          </p:nvPr>
        </p:nvSpPr>
        <p:spPr>
          <a:xfrm>
            <a:off x="1139952" y="512064"/>
            <a:ext cx="9912096" cy="1014984"/>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8646656E-6C21-DB29-00F0-0CC844DE3713}"/>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A7742D6-DB37-81C8-6BDD-5C9150A7DF6C}"/>
              </a:ext>
            </a:extLst>
          </p:cNvPr>
          <p:cNvSpPr>
            <a:spLocks noGrp="1"/>
          </p:cNvSpPr>
          <p:nvPr>
            <p:ph type="dt" sz="half" idx="2"/>
          </p:nvPr>
        </p:nvSpPr>
        <p:spPr>
          <a:xfrm>
            <a:off x="10629145" y="6400904"/>
            <a:ext cx="64008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20XX</a:t>
            </a:r>
          </a:p>
        </p:txBody>
      </p:sp>
      <p:sp>
        <p:nvSpPr>
          <p:cNvPr id="5" name="Footer Placeholder 4">
            <a:extLst>
              <a:ext uri="{FF2B5EF4-FFF2-40B4-BE49-F238E27FC236}">
                <a16:creationId xmlns:a16="http://schemas.microsoft.com/office/drawing/2014/main" id="{E694DB44-E775-B332-D1F0-40DB3A5FA3A3}"/>
              </a:ext>
            </a:extLst>
          </p:cNvPr>
          <p:cNvSpPr>
            <a:spLocks noGrp="1"/>
          </p:cNvSpPr>
          <p:nvPr>
            <p:ph type="ftr" sz="quarter" idx="3"/>
          </p:nvPr>
        </p:nvSpPr>
        <p:spPr>
          <a:xfrm>
            <a:off x="5364480" y="6400904"/>
            <a:ext cx="146304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Presentation title</a:t>
            </a:r>
          </a:p>
        </p:txBody>
      </p:sp>
      <p:sp>
        <p:nvSpPr>
          <p:cNvPr id="6" name="Slide Number Placeholder 5">
            <a:extLst>
              <a:ext uri="{FF2B5EF4-FFF2-40B4-BE49-F238E27FC236}">
                <a16:creationId xmlns:a16="http://schemas.microsoft.com/office/drawing/2014/main" id="{C39C1C4E-47DA-0CDC-75C8-42E9F1EBDE07}"/>
              </a:ext>
            </a:extLst>
          </p:cNvPr>
          <p:cNvSpPr>
            <a:spLocks noGrp="1"/>
          </p:cNvSpPr>
          <p:nvPr>
            <p:ph type="sldNum" sz="quarter" idx="4"/>
          </p:nvPr>
        </p:nvSpPr>
        <p:spPr>
          <a:xfrm>
            <a:off x="838200" y="6400904"/>
            <a:ext cx="36576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fld id="{8D0AFDD5-844D-364D-8AEC-50CF4D36D55D}" type="slidenum">
              <a:rPr lang="en-US" smtClean="0"/>
              <a:pPr/>
              <a:t>‹#›</a:t>
            </a:fld>
            <a:endParaRPr lang="en-US" dirty="0"/>
          </a:p>
        </p:txBody>
      </p:sp>
      <p:cxnSp>
        <p:nvCxnSpPr>
          <p:cNvPr id="8" name="Straight Connector 7">
            <a:extLst>
              <a:ext uri="{FF2B5EF4-FFF2-40B4-BE49-F238E27FC236}">
                <a16:creationId xmlns:a16="http://schemas.microsoft.com/office/drawing/2014/main" id="{2DE05079-2B34-E435-A882-A172DE176AE1}"/>
              </a:ext>
            </a:extLst>
          </p:cNvPr>
          <p:cNvCxnSpPr>
            <a:cxnSpLocks/>
          </p:cNvCxnSpPr>
          <p:nvPr userDrawn="1"/>
        </p:nvCxnSpPr>
        <p:spPr>
          <a:xfrm>
            <a:off x="0" y="6535885"/>
            <a:ext cx="838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8440547-EE65-F9CE-1D02-2D326735F06D}"/>
              </a:ext>
            </a:extLst>
          </p:cNvPr>
          <p:cNvCxnSpPr>
            <a:cxnSpLocks/>
          </p:cNvCxnSpPr>
          <p:nvPr userDrawn="1"/>
        </p:nvCxnSpPr>
        <p:spPr>
          <a:xfrm>
            <a:off x="1205025" y="6535885"/>
            <a:ext cx="41605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DB9DC65-7A98-9009-CD43-4A4B57960D46}"/>
              </a:ext>
            </a:extLst>
          </p:cNvPr>
          <p:cNvCxnSpPr>
            <a:cxnSpLocks/>
          </p:cNvCxnSpPr>
          <p:nvPr userDrawn="1"/>
        </p:nvCxnSpPr>
        <p:spPr>
          <a:xfrm>
            <a:off x="6802120" y="6528812"/>
            <a:ext cx="38404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4653D1C-9830-A9D3-084A-35BD971D10F5}"/>
              </a:ext>
            </a:extLst>
          </p:cNvPr>
          <p:cNvCxnSpPr>
            <a:cxnSpLocks/>
          </p:cNvCxnSpPr>
          <p:nvPr userDrawn="1"/>
        </p:nvCxnSpPr>
        <p:spPr>
          <a:xfrm>
            <a:off x="11276341" y="6528816"/>
            <a:ext cx="91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4252815"/>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60" r:id="rId3"/>
    <p:sldLayoutId id="2147483651" r:id="rId4"/>
    <p:sldLayoutId id="2147483658" r:id="rId5"/>
    <p:sldLayoutId id="2147483661" r:id="rId6"/>
    <p:sldLayoutId id="2147483663" r:id="rId7"/>
    <p:sldLayoutId id="2147483664" r:id="rId8"/>
    <p:sldLayoutId id="2147483668" r:id="rId9"/>
    <p:sldLayoutId id="2147483662" r:id="rId10"/>
    <p:sldLayoutId id="2147483653" r:id="rId11"/>
    <p:sldLayoutId id="2147483669" r:id="rId12"/>
    <p:sldLayoutId id="2147483665" r:id="rId13"/>
    <p:sldLayoutId id="2147483666" r:id="rId14"/>
    <p:sldLayoutId id="2147483667" r:id="rId15"/>
    <p:sldLayoutId id="2147483654" r:id="rId16"/>
    <p:sldLayoutId id="2147483655" r:id="rId17"/>
  </p:sldLayoutIdLst>
  <p:hf hdr="0"/>
  <p:txStyles>
    <p:titleStyle>
      <a:lvl1pPr algn="ctr" defTabSz="914400" rtl="0" eaLnBrk="1" latinLnBrk="0" hangingPunct="1">
        <a:lnSpc>
          <a:spcPct val="10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hyperlink" Target="https://kavalkaran.github.io/redict" TargetMode="External"/><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DA5B0F-A02F-3E13-8A66-C2634CC6288A}"/>
              </a:ext>
            </a:extLst>
          </p:cNvPr>
          <p:cNvPicPr>
            <a:picLocks noChangeAspect="1"/>
          </p:cNvPicPr>
          <p:nvPr/>
        </p:nvPicPr>
        <p:blipFill>
          <a:blip r:embed="rId2"/>
          <a:stretch>
            <a:fillRect/>
          </a:stretch>
        </p:blipFill>
        <p:spPr>
          <a:xfrm>
            <a:off x="567671" y="303958"/>
            <a:ext cx="11056658" cy="6250083"/>
          </a:xfrm>
          <a:prstGeom prst="rect">
            <a:avLst/>
          </a:prstGeom>
        </p:spPr>
      </p:pic>
      <p:sp>
        <p:nvSpPr>
          <p:cNvPr id="23" name="Title 22">
            <a:extLst>
              <a:ext uri="{FF2B5EF4-FFF2-40B4-BE49-F238E27FC236}">
                <a16:creationId xmlns:a16="http://schemas.microsoft.com/office/drawing/2014/main" id="{A4F37AB6-4681-D744-2F89-2949D08676DC}"/>
              </a:ext>
            </a:extLst>
          </p:cNvPr>
          <p:cNvSpPr>
            <a:spLocks noGrp="1"/>
          </p:cNvSpPr>
          <p:nvPr>
            <p:ph type="ctrTitle"/>
          </p:nvPr>
        </p:nvSpPr>
        <p:spPr>
          <a:xfrm>
            <a:off x="3403075" y="921637"/>
            <a:ext cx="5307291" cy="1998481"/>
          </a:xfrm>
        </p:spPr>
        <p:txBody>
          <a:bodyPr/>
          <a:lstStyle/>
          <a:p>
            <a:r>
              <a:rPr lang="en-US" dirty="0">
                <a:solidFill>
                  <a:schemeClr val="accent1"/>
                </a:solidFill>
                <a:latin typeface="Courier New" panose="02070309020205020404" pitchFamily="49" charset="0"/>
                <a:cs typeface="Courier New" panose="02070309020205020404" pitchFamily="49" charset="0"/>
              </a:rPr>
              <a:t>KAVALKARAN</a:t>
            </a:r>
          </a:p>
        </p:txBody>
      </p:sp>
      <p:sp>
        <p:nvSpPr>
          <p:cNvPr id="26" name="Subtitle 25">
            <a:extLst>
              <a:ext uri="{FF2B5EF4-FFF2-40B4-BE49-F238E27FC236}">
                <a16:creationId xmlns:a16="http://schemas.microsoft.com/office/drawing/2014/main" id="{06930851-3EE7-5B25-F590-CCB7467A2094}"/>
              </a:ext>
            </a:extLst>
          </p:cNvPr>
          <p:cNvSpPr>
            <a:spLocks noGrp="1"/>
          </p:cNvSpPr>
          <p:nvPr>
            <p:ph type="subTitle" idx="1"/>
          </p:nvPr>
        </p:nvSpPr>
        <p:spPr>
          <a:xfrm>
            <a:off x="1176581" y="3537796"/>
            <a:ext cx="8813580" cy="2714920"/>
          </a:xfrm>
        </p:spPr>
        <p:txBody>
          <a:bodyPr/>
          <a:lstStyle/>
          <a:p>
            <a:r>
              <a:rPr lang="en-US" dirty="0">
                <a:solidFill>
                  <a:schemeClr val="bg1"/>
                </a:solidFill>
              </a:rPr>
              <a:t>Id : 1123742 , group: kavalkaran_team_cyber_security</a:t>
            </a:r>
          </a:p>
          <a:p>
            <a:r>
              <a:rPr lang="en-US" dirty="0">
                <a:solidFill>
                  <a:schemeClr val="bg1"/>
                </a:solidFill>
              </a:rPr>
              <a:t>Them : Good Governance and Public service </a:t>
            </a:r>
            <a:r>
              <a:rPr lang="en-US" dirty="0" err="1">
                <a:solidFill>
                  <a:schemeClr val="bg1"/>
                </a:solidFill>
              </a:rPr>
              <a:t>delivary</a:t>
            </a:r>
            <a:endParaRPr lang="en-US" dirty="0">
              <a:solidFill>
                <a:schemeClr val="bg1"/>
              </a:solidFill>
            </a:endParaRPr>
          </a:p>
          <a:p>
            <a:r>
              <a:rPr lang="en-US" dirty="0">
                <a:solidFill>
                  <a:schemeClr val="bg1"/>
                </a:solidFill>
              </a:rPr>
              <a:t>(Athul </a:t>
            </a:r>
            <a:r>
              <a:rPr lang="en-US" dirty="0" err="1">
                <a:solidFill>
                  <a:schemeClr val="bg1"/>
                </a:solidFill>
              </a:rPr>
              <a:t>vinod</a:t>
            </a:r>
            <a:r>
              <a:rPr lang="en-US" dirty="0">
                <a:solidFill>
                  <a:schemeClr val="bg1"/>
                </a:solidFill>
              </a:rPr>
              <a:t> .M)  Contact : Phone – 9539218900 , mail : athul.back.is.now@gmail.com</a:t>
            </a:r>
          </a:p>
          <a:p>
            <a:r>
              <a:rPr lang="en-US" dirty="0">
                <a:solidFill>
                  <a:schemeClr val="bg1"/>
                </a:solidFill>
              </a:rPr>
              <a:t>Institution : R.M.H.S.S Melattur</a:t>
            </a:r>
          </a:p>
          <a:p>
            <a:r>
              <a:rPr lang="en-US" dirty="0">
                <a:solidFill>
                  <a:schemeClr val="bg1"/>
                </a:solidFill>
              </a:rPr>
              <a:t>District : Malappuram</a:t>
            </a:r>
          </a:p>
        </p:txBody>
      </p:sp>
    </p:spTree>
    <p:extLst>
      <p:ext uri="{BB962C8B-B14F-4D97-AF65-F5344CB8AC3E}">
        <p14:creationId xmlns:p14="http://schemas.microsoft.com/office/powerpoint/2010/main" val="4097023305"/>
      </p:ext>
    </p:extLst>
  </p:cSld>
  <p:clrMapOvr>
    <a:masterClrMapping/>
  </p:clrMapOvr>
  <mc:AlternateContent xmlns:mc="http://schemas.openxmlformats.org/markup-compatibility/2006" xmlns:p14="http://schemas.microsoft.com/office/powerpoint/2010/main">
    <mc:Choice Requires="p14">
      <p:transition spd="slow" p14:dur="2000" advTm="70975"/>
    </mc:Choice>
    <mc:Fallback xmlns="">
      <p:transition spd="slow" advTm="7097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F476A8F-BCFF-F71A-C319-E48F5AF0A848}"/>
              </a:ext>
            </a:extLst>
          </p:cNvPr>
          <p:cNvPicPr>
            <a:picLocks noChangeAspect="1"/>
          </p:cNvPicPr>
          <p:nvPr/>
        </p:nvPicPr>
        <p:blipFill>
          <a:blip r:embed="rId3"/>
          <a:stretch>
            <a:fillRect/>
          </a:stretch>
        </p:blipFill>
        <p:spPr>
          <a:xfrm>
            <a:off x="-1" y="-39360"/>
            <a:ext cx="12650771" cy="7084431"/>
          </a:xfrm>
          <a:prstGeom prst="rect">
            <a:avLst/>
          </a:prstGeom>
        </p:spPr>
      </p:pic>
      <p:sp>
        <p:nvSpPr>
          <p:cNvPr id="7" name="Slide Number Placeholder 6">
            <a:extLst>
              <a:ext uri="{FF2B5EF4-FFF2-40B4-BE49-F238E27FC236}">
                <a16:creationId xmlns:a16="http://schemas.microsoft.com/office/drawing/2014/main" id="{AA825C49-A1AB-D377-2071-D29B1E667AA9}"/>
              </a:ext>
            </a:extLst>
          </p:cNvPr>
          <p:cNvSpPr>
            <a:spLocks noGrp="1"/>
          </p:cNvSpPr>
          <p:nvPr>
            <p:ph type="sldNum" sz="quarter" idx="12"/>
          </p:nvPr>
        </p:nvSpPr>
        <p:spPr/>
        <p:txBody>
          <a:bodyPr/>
          <a:lstStyle/>
          <a:p>
            <a:fld id="{8D0AFDD5-844D-364D-8AEC-50CF4D36D55D}" type="slidenum">
              <a:rPr lang="en-US" smtClean="0"/>
              <a:pPr/>
              <a:t>2</a:t>
            </a:fld>
            <a:endParaRPr lang="en-US" dirty="0"/>
          </a:p>
        </p:txBody>
      </p:sp>
      <p:sp>
        <p:nvSpPr>
          <p:cNvPr id="3" name="Title 2">
            <a:extLst>
              <a:ext uri="{FF2B5EF4-FFF2-40B4-BE49-F238E27FC236}">
                <a16:creationId xmlns:a16="http://schemas.microsoft.com/office/drawing/2014/main" id="{665BC0F7-9BAB-2ADE-CF39-13047262085B}"/>
              </a:ext>
            </a:extLst>
          </p:cNvPr>
          <p:cNvSpPr>
            <a:spLocks noGrp="1"/>
          </p:cNvSpPr>
          <p:nvPr>
            <p:ph type="title" idx="4294967295"/>
          </p:nvPr>
        </p:nvSpPr>
        <p:spPr>
          <a:xfrm>
            <a:off x="-347869" y="354013"/>
            <a:ext cx="12539870" cy="2130425"/>
          </a:xfrm>
        </p:spPr>
        <p:txBody>
          <a:bodyPr/>
          <a:lstStyle/>
          <a:p>
            <a:r>
              <a:rPr lang="en-US" dirty="0">
                <a:solidFill>
                  <a:schemeClr val="bg1"/>
                </a:solidFill>
              </a:rPr>
              <a:t>Problem statement</a:t>
            </a:r>
          </a:p>
        </p:txBody>
      </p:sp>
      <p:sp>
        <p:nvSpPr>
          <p:cNvPr id="4" name="Content Placeholder 3">
            <a:extLst>
              <a:ext uri="{FF2B5EF4-FFF2-40B4-BE49-F238E27FC236}">
                <a16:creationId xmlns:a16="http://schemas.microsoft.com/office/drawing/2014/main" id="{F7F72EA7-7448-EA7A-DE1C-33CD1331CDA4}"/>
              </a:ext>
            </a:extLst>
          </p:cNvPr>
          <p:cNvSpPr>
            <a:spLocks noGrp="1"/>
          </p:cNvSpPr>
          <p:nvPr>
            <p:ph idx="4294967295"/>
          </p:nvPr>
        </p:nvSpPr>
        <p:spPr>
          <a:xfrm>
            <a:off x="272955" y="1490870"/>
            <a:ext cx="11919046" cy="5367130"/>
          </a:xfrm>
        </p:spPr>
        <p:txBody>
          <a:bodyPr/>
          <a:lstStyle/>
          <a:p>
            <a:r>
              <a:rPr lang="en-US" b="1" dirty="0">
                <a:solidFill>
                  <a:srgbClr val="C00000"/>
                </a:solidFill>
              </a:rPr>
              <a:t>8.7 percentage of under teenagers dead by the suicide by the cyber bulling (Proof : Figure 3.0)</a:t>
            </a:r>
          </a:p>
          <a:p>
            <a:r>
              <a:rPr lang="en-US" b="1" dirty="0">
                <a:solidFill>
                  <a:srgbClr val="C00000"/>
                </a:solidFill>
              </a:rPr>
              <a:t>Cyber security is the one of the </a:t>
            </a:r>
            <a:r>
              <a:rPr lang="en-IN" b="1" dirty="0">
                <a:solidFill>
                  <a:srgbClr val="C00000"/>
                </a:solidFill>
              </a:rPr>
              <a:t>dangerous problem ever seen by the whole humans</a:t>
            </a:r>
            <a:endParaRPr lang="en-US" b="1" dirty="0">
              <a:solidFill>
                <a:srgbClr val="C00000"/>
              </a:solidFill>
            </a:endParaRPr>
          </a:p>
          <a:p>
            <a:r>
              <a:rPr lang="en-US" b="1" dirty="0">
                <a:solidFill>
                  <a:srgbClr val="C00000"/>
                </a:solidFill>
              </a:rPr>
              <a:t>1.12 Billions of cellular mobile connection have active in 2025 , That is the 76.6 of total people (Proof Attached in last figure 2.0)</a:t>
            </a:r>
          </a:p>
          <a:p>
            <a:r>
              <a:rPr lang="en-US" b="1" dirty="0">
                <a:solidFill>
                  <a:srgbClr val="C00000"/>
                </a:solidFill>
              </a:rPr>
              <a:t>In India 20,41,360 incidents reported at 2024 (Figure 1.0 [In the last]) </a:t>
            </a:r>
          </a:p>
          <a:p>
            <a:r>
              <a:rPr lang="en-US" b="1" dirty="0">
                <a:solidFill>
                  <a:srgbClr val="C00000"/>
                </a:solidFill>
              </a:rPr>
              <a:t>We are trying to address the entire Cyber attacks which includes phishing, banking attacks, cyber fraud, spamming and much more with that a man lose his privacy and right to dignity, or any other right </a:t>
            </a:r>
          </a:p>
          <a:p>
            <a:r>
              <a:rPr lang="en-US" b="1" dirty="0">
                <a:solidFill>
                  <a:srgbClr val="C00000"/>
                </a:solidFill>
              </a:rPr>
              <a:t>This attacks make a large the flow which can lead to suicide or anything hard, hence this problem is even capable  to lose the life of a human.</a:t>
            </a:r>
          </a:p>
        </p:txBody>
      </p:sp>
    </p:spTree>
    <p:extLst>
      <p:ext uri="{BB962C8B-B14F-4D97-AF65-F5344CB8AC3E}">
        <p14:creationId xmlns:p14="http://schemas.microsoft.com/office/powerpoint/2010/main" val="3780002892"/>
      </p:ext>
    </p:extLst>
  </p:cSld>
  <p:clrMapOvr>
    <a:masterClrMapping/>
  </p:clrMapOvr>
  <mc:AlternateContent xmlns:mc="http://schemas.openxmlformats.org/markup-compatibility/2006" xmlns:p14="http://schemas.microsoft.com/office/powerpoint/2010/main">
    <mc:Choice Requires="p14">
      <p:transition spd="slow" p14:dur="2000" advTm="142497"/>
    </mc:Choice>
    <mc:Fallback xmlns="">
      <p:transition spd="slow" advTm="14249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16E8D-F725-5549-D79B-2197F3311E34}"/>
              </a:ext>
            </a:extLst>
          </p:cNvPr>
          <p:cNvSpPr>
            <a:spLocks noGrp="1"/>
          </p:cNvSpPr>
          <p:nvPr>
            <p:ph type="title"/>
          </p:nvPr>
        </p:nvSpPr>
        <p:spPr>
          <a:xfrm>
            <a:off x="3339548" y="934278"/>
            <a:ext cx="5996476" cy="834887"/>
          </a:xfrm>
        </p:spPr>
        <p:txBody>
          <a:bodyPr/>
          <a:lstStyle/>
          <a:p>
            <a:r>
              <a:rPr lang="en-US" dirty="0"/>
              <a:t>Idea Summary</a:t>
            </a:r>
          </a:p>
        </p:txBody>
      </p:sp>
      <p:sp>
        <p:nvSpPr>
          <p:cNvPr id="6" name="Content Placeholder 5">
            <a:extLst>
              <a:ext uri="{FF2B5EF4-FFF2-40B4-BE49-F238E27FC236}">
                <a16:creationId xmlns:a16="http://schemas.microsoft.com/office/drawing/2014/main" id="{6AB13DEF-ED86-6E5A-5AD2-C9B364E4A295}"/>
              </a:ext>
            </a:extLst>
          </p:cNvPr>
          <p:cNvSpPr>
            <a:spLocks noGrp="1"/>
          </p:cNvSpPr>
          <p:nvPr>
            <p:ph idx="1"/>
          </p:nvPr>
        </p:nvSpPr>
        <p:spPr>
          <a:xfrm>
            <a:off x="1203960" y="1769165"/>
            <a:ext cx="9565658" cy="2753140"/>
          </a:xfrm>
        </p:spPr>
        <p:txBody>
          <a:bodyPr/>
          <a:lstStyle/>
          <a:p>
            <a:r>
              <a:rPr lang="en-US" dirty="0">
                <a:latin typeface="Bahnschrift" panose="020B0502040204020203" pitchFamily="34" charset="0"/>
              </a:rPr>
              <a:t>My idea is to give a power full tool for common people which entirely developed for common people but no excuses in working and safety. Which I developed is a web tool with access of every one from anywhere , No download is compulsory.</a:t>
            </a:r>
          </a:p>
          <a:p>
            <a:r>
              <a:rPr lang="en-US" dirty="0">
                <a:latin typeface="Bahnschrift" panose="020B0502040204020203" pitchFamily="34" charset="0"/>
              </a:rPr>
              <a:t>(But optional), Which is now contains a </a:t>
            </a:r>
            <a:r>
              <a:rPr lang="en-US" dirty="0" err="1">
                <a:latin typeface="Bahnschrift" panose="020B0502040204020203" pitchFamily="34" charset="0"/>
              </a:rPr>
              <a:t>url</a:t>
            </a:r>
            <a:r>
              <a:rPr lang="en-US" dirty="0">
                <a:latin typeface="Bahnschrift" panose="020B0502040204020203" pitchFamily="34" charset="0"/>
              </a:rPr>
              <a:t> scanner to get safety checks of </a:t>
            </a:r>
            <a:r>
              <a:rPr lang="en-US" dirty="0" err="1">
                <a:latin typeface="Bahnschrift" panose="020B0502040204020203" pitchFamily="34" charset="0"/>
              </a:rPr>
              <a:t>url</a:t>
            </a:r>
            <a:r>
              <a:rPr lang="en-US" dirty="0">
                <a:latin typeface="Bahnschrift" panose="020B0502040204020203" pitchFamily="34" charset="0"/>
              </a:rPr>
              <a:t> before entering or check the safety , QR code checker to not predict but give direct info of that what happen by scan , is it safe and more , Also we provided a cyber doubts section and File Locker for securely encrypt and save files in browser any hacker can’t got it , but fully ready for its author or with his permission. There are more features in that digital </a:t>
            </a:r>
            <a:r>
              <a:rPr lang="en-US" dirty="0" err="1">
                <a:latin typeface="Bahnschrift" panose="020B0502040204020203" pitchFamily="34" charset="0"/>
              </a:rPr>
              <a:t>sinario</a:t>
            </a:r>
            <a:r>
              <a:rPr lang="en-US" dirty="0">
                <a:latin typeface="Bahnschrift" panose="020B0502040204020203" pitchFamily="34" charset="0"/>
              </a:rPr>
              <a:t>. </a:t>
            </a:r>
          </a:p>
        </p:txBody>
      </p:sp>
      <p:sp>
        <p:nvSpPr>
          <p:cNvPr id="8" name="Slide Number Placeholder 7">
            <a:extLst>
              <a:ext uri="{FF2B5EF4-FFF2-40B4-BE49-F238E27FC236}">
                <a16:creationId xmlns:a16="http://schemas.microsoft.com/office/drawing/2014/main" id="{A07AC1F3-FBD2-24FF-608E-1D301D279213}"/>
              </a:ext>
            </a:extLst>
          </p:cNvPr>
          <p:cNvSpPr>
            <a:spLocks noGrp="1"/>
          </p:cNvSpPr>
          <p:nvPr>
            <p:ph type="sldNum" sz="quarter" idx="18"/>
          </p:nvPr>
        </p:nvSpPr>
        <p:spPr>
          <a:xfrm>
            <a:off x="838200" y="6400904"/>
            <a:ext cx="365760" cy="246888"/>
          </a:xfrm>
        </p:spPr>
        <p:txBody>
          <a:bodyPr/>
          <a:lstStyle/>
          <a:p>
            <a:fld id="{8D0AFDD5-844D-364D-8AEC-50CF4D36D55D}" type="slidenum">
              <a:rPr lang="en-US" smtClean="0"/>
              <a:pPr/>
              <a:t>3</a:t>
            </a:fld>
            <a:endParaRPr lang="en-US" dirty="0"/>
          </a:p>
        </p:txBody>
      </p:sp>
      <p:sp>
        <p:nvSpPr>
          <p:cNvPr id="3" name="TextBox 2">
            <a:extLst>
              <a:ext uri="{FF2B5EF4-FFF2-40B4-BE49-F238E27FC236}">
                <a16:creationId xmlns:a16="http://schemas.microsoft.com/office/drawing/2014/main" id="{432BADEF-3F59-2101-29EC-5C53487E4752}"/>
              </a:ext>
            </a:extLst>
          </p:cNvPr>
          <p:cNvSpPr txBox="1"/>
          <p:nvPr/>
        </p:nvSpPr>
        <p:spPr>
          <a:xfrm>
            <a:off x="1098139" y="4939665"/>
            <a:ext cx="12191999" cy="1015663"/>
          </a:xfrm>
          <a:prstGeom prst="rect">
            <a:avLst/>
          </a:prstGeom>
          <a:noFill/>
        </p:spPr>
        <p:txBody>
          <a:bodyPr wrap="square" rtlCol="0">
            <a:spAutoFit/>
          </a:bodyPr>
          <a:lstStyle/>
          <a:p>
            <a:r>
              <a:rPr lang="en-US" altLang="zh-CN" sz="2000" dirty="0">
                <a:latin typeface="Arial Black" panose="020B0A04020102020204" pitchFamily="34" charset="0"/>
              </a:rPr>
              <a:t>We are Not making the Attackers least ,</a:t>
            </a:r>
          </a:p>
          <a:p>
            <a:r>
              <a:rPr lang="en-US" altLang="zh-CN" sz="2000" dirty="0">
                <a:latin typeface="Arial Black" panose="020B0A04020102020204" pitchFamily="34" charset="0"/>
              </a:rPr>
              <a:t>             We are making the victims to defend there self to Attackers !</a:t>
            </a:r>
          </a:p>
          <a:p>
            <a:endParaRPr lang="en-IN" sz="2000" dirty="0">
              <a:latin typeface="MV Boli" panose="02000500030200090000" pitchFamily="2" charset="0"/>
              <a:cs typeface="MV Boli" panose="02000500030200090000" pitchFamily="2" charset="0"/>
            </a:endParaRPr>
          </a:p>
        </p:txBody>
      </p:sp>
    </p:spTree>
    <p:extLst>
      <p:ext uri="{BB962C8B-B14F-4D97-AF65-F5344CB8AC3E}">
        <p14:creationId xmlns:p14="http://schemas.microsoft.com/office/powerpoint/2010/main" val="613288997"/>
      </p:ext>
    </p:extLst>
  </p:cSld>
  <p:clrMapOvr>
    <a:masterClrMapping/>
  </p:clrMapOvr>
  <mc:AlternateContent xmlns:mc="http://schemas.openxmlformats.org/markup-compatibility/2006" xmlns:p14="http://schemas.microsoft.com/office/powerpoint/2010/main">
    <mc:Choice Requires="p14">
      <p:transition spd="slow" p14:dur="2000" advTm="168769"/>
    </mc:Choice>
    <mc:Fallback xmlns="">
      <p:transition spd="slow" advTm="16876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579D0-D5BE-BC05-B3B3-05E97433F452}"/>
              </a:ext>
            </a:extLst>
          </p:cNvPr>
          <p:cNvSpPr>
            <a:spLocks noGrp="1"/>
          </p:cNvSpPr>
          <p:nvPr>
            <p:ph type="title"/>
          </p:nvPr>
        </p:nvSpPr>
        <p:spPr>
          <a:xfrm>
            <a:off x="1212840" y="1588464"/>
            <a:ext cx="3209544" cy="2862072"/>
          </a:xfrm>
        </p:spPr>
        <p:txBody>
          <a:bodyPr/>
          <a:lstStyle/>
          <a:p>
            <a:r>
              <a:rPr lang="en-US" dirty="0"/>
              <a:t>SOCIAL</a:t>
            </a:r>
          </a:p>
        </p:txBody>
      </p:sp>
      <p:pic>
        <p:nvPicPr>
          <p:cNvPr id="82" name="Picture Placeholder 81" descr="blueprint icon">
            <a:extLst>
              <a:ext uri="{FF2B5EF4-FFF2-40B4-BE49-F238E27FC236}">
                <a16:creationId xmlns:a16="http://schemas.microsoft.com/office/drawing/2014/main" id="{946DCADD-AD38-1B8D-01D3-9FC0FDA5D182}"/>
              </a:ext>
            </a:extLst>
          </p:cNvPr>
          <p:cNvPicPr>
            <a:picLocks noGrp="1" noChangeAspect="1"/>
          </p:cNvPicPr>
          <p:nvPr>
            <p:ph type="pic" sz="quarter" idx="10"/>
          </p:nvPr>
        </p:nvPicPr>
        <p:blipFill rotWithShape="1">
          <a:blip r:embed="rId3"/>
          <a:srcRect/>
          <a:stretch/>
        </p:blipFill>
        <p:spPr/>
      </p:pic>
      <p:sp>
        <p:nvSpPr>
          <p:cNvPr id="8" name="Text Placeholder 7">
            <a:extLst>
              <a:ext uri="{FF2B5EF4-FFF2-40B4-BE49-F238E27FC236}">
                <a16:creationId xmlns:a16="http://schemas.microsoft.com/office/drawing/2014/main" id="{A166C0EF-C5A6-69F2-BCD5-6F3E10322961}"/>
              </a:ext>
            </a:extLst>
          </p:cNvPr>
          <p:cNvSpPr>
            <a:spLocks noGrp="1"/>
          </p:cNvSpPr>
          <p:nvPr>
            <p:ph type="body" sz="quarter" idx="15"/>
          </p:nvPr>
        </p:nvSpPr>
        <p:spPr/>
        <p:txBody>
          <a:bodyPr/>
          <a:lstStyle/>
          <a:p>
            <a:r>
              <a:rPr lang="en-US" dirty="0"/>
              <a:t>Social</a:t>
            </a:r>
          </a:p>
        </p:txBody>
      </p:sp>
      <p:sp>
        <p:nvSpPr>
          <p:cNvPr id="13" name="Text Placeholder 12">
            <a:extLst>
              <a:ext uri="{FF2B5EF4-FFF2-40B4-BE49-F238E27FC236}">
                <a16:creationId xmlns:a16="http://schemas.microsoft.com/office/drawing/2014/main" id="{57A2B835-2EB4-13B7-BE89-EDFBC68B96C3}"/>
              </a:ext>
            </a:extLst>
          </p:cNvPr>
          <p:cNvSpPr>
            <a:spLocks noGrp="1"/>
          </p:cNvSpPr>
          <p:nvPr>
            <p:ph type="body" sz="quarter" idx="20"/>
          </p:nvPr>
        </p:nvSpPr>
        <p:spPr/>
        <p:txBody>
          <a:bodyPr/>
          <a:lstStyle/>
          <a:p>
            <a:endParaRPr lang="en-US" dirty="0"/>
          </a:p>
        </p:txBody>
      </p:sp>
      <p:pic>
        <p:nvPicPr>
          <p:cNvPr id="84" name="Picture Placeholder 83" descr="easel icon">
            <a:extLst>
              <a:ext uri="{FF2B5EF4-FFF2-40B4-BE49-F238E27FC236}">
                <a16:creationId xmlns:a16="http://schemas.microsoft.com/office/drawing/2014/main" id="{62583283-A6AD-B55E-25D4-E6CFB25B8FC2}"/>
              </a:ext>
            </a:extLst>
          </p:cNvPr>
          <p:cNvPicPr>
            <a:picLocks noGrp="1" noChangeAspect="1"/>
          </p:cNvPicPr>
          <p:nvPr>
            <p:ph type="pic" sz="quarter" idx="11"/>
          </p:nvPr>
        </p:nvPicPr>
        <p:blipFill rotWithShape="1">
          <a:blip r:embed="rId4"/>
          <a:srcRect/>
          <a:stretch/>
        </p:blipFill>
        <p:spPr/>
      </p:pic>
      <p:sp>
        <p:nvSpPr>
          <p:cNvPr id="9" name="Text Placeholder 8">
            <a:extLst>
              <a:ext uri="{FF2B5EF4-FFF2-40B4-BE49-F238E27FC236}">
                <a16:creationId xmlns:a16="http://schemas.microsoft.com/office/drawing/2014/main" id="{8A268DA4-D5BC-38AA-54EB-D10668305C7E}"/>
              </a:ext>
            </a:extLst>
          </p:cNvPr>
          <p:cNvSpPr>
            <a:spLocks noGrp="1"/>
          </p:cNvSpPr>
          <p:nvPr>
            <p:ph type="body" sz="quarter" idx="16"/>
          </p:nvPr>
        </p:nvSpPr>
        <p:spPr/>
        <p:txBody>
          <a:bodyPr/>
          <a:lstStyle/>
          <a:p>
            <a:r>
              <a:rPr lang="en-US" dirty="0"/>
              <a:t>Benefiters</a:t>
            </a:r>
          </a:p>
        </p:txBody>
      </p:sp>
      <p:sp>
        <p:nvSpPr>
          <p:cNvPr id="14" name="Text Placeholder 13">
            <a:extLst>
              <a:ext uri="{FF2B5EF4-FFF2-40B4-BE49-F238E27FC236}">
                <a16:creationId xmlns:a16="http://schemas.microsoft.com/office/drawing/2014/main" id="{E798351D-2881-C0EE-6D6D-424E1230A6D4}"/>
              </a:ext>
            </a:extLst>
          </p:cNvPr>
          <p:cNvSpPr>
            <a:spLocks noGrp="1"/>
          </p:cNvSpPr>
          <p:nvPr>
            <p:ph type="body" sz="quarter" idx="21"/>
          </p:nvPr>
        </p:nvSpPr>
        <p:spPr>
          <a:xfrm>
            <a:off x="5785831" y="2172717"/>
            <a:ext cx="6308405" cy="556767"/>
          </a:xfrm>
        </p:spPr>
        <p:txBody>
          <a:bodyPr/>
          <a:lstStyle/>
          <a:p>
            <a:r>
              <a:rPr lang="en-US" dirty="0"/>
              <a:t>People across </a:t>
            </a:r>
            <a:r>
              <a:rPr lang="en-US" dirty="0" err="1"/>
              <a:t>kerala</a:t>
            </a:r>
            <a:r>
              <a:rPr lang="en-US" dirty="0"/>
              <a:t> who are using internet, Also IT experts for job opportunity  </a:t>
            </a:r>
          </a:p>
        </p:txBody>
      </p:sp>
      <p:pic>
        <p:nvPicPr>
          <p:cNvPr id="86" name="Picture Placeholder 85" descr="ruler icon">
            <a:extLst>
              <a:ext uri="{FF2B5EF4-FFF2-40B4-BE49-F238E27FC236}">
                <a16:creationId xmlns:a16="http://schemas.microsoft.com/office/drawing/2014/main" id="{8AEB4AE0-338D-0B9E-025E-3973A1ECDC83}"/>
              </a:ext>
            </a:extLst>
          </p:cNvPr>
          <p:cNvPicPr>
            <a:picLocks noGrp="1" noChangeAspect="1"/>
          </p:cNvPicPr>
          <p:nvPr>
            <p:ph type="pic" sz="quarter" idx="12"/>
          </p:nvPr>
        </p:nvPicPr>
        <p:blipFill rotWithShape="1">
          <a:blip r:embed="rId5"/>
          <a:srcRect/>
          <a:stretch/>
        </p:blipFill>
        <p:spPr>
          <a:xfrm>
            <a:off x="4422384" y="4385056"/>
            <a:ext cx="640080" cy="640080"/>
          </a:xfrm>
        </p:spPr>
      </p:pic>
      <p:sp>
        <p:nvSpPr>
          <p:cNvPr id="10" name="Text Placeholder 9">
            <a:extLst>
              <a:ext uri="{FF2B5EF4-FFF2-40B4-BE49-F238E27FC236}">
                <a16:creationId xmlns:a16="http://schemas.microsoft.com/office/drawing/2014/main" id="{D5589FD6-C049-67E3-0386-55C9E18A5B7F}"/>
              </a:ext>
            </a:extLst>
          </p:cNvPr>
          <p:cNvSpPr>
            <a:spLocks noGrp="1"/>
          </p:cNvSpPr>
          <p:nvPr>
            <p:ph type="body" sz="quarter" idx="17"/>
          </p:nvPr>
        </p:nvSpPr>
        <p:spPr>
          <a:xfrm>
            <a:off x="5849378" y="2737503"/>
            <a:ext cx="3840480" cy="551423"/>
          </a:xfrm>
        </p:spPr>
        <p:txBody>
          <a:bodyPr/>
          <a:lstStyle/>
          <a:p>
            <a:r>
              <a:rPr lang="en-US" dirty="0"/>
              <a:t>Unique</a:t>
            </a:r>
          </a:p>
        </p:txBody>
      </p:sp>
      <p:sp>
        <p:nvSpPr>
          <p:cNvPr id="15" name="Text Placeholder 14">
            <a:extLst>
              <a:ext uri="{FF2B5EF4-FFF2-40B4-BE49-F238E27FC236}">
                <a16:creationId xmlns:a16="http://schemas.microsoft.com/office/drawing/2014/main" id="{A0AE4BAA-4471-F175-A91F-AF7D4D9694F3}"/>
              </a:ext>
            </a:extLst>
          </p:cNvPr>
          <p:cNvSpPr>
            <a:spLocks noGrp="1"/>
          </p:cNvSpPr>
          <p:nvPr>
            <p:ph type="body" sz="quarter" idx="22"/>
          </p:nvPr>
        </p:nvSpPr>
        <p:spPr>
          <a:xfrm>
            <a:off x="5445729" y="2942578"/>
            <a:ext cx="6308405" cy="1068767"/>
          </a:xfrm>
        </p:spPr>
        <p:txBody>
          <a:bodyPr/>
          <a:lstStyle/>
          <a:p>
            <a:r>
              <a:rPr lang="en-US" sz="1500" dirty="0"/>
              <a:t>We are not doing that same mistake which thinks only about awareness. We are giving real world tools designed and crafted for common people but with also awareness. Our tools can be used by the common people them self and find what to do and what is happening without help of no one and time delay 100% proven way</a:t>
            </a:r>
          </a:p>
        </p:txBody>
      </p:sp>
      <p:pic>
        <p:nvPicPr>
          <p:cNvPr id="88" name="Picture Placeholder 87" descr="strategy icon">
            <a:extLst>
              <a:ext uri="{FF2B5EF4-FFF2-40B4-BE49-F238E27FC236}">
                <a16:creationId xmlns:a16="http://schemas.microsoft.com/office/drawing/2014/main" id="{F2E3F8F5-F045-71C9-3C78-9ACF70E19CDC}"/>
              </a:ext>
            </a:extLst>
          </p:cNvPr>
          <p:cNvPicPr>
            <a:picLocks noGrp="1" noChangeAspect="1"/>
          </p:cNvPicPr>
          <p:nvPr>
            <p:ph type="pic" sz="quarter" idx="13"/>
          </p:nvPr>
        </p:nvPicPr>
        <p:blipFill rotWithShape="1">
          <a:blip r:embed="rId6"/>
          <a:srcRect t="476" b="476"/>
          <a:stretch/>
        </p:blipFill>
        <p:spPr>
          <a:xfrm>
            <a:off x="4455524" y="3108960"/>
            <a:ext cx="640080" cy="640080"/>
          </a:xfrm>
        </p:spPr>
      </p:pic>
      <p:sp>
        <p:nvSpPr>
          <p:cNvPr id="11" name="Text Placeholder 10">
            <a:extLst>
              <a:ext uri="{FF2B5EF4-FFF2-40B4-BE49-F238E27FC236}">
                <a16:creationId xmlns:a16="http://schemas.microsoft.com/office/drawing/2014/main" id="{ABEE4168-3FE3-7D58-F903-91FC215BAE4D}"/>
              </a:ext>
            </a:extLst>
          </p:cNvPr>
          <p:cNvSpPr>
            <a:spLocks noGrp="1"/>
          </p:cNvSpPr>
          <p:nvPr>
            <p:ph type="body" sz="quarter" idx="18"/>
          </p:nvPr>
        </p:nvSpPr>
        <p:spPr>
          <a:xfrm>
            <a:off x="5769863" y="4012304"/>
            <a:ext cx="4914702" cy="556767"/>
          </a:xfrm>
        </p:spPr>
        <p:txBody>
          <a:bodyPr/>
          <a:lstStyle/>
          <a:p>
            <a:r>
              <a:rPr lang="en-US" dirty="0"/>
              <a:t>Anyone proposed same Solution</a:t>
            </a:r>
          </a:p>
        </p:txBody>
      </p:sp>
      <p:sp>
        <p:nvSpPr>
          <p:cNvPr id="16" name="Text Placeholder 15">
            <a:extLst>
              <a:ext uri="{FF2B5EF4-FFF2-40B4-BE49-F238E27FC236}">
                <a16:creationId xmlns:a16="http://schemas.microsoft.com/office/drawing/2014/main" id="{A6C25713-E18A-8B65-C9FA-9A00A9CBBA6B}"/>
              </a:ext>
            </a:extLst>
          </p:cNvPr>
          <p:cNvSpPr>
            <a:spLocks noGrp="1"/>
          </p:cNvSpPr>
          <p:nvPr>
            <p:ph type="body" sz="quarter" idx="23"/>
          </p:nvPr>
        </p:nvSpPr>
        <p:spPr>
          <a:xfrm>
            <a:off x="5445729" y="4290688"/>
            <a:ext cx="6308405" cy="696195"/>
          </a:xfrm>
        </p:spPr>
        <p:txBody>
          <a:bodyPr/>
          <a:lstStyle/>
          <a:p>
            <a:r>
              <a:rPr lang="en-US" dirty="0"/>
              <a:t>In the internet third party tools are available but that is uses complex language hard to understand even It professional ,Most of them are fake , Every tools are  on </a:t>
            </a:r>
            <a:r>
              <a:rPr lang="en-US" dirty="0" err="1"/>
              <a:t>anpther</a:t>
            </a:r>
            <a:r>
              <a:rPr lang="en-US" dirty="0"/>
              <a:t> and another platforms so hard to reach and know but we created every thing in one place</a:t>
            </a:r>
          </a:p>
          <a:p>
            <a:endParaRPr lang="en-US" dirty="0"/>
          </a:p>
        </p:txBody>
      </p:sp>
      <p:pic>
        <p:nvPicPr>
          <p:cNvPr id="90" name="Picture Placeholder 89" descr="airplane icon">
            <a:extLst>
              <a:ext uri="{FF2B5EF4-FFF2-40B4-BE49-F238E27FC236}">
                <a16:creationId xmlns:a16="http://schemas.microsoft.com/office/drawing/2014/main" id="{B6EFDE8D-973A-9009-9237-3CDC19C43D60}"/>
              </a:ext>
            </a:extLst>
          </p:cNvPr>
          <p:cNvPicPr>
            <a:picLocks noGrp="1" noChangeAspect="1"/>
          </p:cNvPicPr>
          <p:nvPr>
            <p:ph type="pic" sz="quarter" idx="14"/>
          </p:nvPr>
        </p:nvPicPr>
        <p:blipFill rotWithShape="1">
          <a:blip r:embed="rId7"/>
          <a:srcRect/>
          <a:stretch/>
        </p:blipFill>
        <p:spPr/>
      </p:pic>
      <p:sp>
        <p:nvSpPr>
          <p:cNvPr id="12" name="Text Placeholder 11">
            <a:extLst>
              <a:ext uri="{FF2B5EF4-FFF2-40B4-BE49-F238E27FC236}">
                <a16:creationId xmlns:a16="http://schemas.microsoft.com/office/drawing/2014/main" id="{BC99BB05-2464-9628-4AF6-F75298B4B89E}"/>
              </a:ext>
            </a:extLst>
          </p:cNvPr>
          <p:cNvSpPr>
            <a:spLocks noGrp="1"/>
          </p:cNvSpPr>
          <p:nvPr>
            <p:ph type="body" sz="quarter" idx="19"/>
          </p:nvPr>
        </p:nvSpPr>
        <p:spPr>
          <a:xfrm>
            <a:off x="5769864" y="5395977"/>
            <a:ext cx="3840480" cy="556767"/>
          </a:xfrm>
        </p:spPr>
        <p:txBody>
          <a:bodyPr/>
          <a:lstStyle/>
          <a:p>
            <a:r>
              <a:rPr lang="en-US" dirty="0"/>
              <a:t>Is we </a:t>
            </a:r>
            <a:r>
              <a:rPr lang="en-US" dirty="0" err="1"/>
              <a:t>implimented</a:t>
            </a:r>
            <a:endParaRPr lang="en-US" dirty="0"/>
          </a:p>
        </p:txBody>
      </p:sp>
      <p:sp>
        <p:nvSpPr>
          <p:cNvPr id="17" name="Text Placeholder 16">
            <a:extLst>
              <a:ext uri="{FF2B5EF4-FFF2-40B4-BE49-F238E27FC236}">
                <a16:creationId xmlns:a16="http://schemas.microsoft.com/office/drawing/2014/main" id="{2EB94B1B-FC15-3A7B-A562-06B6F366B340}"/>
              </a:ext>
            </a:extLst>
          </p:cNvPr>
          <p:cNvSpPr>
            <a:spLocks noGrp="1"/>
          </p:cNvSpPr>
          <p:nvPr>
            <p:ph type="body" sz="quarter" idx="24"/>
          </p:nvPr>
        </p:nvSpPr>
        <p:spPr>
          <a:xfrm>
            <a:off x="5606091" y="5675320"/>
            <a:ext cx="5660136" cy="556768"/>
          </a:xfrm>
        </p:spPr>
        <p:txBody>
          <a:bodyPr/>
          <a:lstStyle/>
          <a:p>
            <a:r>
              <a:rPr lang="en-US" dirty="0"/>
              <a:t>We are implemented free version. In </a:t>
            </a:r>
            <a:r>
              <a:rPr lang="en-US" dirty="0">
                <a:hlinkClick r:id="rId8"/>
              </a:rPr>
              <a:t>https://kavalkaran.github.io/redict</a:t>
            </a:r>
            <a:endParaRPr lang="en-US" dirty="0"/>
          </a:p>
          <a:p>
            <a:r>
              <a:rPr lang="en-US" dirty="0"/>
              <a:t>Public opensource code in </a:t>
            </a:r>
            <a:r>
              <a:rPr lang="en-US" dirty="0" err="1"/>
              <a:t>Github</a:t>
            </a:r>
            <a:endParaRPr lang="en-US" dirty="0"/>
          </a:p>
        </p:txBody>
      </p:sp>
    </p:spTree>
    <p:extLst>
      <p:ext uri="{BB962C8B-B14F-4D97-AF65-F5344CB8AC3E}">
        <p14:creationId xmlns:p14="http://schemas.microsoft.com/office/powerpoint/2010/main" val="866533554"/>
      </p:ext>
    </p:extLst>
  </p:cSld>
  <p:clrMapOvr>
    <a:masterClrMapping/>
  </p:clrMapOvr>
  <mc:AlternateContent xmlns:mc="http://schemas.openxmlformats.org/markup-compatibility/2006" xmlns:p14="http://schemas.microsoft.com/office/powerpoint/2010/main">
    <mc:Choice Requires="p14">
      <p:transition spd="slow" p14:dur="2000" advTm="138860"/>
    </mc:Choice>
    <mc:Fallback xmlns="">
      <p:transition spd="slow" advTm="13886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F8D91A0-D8E5-F55D-D197-223A7A3A0E37}"/>
              </a:ext>
            </a:extLst>
          </p:cNvPr>
          <p:cNvSpPr>
            <a:spLocks noGrp="1"/>
          </p:cNvSpPr>
          <p:nvPr>
            <p:ph type="sldNum" sz="quarter" idx="12"/>
          </p:nvPr>
        </p:nvSpPr>
        <p:spPr/>
        <p:txBody>
          <a:bodyPr/>
          <a:lstStyle/>
          <a:p>
            <a:fld id="{8D0AFDD5-844D-364D-8AEC-50CF4D36D55D}" type="slidenum">
              <a:rPr lang="en-US" noProof="0" smtClean="0"/>
              <a:pPr/>
              <a:t>5</a:t>
            </a:fld>
            <a:endParaRPr lang="en-US" noProof="0" dirty="0"/>
          </a:p>
        </p:txBody>
      </p:sp>
      <p:sp>
        <p:nvSpPr>
          <p:cNvPr id="6" name="TextBox 5">
            <a:extLst>
              <a:ext uri="{FF2B5EF4-FFF2-40B4-BE49-F238E27FC236}">
                <a16:creationId xmlns:a16="http://schemas.microsoft.com/office/drawing/2014/main" id="{AD77DA49-E12E-82DA-0B0F-339BDC8F0690}"/>
              </a:ext>
            </a:extLst>
          </p:cNvPr>
          <p:cNvSpPr txBox="1"/>
          <p:nvPr/>
        </p:nvSpPr>
        <p:spPr>
          <a:xfrm>
            <a:off x="5344998" y="131975"/>
            <a:ext cx="4701928" cy="707886"/>
          </a:xfrm>
          <a:prstGeom prst="rect">
            <a:avLst/>
          </a:prstGeom>
          <a:noFill/>
        </p:spPr>
        <p:txBody>
          <a:bodyPr wrap="none" rtlCol="0">
            <a:spAutoFit/>
          </a:bodyPr>
          <a:lstStyle/>
          <a:p>
            <a:r>
              <a:rPr lang="en-IN" sz="4000" b="1" dirty="0">
                <a:latin typeface="MV Boli" panose="02000500030200090000" pitchFamily="2" charset="0"/>
                <a:cs typeface="MV Boli" panose="02000500030200090000" pitchFamily="2" charset="0"/>
              </a:rPr>
              <a:t>PROJECT STATUS</a:t>
            </a:r>
          </a:p>
        </p:txBody>
      </p:sp>
      <p:sp>
        <p:nvSpPr>
          <p:cNvPr id="7" name="TextBox 6">
            <a:extLst>
              <a:ext uri="{FF2B5EF4-FFF2-40B4-BE49-F238E27FC236}">
                <a16:creationId xmlns:a16="http://schemas.microsoft.com/office/drawing/2014/main" id="{42A99386-8BD7-2326-F42D-5D09C4D33C62}"/>
              </a:ext>
            </a:extLst>
          </p:cNvPr>
          <p:cNvSpPr txBox="1"/>
          <p:nvPr/>
        </p:nvSpPr>
        <p:spPr>
          <a:xfrm>
            <a:off x="5493646" y="1490008"/>
            <a:ext cx="5524269" cy="1938992"/>
          </a:xfrm>
          <a:prstGeom prst="rect">
            <a:avLst/>
          </a:prstGeom>
          <a:noFill/>
        </p:spPr>
        <p:txBody>
          <a:bodyPr wrap="none" rtlCol="0">
            <a:spAutoFit/>
          </a:bodyPr>
          <a:lstStyle/>
          <a:p>
            <a:r>
              <a:rPr lang="en-IN" sz="2400" dirty="0">
                <a:latin typeface="MV Boli" panose="02000500030200090000" pitchFamily="2" charset="0"/>
                <a:cs typeface="MV Boli" panose="02000500030200090000" pitchFamily="2" charset="0"/>
              </a:rPr>
              <a:t>Now the free version with all the</a:t>
            </a:r>
          </a:p>
          <a:p>
            <a:r>
              <a:rPr lang="en-IN" sz="2400" dirty="0">
                <a:latin typeface="MV Boli" panose="02000500030200090000" pitchFamily="2" charset="0"/>
                <a:cs typeface="MV Boli" panose="02000500030200090000" pitchFamily="2" charset="0"/>
              </a:rPr>
              <a:t> features is available but we </a:t>
            </a:r>
          </a:p>
          <a:p>
            <a:r>
              <a:rPr lang="en-IN" sz="2400" dirty="0">
                <a:latin typeface="MV Boli" panose="02000500030200090000" pitchFamily="2" charset="0"/>
                <a:cs typeface="MV Boli" panose="02000500030200090000" pitchFamily="2" charset="0"/>
              </a:rPr>
              <a:t>are not ready stop the development</a:t>
            </a:r>
          </a:p>
          <a:p>
            <a:r>
              <a:rPr lang="en-IN" sz="2400" dirty="0">
                <a:latin typeface="MV Boli" panose="02000500030200090000" pitchFamily="2" charset="0"/>
                <a:cs typeface="MV Boli" panose="02000500030200090000" pitchFamily="2" charset="0"/>
              </a:rPr>
              <a:t>the paid version is coming and</a:t>
            </a:r>
          </a:p>
          <a:p>
            <a:r>
              <a:rPr lang="en-IN" sz="2400" dirty="0">
                <a:latin typeface="MV Boli" panose="02000500030200090000" pitchFamily="2" charset="0"/>
                <a:cs typeface="MV Boli" panose="02000500030200090000" pitchFamily="2" charset="0"/>
              </a:rPr>
              <a:t> capable to launch In 1 or 2 months</a:t>
            </a:r>
          </a:p>
        </p:txBody>
      </p:sp>
    </p:spTree>
    <p:extLst>
      <p:ext uri="{BB962C8B-B14F-4D97-AF65-F5344CB8AC3E}">
        <p14:creationId xmlns:p14="http://schemas.microsoft.com/office/powerpoint/2010/main" val="3334357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BAE0D-D5DD-E20A-193B-1E008EC4EF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E51EB3-772E-95BE-51B9-819EC27771FA}"/>
              </a:ext>
            </a:extLst>
          </p:cNvPr>
          <p:cNvSpPr>
            <a:spLocks noGrp="1"/>
          </p:cNvSpPr>
          <p:nvPr>
            <p:ph type="title"/>
          </p:nvPr>
        </p:nvSpPr>
        <p:spPr>
          <a:xfrm>
            <a:off x="89452" y="347871"/>
            <a:ext cx="4263887" cy="5724938"/>
          </a:xfrm>
        </p:spPr>
        <p:txBody>
          <a:bodyPr/>
          <a:lstStyle/>
          <a:p>
            <a:r>
              <a:rPr lang="en-US" b="1" dirty="0">
                <a:solidFill>
                  <a:srgbClr val="011993"/>
                </a:solidFill>
                <a:latin typeface="Monotype Corsiva" panose="03010101010201010101" pitchFamily="66" charset="0"/>
                <a:ea typeface="Belleza"/>
                <a:cs typeface="Belleza"/>
                <a:sym typeface="Belleza"/>
              </a:rPr>
              <a:t>Voice of Stakeholder </a:t>
            </a:r>
            <a:r>
              <a:rPr lang="en-US" b="1" dirty="0">
                <a:solidFill>
                  <a:srgbClr val="011993"/>
                </a:solidFill>
                <a:latin typeface="Monotype Corsiva" panose="03010101010201010101" pitchFamily="66" charset="0"/>
                <a:ea typeface="MS UI Gothic" panose="020B0600070205080204" pitchFamily="34" charset="-128"/>
                <a:cs typeface="Belleza"/>
                <a:sym typeface="Belleza"/>
              </a:rPr>
              <a:t>Survey</a:t>
            </a:r>
            <a:r>
              <a:rPr lang="en-US" b="1" dirty="0">
                <a:solidFill>
                  <a:srgbClr val="011993"/>
                </a:solidFill>
                <a:latin typeface="Monotype Corsiva" panose="03010101010201010101" pitchFamily="66" charset="0"/>
                <a:ea typeface="Belleza"/>
                <a:cs typeface="Belleza"/>
                <a:sym typeface="Belleza"/>
              </a:rPr>
              <a:t> </a:t>
            </a:r>
            <a:endParaRPr lang="en-US" dirty="0">
              <a:latin typeface="Monotype Corsiva" panose="03010101010201010101" pitchFamily="66" charset="0"/>
            </a:endParaRPr>
          </a:p>
        </p:txBody>
      </p:sp>
      <p:pic>
        <p:nvPicPr>
          <p:cNvPr id="82" name="Picture Placeholder 81" descr="blueprint icon">
            <a:extLst>
              <a:ext uri="{FF2B5EF4-FFF2-40B4-BE49-F238E27FC236}">
                <a16:creationId xmlns:a16="http://schemas.microsoft.com/office/drawing/2014/main" id="{36D64F2D-B09D-8B49-301F-37F84B8373F2}"/>
              </a:ext>
            </a:extLst>
          </p:cNvPr>
          <p:cNvPicPr>
            <a:picLocks noGrp="1" noChangeAspect="1"/>
          </p:cNvPicPr>
          <p:nvPr>
            <p:ph type="pic" sz="quarter" idx="10"/>
          </p:nvPr>
        </p:nvPicPr>
        <p:blipFill rotWithShape="1">
          <a:blip r:embed="rId3"/>
          <a:srcRect/>
          <a:stretch/>
        </p:blipFill>
        <p:spPr>
          <a:xfrm>
            <a:off x="4420549" y="1685340"/>
            <a:ext cx="640080" cy="640080"/>
          </a:xfrm>
        </p:spPr>
      </p:pic>
      <p:sp>
        <p:nvSpPr>
          <p:cNvPr id="8" name="Text Placeholder 7">
            <a:extLst>
              <a:ext uri="{FF2B5EF4-FFF2-40B4-BE49-F238E27FC236}">
                <a16:creationId xmlns:a16="http://schemas.microsoft.com/office/drawing/2014/main" id="{F7B681C8-48D1-A78D-5854-8604614FF6D2}"/>
              </a:ext>
            </a:extLst>
          </p:cNvPr>
          <p:cNvSpPr>
            <a:spLocks noGrp="1"/>
          </p:cNvSpPr>
          <p:nvPr>
            <p:ph type="body" sz="quarter" idx="15"/>
          </p:nvPr>
        </p:nvSpPr>
        <p:spPr/>
        <p:txBody>
          <a:bodyPr/>
          <a:lstStyle/>
          <a:p>
            <a:r>
              <a:rPr lang="en-US" dirty="0"/>
              <a:t>Stakeholder</a:t>
            </a:r>
          </a:p>
        </p:txBody>
      </p:sp>
      <p:sp>
        <p:nvSpPr>
          <p:cNvPr id="13" name="Text Placeholder 12">
            <a:extLst>
              <a:ext uri="{FF2B5EF4-FFF2-40B4-BE49-F238E27FC236}">
                <a16:creationId xmlns:a16="http://schemas.microsoft.com/office/drawing/2014/main" id="{9D84F1E7-1AF3-8713-19AD-2401F0B9D1E7}"/>
              </a:ext>
            </a:extLst>
          </p:cNvPr>
          <p:cNvSpPr>
            <a:spLocks noGrp="1"/>
          </p:cNvSpPr>
          <p:nvPr>
            <p:ph type="body" sz="quarter" idx="20"/>
          </p:nvPr>
        </p:nvSpPr>
        <p:spPr/>
        <p:txBody>
          <a:bodyPr/>
          <a:lstStyle/>
          <a:p>
            <a:r>
              <a:rPr lang="en-US" dirty="0"/>
              <a:t>Common people In </a:t>
            </a:r>
            <a:r>
              <a:rPr lang="en-US" dirty="0" err="1"/>
              <a:t>kerala</a:t>
            </a:r>
            <a:r>
              <a:rPr lang="en-US" dirty="0"/>
              <a:t> , IT experts , </a:t>
            </a:r>
          </a:p>
        </p:txBody>
      </p:sp>
      <p:pic>
        <p:nvPicPr>
          <p:cNvPr id="84" name="Picture Placeholder 83" descr="easel icon">
            <a:extLst>
              <a:ext uri="{FF2B5EF4-FFF2-40B4-BE49-F238E27FC236}">
                <a16:creationId xmlns:a16="http://schemas.microsoft.com/office/drawing/2014/main" id="{51FA16EB-F247-D40A-CBFF-5282B14F4728}"/>
              </a:ext>
            </a:extLst>
          </p:cNvPr>
          <p:cNvPicPr>
            <a:picLocks noGrp="1" noChangeAspect="1"/>
          </p:cNvPicPr>
          <p:nvPr>
            <p:ph type="pic" sz="quarter" idx="11"/>
          </p:nvPr>
        </p:nvPicPr>
        <p:blipFill rotWithShape="1">
          <a:blip r:embed="rId4"/>
          <a:srcRect/>
          <a:stretch/>
        </p:blipFill>
        <p:spPr>
          <a:xfrm>
            <a:off x="4455524" y="454423"/>
            <a:ext cx="640080" cy="640080"/>
          </a:xfrm>
        </p:spPr>
      </p:pic>
      <p:sp>
        <p:nvSpPr>
          <p:cNvPr id="9" name="Text Placeholder 8">
            <a:extLst>
              <a:ext uri="{FF2B5EF4-FFF2-40B4-BE49-F238E27FC236}">
                <a16:creationId xmlns:a16="http://schemas.microsoft.com/office/drawing/2014/main" id="{B50FAB50-347A-E704-0FBB-6EDCDF0A4FDC}"/>
              </a:ext>
            </a:extLst>
          </p:cNvPr>
          <p:cNvSpPr>
            <a:spLocks noGrp="1"/>
          </p:cNvSpPr>
          <p:nvPr>
            <p:ph type="body" sz="quarter" idx="16"/>
          </p:nvPr>
        </p:nvSpPr>
        <p:spPr>
          <a:xfrm>
            <a:off x="5769864" y="1555848"/>
            <a:ext cx="3840480" cy="528984"/>
          </a:xfrm>
        </p:spPr>
        <p:txBody>
          <a:bodyPr/>
          <a:lstStyle/>
          <a:p>
            <a:r>
              <a:rPr lang="en-US" dirty="0"/>
              <a:t>Google form - survey</a:t>
            </a:r>
          </a:p>
        </p:txBody>
      </p:sp>
      <p:sp>
        <p:nvSpPr>
          <p:cNvPr id="14" name="Text Placeholder 13">
            <a:extLst>
              <a:ext uri="{FF2B5EF4-FFF2-40B4-BE49-F238E27FC236}">
                <a16:creationId xmlns:a16="http://schemas.microsoft.com/office/drawing/2014/main" id="{A0504E5B-D28F-7B02-57CC-6FD882F8F440}"/>
              </a:ext>
            </a:extLst>
          </p:cNvPr>
          <p:cNvSpPr>
            <a:spLocks noGrp="1"/>
          </p:cNvSpPr>
          <p:nvPr>
            <p:ph type="body" sz="quarter" idx="21"/>
          </p:nvPr>
        </p:nvSpPr>
        <p:spPr>
          <a:xfrm>
            <a:off x="5769863" y="1879290"/>
            <a:ext cx="5660138" cy="528984"/>
          </a:xfrm>
        </p:spPr>
        <p:txBody>
          <a:bodyPr/>
          <a:lstStyle/>
          <a:p>
            <a:r>
              <a:rPr lang="en-US" dirty="0"/>
              <a:t>We are conducted a google form survey after launching the free version in internet (Document )</a:t>
            </a:r>
          </a:p>
        </p:txBody>
      </p:sp>
      <p:pic>
        <p:nvPicPr>
          <p:cNvPr id="86" name="Picture Placeholder 85" descr="ruler icon">
            <a:extLst>
              <a:ext uri="{FF2B5EF4-FFF2-40B4-BE49-F238E27FC236}">
                <a16:creationId xmlns:a16="http://schemas.microsoft.com/office/drawing/2014/main" id="{CAF8B780-904B-3C45-05F5-A552E9A4F17C}"/>
              </a:ext>
            </a:extLst>
          </p:cNvPr>
          <p:cNvPicPr>
            <a:picLocks noGrp="1" noChangeAspect="1"/>
          </p:cNvPicPr>
          <p:nvPr>
            <p:ph type="pic" sz="quarter" idx="12"/>
          </p:nvPr>
        </p:nvPicPr>
        <p:blipFill rotWithShape="1">
          <a:blip r:embed="rId5"/>
          <a:srcRect/>
          <a:stretch/>
        </p:blipFill>
        <p:spPr/>
      </p:pic>
      <p:sp>
        <p:nvSpPr>
          <p:cNvPr id="10" name="Text Placeholder 9">
            <a:extLst>
              <a:ext uri="{FF2B5EF4-FFF2-40B4-BE49-F238E27FC236}">
                <a16:creationId xmlns:a16="http://schemas.microsoft.com/office/drawing/2014/main" id="{A68672F9-537E-08DE-78C6-6A8F70502EDA}"/>
              </a:ext>
            </a:extLst>
          </p:cNvPr>
          <p:cNvSpPr>
            <a:spLocks noGrp="1"/>
          </p:cNvSpPr>
          <p:nvPr>
            <p:ph type="body" sz="quarter" idx="17"/>
          </p:nvPr>
        </p:nvSpPr>
        <p:spPr>
          <a:xfrm>
            <a:off x="5769864" y="2822713"/>
            <a:ext cx="3840480" cy="551423"/>
          </a:xfrm>
        </p:spPr>
        <p:txBody>
          <a:bodyPr/>
          <a:lstStyle/>
          <a:p>
            <a:r>
              <a:rPr lang="en-US" dirty="0"/>
              <a:t>	Expert feedbacks</a:t>
            </a:r>
          </a:p>
        </p:txBody>
      </p:sp>
      <p:sp>
        <p:nvSpPr>
          <p:cNvPr id="15" name="Text Placeholder 14">
            <a:extLst>
              <a:ext uri="{FF2B5EF4-FFF2-40B4-BE49-F238E27FC236}">
                <a16:creationId xmlns:a16="http://schemas.microsoft.com/office/drawing/2014/main" id="{D0B52298-8123-3EEF-5306-7BE89C100258}"/>
              </a:ext>
            </a:extLst>
          </p:cNvPr>
          <p:cNvSpPr>
            <a:spLocks noGrp="1"/>
          </p:cNvSpPr>
          <p:nvPr>
            <p:ph type="body" sz="quarter" idx="22"/>
          </p:nvPr>
        </p:nvSpPr>
        <p:spPr>
          <a:xfrm>
            <a:off x="5769864" y="3146155"/>
            <a:ext cx="5029200" cy="769862"/>
          </a:xfrm>
        </p:spPr>
        <p:txBody>
          <a:bodyPr/>
          <a:lstStyle/>
          <a:p>
            <a:r>
              <a:rPr lang="en-US" dirty="0"/>
              <a:t>We collected feedback from an Ethical Hacker about this idea – Name can’t be </a:t>
            </a:r>
            <a:r>
              <a:rPr lang="en-IN" dirty="0"/>
              <a:t>revealable. He says the translation is needed for Non-</a:t>
            </a:r>
            <a:r>
              <a:rPr lang="en-IN" dirty="0" err="1"/>
              <a:t>kerala</a:t>
            </a:r>
            <a:r>
              <a:rPr lang="en-IN" dirty="0"/>
              <a:t> users and Tech experts. (We will </a:t>
            </a:r>
            <a:r>
              <a:rPr lang="en-IN" dirty="0" err="1"/>
              <a:t>definitally</a:t>
            </a:r>
            <a:r>
              <a:rPr lang="en-IN" dirty="0"/>
              <a:t> do that)</a:t>
            </a:r>
            <a:endParaRPr lang="en-US" dirty="0"/>
          </a:p>
        </p:txBody>
      </p:sp>
      <p:pic>
        <p:nvPicPr>
          <p:cNvPr id="88" name="Picture Placeholder 87" descr="strategy icon">
            <a:extLst>
              <a:ext uri="{FF2B5EF4-FFF2-40B4-BE49-F238E27FC236}">
                <a16:creationId xmlns:a16="http://schemas.microsoft.com/office/drawing/2014/main" id="{E16999DB-B6F3-E95D-DD03-9E0A4FD581D0}"/>
              </a:ext>
            </a:extLst>
          </p:cNvPr>
          <p:cNvPicPr>
            <a:picLocks noGrp="1" noChangeAspect="1"/>
          </p:cNvPicPr>
          <p:nvPr>
            <p:ph type="pic" sz="quarter" idx="13"/>
          </p:nvPr>
        </p:nvPicPr>
        <p:blipFill rotWithShape="1">
          <a:blip r:embed="rId6"/>
          <a:srcRect t="476" b="476"/>
          <a:stretch/>
        </p:blipFill>
        <p:spPr>
          <a:xfrm>
            <a:off x="4455524" y="4318240"/>
            <a:ext cx="640080" cy="640080"/>
          </a:xfrm>
        </p:spPr>
      </p:pic>
      <p:sp>
        <p:nvSpPr>
          <p:cNvPr id="11" name="Text Placeholder 10">
            <a:extLst>
              <a:ext uri="{FF2B5EF4-FFF2-40B4-BE49-F238E27FC236}">
                <a16:creationId xmlns:a16="http://schemas.microsoft.com/office/drawing/2014/main" id="{4E3945C7-8F75-FBE1-7EB6-D8BCECA8D9FE}"/>
              </a:ext>
            </a:extLst>
          </p:cNvPr>
          <p:cNvSpPr>
            <a:spLocks noGrp="1"/>
          </p:cNvSpPr>
          <p:nvPr>
            <p:ph type="body" sz="quarter" idx="18"/>
          </p:nvPr>
        </p:nvSpPr>
        <p:spPr>
          <a:xfrm>
            <a:off x="5769863" y="4106673"/>
            <a:ext cx="4914702" cy="556767"/>
          </a:xfrm>
        </p:spPr>
        <p:txBody>
          <a:bodyPr/>
          <a:lstStyle/>
          <a:p>
            <a:endParaRPr lang="en-US" dirty="0"/>
          </a:p>
        </p:txBody>
      </p:sp>
      <p:sp>
        <p:nvSpPr>
          <p:cNvPr id="16" name="Text Placeholder 15">
            <a:extLst>
              <a:ext uri="{FF2B5EF4-FFF2-40B4-BE49-F238E27FC236}">
                <a16:creationId xmlns:a16="http://schemas.microsoft.com/office/drawing/2014/main" id="{BDB1FB28-A263-61F3-E1C8-4355CC43CB49}"/>
              </a:ext>
            </a:extLst>
          </p:cNvPr>
          <p:cNvSpPr>
            <a:spLocks noGrp="1"/>
          </p:cNvSpPr>
          <p:nvPr>
            <p:ph type="body" sz="quarter" idx="23"/>
          </p:nvPr>
        </p:nvSpPr>
        <p:spPr>
          <a:xfrm>
            <a:off x="5769864" y="4430115"/>
            <a:ext cx="5029200" cy="556767"/>
          </a:xfrm>
        </p:spPr>
        <p:txBody>
          <a:bodyPr/>
          <a:lstStyle/>
          <a:p>
            <a:endParaRPr lang="en-US" dirty="0"/>
          </a:p>
        </p:txBody>
      </p:sp>
      <p:pic>
        <p:nvPicPr>
          <p:cNvPr id="90" name="Picture Placeholder 89" descr="airplane icon">
            <a:extLst>
              <a:ext uri="{FF2B5EF4-FFF2-40B4-BE49-F238E27FC236}">
                <a16:creationId xmlns:a16="http://schemas.microsoft.com/office/drawing/2014/main" id="{F20E1241-E716-396A-0625-BBFB55A2BFAB}"/>
              </a:ext>
            </a:extLst>
          </p:cNvPr>
          <p:cNvPicPr>
            <a:picLocks noGrp="1" noChangeAspect="1"/>
          </p:cNvPicPr>
          <p:nvPr>
            <p:ph type="pic" sz="quarter" idx="14"/>
          </p:nvPr>
        </p:nvPicPr>
        <p:blipFill rotWithShape="1">
          <a:blip r:embed="rId7"/>
          <a:srcRect/>
          <a:stretch/>
        </p:blipFill>
        <p:spPr/>
      </p:pic>
      <p:sp>
        <p:nvSpPr>
          <p:cNvPr id="12" name="Text Placeholder 11">
            <a:extLst>
              <a:ext uri="{FF2B5EF4-FFF2-40B4-BE49-F238E27FC236}">
                <a16:creationId xmlns:a16="http://schemas.microsoft.com/office/drawing/2014/main" id="{8B30ED43-4770-9675-4542-2672F36C4BE8}"/>
              </a:ext>
            </a:extLst>
          </p:cNvPr>
          <p:cNvSpPr>
            <a:spLocks noGrp="1"/>
          </p:cNvSpPr>
          <p:nvPr>
            <p:ph type="body" sz="quarter" idx="19"/>
          </p:nvPr>
        </p:nvSpPr>
        <p:spPr>
          <a:xfrm>
            <a:off x="5769864" y="5395977"/>
            <a:ext cx="3840480" cy="556767"/>
          </a:xfrm>
        </p:spPr>
        <p:txBody>
          <a:bodyPr/>
          <a:lstStyle/>
          <a:p>
            <a:endParaRPr lang="en-US" dirty="0"/>
          </a:p>
        </p:txBody>
      </p:sp>
      <p:sp>
        <p:nvSpPr>
          <p:cNvPr id="17" name="Text Placeholder 16">
            <a:extLst>
              <a:ext uri="{FF2B5EF4-FFF2-40B4-BE49-F238E27FC236}">
                <a16:creationId xmlns:a16="http://schemas.microsoft.com/office/drawing/2014/main" id="{03367512-F3C3-462A-A6BC-66B7A9BF7B20}"/>
              </a:ext>
            </a:extLst>
          </p:cNvPr>
          <p:cNvSpPr>
            <a:spLocks noGrp="1"/>
          </p:cNvSpPr>
          <p:nvPr>
            <p:ph type="body" sz="quarter" idx="24"/>
          </p:nvPr>
        </p:nvSpPr>
        <p:spPr>
          <a:xfrm>
            <a:off x="5769864" y="5719419"/>
            <a:ext cx="5660136" cy="681381"/>
          </a:xfrm>
        </p:spPr>
        <p:txBody>
          <a:bodyPr/>
          <a:lstStyle/>
          <a:p>
            <a:endParaRPr lang="en-US" dirty="0"/>
          </a:p>
        </p:txBody>
      </p:sp>
    </p:spTree>
    <p:extLst>
      <p:ext uri="{BB962C8B-B14F-4D97-AF65-F5344CB8AC3E}">
        <p14:creationId xmlns:p14="http://schemas.microsoft.com/office/powerpoint/2010/main" val="268075495"/>
      </p:ext>
    </p:extLst>
  </p:cSld>
  <p:clrMapOvr>
    <a:masterClrMapping/>
  </p:clrMapOvr>
  <mc:AlternateContent xmlns:mc="http://schemas.openxmlformats.org/markup-compatibility/2006" xmlns:p14="http://schemas.microsoft.com/office/powerpoint/2010/main">
    <mc:Choice Requires="p14">
      <p:transition spd="slow" p14:dur="2000" advTm="75023"/>
    </mc:Choice>
    <mc:Fallback xmlns="">
      <p:transition spd="slow" advTm="75023"/>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42DCA2-708F-AEEE-F728-6D254CB9724B}"/>
              </a:ext>
            </a:extLst>
          </p:cNvPr>
          <p:cNvSpPr>
            <a:spLocks noGrp="1"/>
          </p:cNvSpPr>
          <p:nvPr>
            <p:ph type="sldNum" sz="quarter" idx="12"/>
          </p:nvPr>
        </p:nvSpPr>
        <p:spPr/>
        <p:txBody>
          <a:bodyPr/>
          <a:lstStyle/>
          <a:p>
            <a:fld id="{8D0AFDD5-844D-364D-8AEC-50CF4D36D55D}" type="slidenum">
              <a:rPr lang="en-US" noProof="0" smtClean="0"/>
              <a:t>7</a:t>
            </a:fld>
            <a:endParaRPr lang="en-US" noProof="0" dirty="0"/>
          </a:p>
        </p:txBody>
      </p:sp>
      <p:sp>
        <p:nvSpPr>
          <p:cNvPr id="4" name="Date Placeholder 3">
            <a:extLst>
              <a:ext uri="{FF2B5EF4-FFF2-40B4-BE49-F238E27FC236}">
                <a16:creationId xmlns:a16="http://schemas.microsoft.com/office/drawing/2014/main" id="{159C21A9-FD21-A11A-6842-E950BD13E39B}"/>
              </a:ext>
            </a:extLst>
          </p:cNvPr>
          <p:cNvSpPr>
            <a:spLocks noGrp="1"/>
          </p:cNvSpPr>
          <p:nvPr>
            <p:ph type="dt" sz="half" idx="10"/>
          </p:nvPr>
        </p:nvSpPr>
        <p:spPr/>
        <p:txBody>
          <a:bodyPr/>
          <a:lstStyle/>
          <a:p>
            <a:r>
              <a:rPr lang="en-US" noProof="0"/>
              <a:t>20XX</a:t>
            </a:r>
            <a:endParaRPr lang="en-US" noProof="0" dirty="0"/>
          </a:p>
        </p:txBody>
      </p:sp>
      <p:pic>
        <p:nvPicPr>
          <p:cNvPr id="9" name="Picture 8">
            <a:extLst>
              <a:ext uri="{FF2B5EF4-FFF2-40B4-BE49-F238E27FC236}">
                <a16:creationId xmlns:a16="http://schemas.microsoft.com/office/drawing/2014/main" id="{0E38661C-0AF5-9746-C398-828F2BF7F5BF}"/>
              </a:ext>
            </a:extLst>
          </p:cNvPr>
          <p:cNvPicPr>
            <a:picLocks noChangeAspect="1"/>
          </p:cNvPicPr>
          <p:nvPr/>
        </p:nvPicPr>
        <p:blipFill>
          <a:blip r:embed="rId2"/>
          <a:stretch>
            <a:fillRect/>
          </a:stretch>
        </p:blipFill>
        <p:spPr>
          <a:xfrm>
            <a:off x="0" y="126401"/>
            <a:ext cx="12192000" cy="4120415"/>
          </a:xfrm>
          <a:prstGeom prst="rect">
            <a:avLst/>
          </a:prstGeom>
        </p:spPr>
      </p:pic>
      <p:sp>
        <p:nvSpPr>
          <p:cNvPr id="10" name="TextBox 9">
            <a:extLst>
              <a:ext uri="{FF2B5EF4-FFF2-40B4-BE49-F238E27FC236}">
                <a16:creationId xmlns:a16="http://schemas.microsoft.com/office/drawing/2014/main" id="{42997BAC-1353-D503-78C4-47721075C56E}"/>
              </a:ext>
            </a:extLst>
          </p:cNvPr>
          <p:cNvSpPr txBox="1"/>
          <p:nvPr/>
        </p:nvSpPr>
        <p:spPr>
          <a:xfrm>
            <a:off x="3866323" y="5068957"/>
            <a:ext cx="7135432" cy="369332"/>
          </a:xfrm>
          <a:prstGeom prst="rect">
            <a:avLst/>
          </a:prstGeom>
          <a:noFill/>
        </p:spPr>
        <p:txBody>
          <a:bodyPr wrap="square" rtlCol="0">
            <a:spAutoFit/>
          </a:bodyPr>
          <a:lstStyle/>
          <a:p>
            <a:r>
              <a:rPr lang="en-IN" dirty="0"/>
              <a:t>Source : Google spread sheet + Google form</a:t>
            </a:r>
          </a:p>
        </p:txBody>
      </p:sp>
    </p:spTree>
    <p:extLst>
      <p:ext uri="{BB962C8B-B14F-4D97-AF65-F5344CB8AC3E}">
        <p14:creationId xmlns:p14="http://schemas.microsoft.com/office/powerpoint/2010/main" val="2455928398"/>
      </p:ext>
    </p:extLst>
  </p:cSld>
  <p:clrMapOvr>
    <a:masterClrMapping/>
  </p:clrMapOvr>
  <mc:AlternateContent xmlns:mc="http://schemas.openxmlformats.org/markup-compatibility/2006" xmlns:p14="http://schemas.microsoft.com/office/powerpoint/2010/main">
    <mc:Choice Requires="p14">
      <p:transition spd="slow" p14:dur="2000" advTm="134654"/>
    </mc:Choice>
    <mc:Fallback xmlns="">
      <p:transition spd="slow" advTm="13465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B8911A5-220A-3DFD-6D20-57EB266E707F}"/>
              </a:ext>
            </a:extLst>
          </p:cNvPr>
          <p:cNvSpPr>
            <a:spLocks noGrp="1"/>
          </p:cNvSpPr>
          <p:nvPr>
            <p:ph type="sldNum" sz="quarter" idx="12"/>
          </p:nvPr>
        </p:nvSpPr>
        <p:spPr/>
        <p:txBody>
          <a:bodyPr/>
          <a:lstStyle/>
          <a:p>
            <a:fld id="{8D0AFDD5-844D-364D-8AEC-50CF4D36D55D}" type="slidenum">
              <a:rPr lang="en-US" noProof="0" smtClean="0"/>
              <a:t>8</a:t>
            </a:fld>
            <a:endParaRPr lang="en-US" noProof="0" dirty="0"/>
          </a:p>
        </p:txBody>
      </p:sp>
      <p:sp>
        <p:nvSpPr>
          <p:cNvPr id="3" name="Footer Placeholder 2">
            <a:extLst>
              <a:ext uri="{FF2B5EF4-FFF2-40B4-BE49-F238E27FC236}">
                <a16:creationId xmlns:a16="http://schemas.microsoft.com/office/drawing/2014/main" id="{5925145D-E381-0792-30E3-FC39F93C3C05}"/>
              </a:ext>
            </a:extLst>
          </p:cNvPr>
          <p:cNvSpPr>
            <a:spLocks noGrp="1"/>
          </p:cNvSpPr>
          <p:nvPr>
            <p:ph type="ftr" sz="quarter" idx="11"/>
          </p:nvPr>
        </p:nvSpPr>
        <p:spPr/>
        <p:txBody>
          <a:bodyPr/>
          <a:lstStyle/>
          <a:p>
            <a:endParaRPr lang="en-US" noProof="0" dirty="0"/>
          </a:p>
        </p:txBody>
      </p:sp>
      <p:sp>
        <p:nvSpPr>
          <p:cNvPr id="4" name="Date Placeholder 3">
            <a:extLst>
              <a:ext uri="{FF2B5EF4-FFF2-40B4-BE49-F238E27FC236}">
                <a16:creationId xmlns:a16="http://schemas.microsoft.com/office/drawing/2014/main" id="{C95ACD67-3610-131E-1012-DE68A7CDE09F}"/>
              </a:ext>
            </a:extLst>
          </p:cNvPr>
          <p:cNvSpPr>
            <a:spLocks noGrp="1"/>
          </p:cNvSpPr>
          <p:nvPr>
            <p:ph type="dt" sz="half" idx="10"/>
          </p:nvPr>
        </p:nvSpPr>
        <p:spPr/>
        <p:txBody>
          <a:bodyPr/>
          <a:lstStyle/>
          <a:p>
            <a:r>
              <a:rPr lang="en-US" noProof="0"/>
              <a:t>20XX</a:t>
            </a:r>
            <a:endParaRPr lang="en-US" noProof="0" dirty="0"/>
          </a:p>
        </p:txBody>
      </p:sp>
      <p:sp>
        <p:nvSpPr>
          <p:cNvPr id="5" name="TextBox 4">
            <a:extLst>
              <a:ext uri="{FF2B5EF4-FFF2-40B4-BE49-F238E27FC236}">
                <a16:creationId xmlns:a16="http://schemas.microsoft.com/office/drawing/2014/main" id="{5CDCE079-B09C-E4A2-717A-663B0B5B2DE7}"/>
              </a:ext>
            </a:extLst>
          </p:cNvPr>
          <p:cNvSpPr txBox="1"/>
          <p:nvPr/>
        </p:nvSpPr>
        <p:spPr>
          <a:xfrm>
            <a:off x="4274860" y="240025"/>
            <a:ext cx="3642279" cy="707886"/>
          </a:xfrm>
          <a:prstGeom prst="rect">
            <a:avLst/>
          </a:prstGeom>
          <a:noFill/>
        </p:spPr>
        <p:txBody>
          <a:bodyPr wrap="none" rtlCol="0">
            <a:spAutoFit/>
          </a:bodyPr>
          <a:lstStyle/>
          <a:p>
            <a:r>
              <a:rPr lang="en-IN" sz="4000" dirty="0">
                <a:latin typeface="Arial Black" panose="020B0A04020102020204" pitchFamily="34" charset="0"/>
              </a:rPr>
              <a:t>Competitors</a:t>
            </a:r>
          </a:p>
        </p:txBody>
      </p:sp>
      <p:sp>
        <p:nvSpPr>
          <p:cNvPr id="7" name="TextBox 6">
            <a:extLst>
              <a:ext uri="{FF2B5EF4-FFF2-40B4-BE49-F238E27FC236}">
                <a16:creationId xmlns:a16="http://schemas.microsoft.com/office/drawing/2014/main" id="{56EE6630-FDB6-CDD8-DBEE-95EE403974D6}"/>
              </a:ext>
            </a:extLst>
          </p:cNvPr>
          <p:cNvSpPr txBox="1"/>
          <p:nvPr/>
        </p:nvSpPr>
        <p:spPr>
          <a:xfrm>
            <a:off x="178904" y="1218048"/>
            <a:ext cx="6102626" cy="1015663"/>
          </a:xfrm>
          <a:prstGeom prst="rect">
            <a:avLst/>
          </a:prstGeom>
          <a:noFill/>
        </p:spPr>
        <p:txBody>
          <a:bodyPr wrap="square">
            <a:spAutoFit/>
          </a:bodyPr>
          <a:lstStyle/>
          <a:p>
            <a:pPr algn="ctr"/>
            <a:r>
              <a:rPr lang="en-US" sz="2400" u="sng" dirty="0"/>
              <a:t>Competitors</a:t>
            </a:r>
          </a:p>
          <a:p>
            <a:pPr lvl="1" algn="ctr"/>
            <a:r>
              <a:rPr lang="en-US" altLang="zh-CN" dirty="0"/>
              <a:t>There are now so much online tools in English but only widely used by hackers</a:t>
            </a:r>
          </a:p>
        </p:txBody>
      </p:sp>
      <p:sp>
        <p:nvSpPr>
          <p:cNvPr id="9" name="TextBox 8">
            <a:extLst>
              <a:ext uri="{FF2B5EF4-FFF2-40B4-BE49-F238E27FC236}">
                <a16:creationId xmlns:a16="http://schemas.microsoft.com/office/drawing/2014/main" id="{4FB3077F-F875-BF20-93DE-62615C161D99}"/>
              </a:ext>
            </a:extLst>
          </p:cNvPr>
          <p:cNvSpPr txBox="1"/>
          <p:nvPr/>
        </p:nvSpPr>
        <p:spPr>
          <a:xfrm>
            <a:off x="6102626" y="1120676"/>
            <a:ext cx="6102626" cy="1569660"/>
          </a:xfrm>
          <a:prstGeom prst="rect">
            <a:avLst/>
          </a:prstGeom>
          <a:noFill/>
        </p:spPr>
        <p:txBody>
          <a:bodyPr wrap="square">
            <a:spAutoFit/>
          </a:bodyPr>
          <a:lstStyle/>
          <a:p>
            <a:pPr algn="ctr"/>
            <a:r>
              <a:rPr lang="en-US" sz="2400" u="sng" dirty="0" err="1"/>
              <a:t>Differents</a:t>
            </a:r>
            <a:r>
              <a:rPr lang="en-US" sz="2400" u="sng" dirty="0"/>
              <a:t> between competitors</a:t>
            </a:r>
          </a:p>
          <a:p>
            <a:pPr lvl="1" algn="ctr"/>
            <a:r>
              <a:rPr lang="en-US" altLang="zh-CN" dirty="0"/>
              <a:t>They are all of them I n English, Most of there are using complex technical words lead to misunderstanding for common people there paid plans are too costly.</a:t>
            </a:r>
          </a:p>
          <a:p>
            <a:pPr lvl="1" algn="ctr"/>
            <a:r>
              <a:rPr lang="en-US" altLang="zh-CN" dirty="0"/>
              <a:t>We are expecting </a:t>
            </a:r>
            <a:r>
              <a:rPr lang="en-US" altLang="zh-CN" dirty="0" err="1"/>
              <a:t>ina</a:t>
            </a:r>
            <a:r>
              <a:rPr lang="en-US" altLang="zh-CN" dirty="0"/>
              <a:t> low cost</a:t>
            </a:r>
          </a:p>
        </p:txBody>
      </p:sp>
      <p:sp>
        <p:nvSpPr>
          <p:cNvPr id="11" name="TextBox 10">
            <a:extLst>
              <a:ext uri="{FF2B5EF4-FFF2-40B4-BE49-F238E27FC236}">
                <a16:creationId xmlns:a16="http://schemas.microsoft.com/office/drawing/2014/main" id="{FCDFFA47-84F1-B832-C6F3-4E0F67C425AC}"/>
              </a:ext>
            </a:extLst>
          </p:cNvPr>
          <p:cNvSpPr txBox="1"/>
          <p:nvPr/>
        </p:nvSpPr>
        <p:spPr>
          <a:xfrm>
            <a:off x="0" y="3325719"/>
            <a:ext cx="6102626" cy="2400657"/>
          </a:xfrm>
          <a:prstGeom prst="rect">
            <a:avLst/>
          </a:prstGeom>
          <a:noFill/>
        </p:spPr>
        <p:txBody>
          <a:bodyPr wrap="square">
            <a:spAutoFit/>
          </a:bodyPr>
          <a:lstStyle/>
          <a:p>
            <a:pPr algn="ctr"/>
            <a:r>
              <a:rPr lang="en-US" sz="2400" u="sng" dirty="0"/>
              <a:t>Niche area</a:t>
            </a:r>
          </a:p>
          <a:p>
            <a:pPr lvl="1" algn="ctr"/>
            <a:r>
              <a:rPr lang="en-US" dirty="0"/>
              <a:t>Our solution strengthens </a:t>
            </a:r>
            <a:r>
              <a:rPr lang="en-US" b="1" dirty="0"/>
              <a:t>Good Governance and Public Service Delivery</a:t>
            </a:r>
            <a:r>
              <a:rPr lang="en-US" dirty="0"/>
              <a:t> by empowering citizens to stay safe online. As digital governance grows, our cybersecurity tool protects people from fraud, data theft, and scams—building </a:t>
            </a:r>
            <a:r>
              <a:rPr lang="en-US" b="1" dirty="0"/>
              <a:t>trust, safety, and confidence</a:t>
            </a:r>
            <a:r>
              <a:rPr lang="en-US" dirty="0"/>
              <a:t> in public digital services.</a:t>
            </a:r>
            <a:endParaRPr lang="en-US" altLang="zh-CN" dirty="0"/>
          </a:p>
          <a:p>
            <a:pPr algn="ctr"/>
            <a:endParaRPr lang="en-US" dirty="0"/>
          </a:p>
        </p:txBody>
      </p:sp>
      <p:sp>
        <p:nvSpPr>
          <p:cNvPr id="13" name="TextBox 12">
            <a:extLst>
              <a:ext uri="{FF2B5EF4-FFF2-40B4-BE49-F238E27FC236}">
                <a16:creationId xmlns:a16="http://schemas.microsoft.com/office/drawing/2014/main" id="{8CD9C7EF-CF05-79FC-645A-203EDEDD8A6B}"/>
              </a:ext>
            </a:extLst>
          </p:cNvPr>
          <p:cNvSpPr txBox="1"/>
          <p:nvPr/>
        </p:nvSpPr>
        <p:spPr>
          <a:xfrm>
            <a:off x="6102626" y="3209654"/>
            <a:ext cx="6102626" cy="2677656"/>
          </a:xfrm>
          <a:prstGeom prst="rect">
            <a:avLst/>
          </a:prstGeom>
          <a:noFill/>
        </p:spPr>
        <p:txBody>
          <a:bodyPr wrap="square">
            <a:spAutoFit/>
          </a:bodyPr>
          <a:lstStyle/>
          <a:p>
            <a:pPr algn="ctr">
              <a:buNone/>
            </a:pPr>
            <a:r>
              <a:rPr lang="en-US" sz="2400" b="1" u="sng" dirty="0"/>
              <a:t>What is your niche area?</a:t>
            </a:r>
          </a:p>
          <a:p>
            <a:pPr algn="ctr">
              <a:buNone/>
            </a:pPr>
            <a:r>
              <a:rPr lang="en-US" dirty="0"/>
              <a:t>Our niche area is </a:t>
            </a:r>
            <a:r>
              <a:rPr lang="en-US" b="1" dirty="0"/>
              <a:t>Good Governance and Public Service Delivery</a:t>
            </a:r>
            <a:r>
              <a:rPr lang="en-US" dirty="0"/>
              <a:t>.</a:t>
            </a:r>
          </a:p>
          <a:p>
            <a:pPr algn="ctr">
              <a:buNone/>
            </a:pPr>
            <a:r>
              <a:rPr lang="en-US" dirty="0"/>
              <a:t>We focus on enhancing </a:t>
            </a:r>
            <a:r>
              <a:rPr lang="en-US" b="1" dirty="0"/>
              <a:t>digital safety and trust</a:t>
            </a:r>
            <a:r>
              <a:rPr lang="en-US" dirty="0"/>
              <a:t> in governance by developing a </a:t>
            </a:r>
            <a:r>
              <a:rPr lang="en-US" b="1" dirty="0"/>
              <a:t>cybersecurity tool for common citizens</a:t>
            </a:r>
            <a:r>
              <a:rPr lang="en-US" dirty="0"/>
              <a:t>. The project aims to make public digital platforms more secure and accessible, ensuring that every citizen can confidently use e-Governance and online public services without fear of cyber threats.</a:t>
            </a:r>
          </a:p>
        </p:txBody>
      </p:sp>
    </p:spTree>
    <p:extLst>
      <p:ext uri="{BB962C8B-B14F-4D97-AF65-F5344CB8AC3E}">
        <p14:creationId xmlns:p14="http://schemas.microsoft.com/office/powerpoint/2010/main" val="4276958988"/>
      </p:ext>
    </p:extLst>
  </p:cSld>
  <p:clrMapOvr>
    <a:masterClrMapping/>
  </p:clrMapOvr>
  <mc:AlternateContent xmlns:mc="http://schemas.openxmlformats.org/markup-compatibility/2006" xmlns:p14="http://schemas.microsoft.com/office/powerpoint/2010/main">
    <mc:Choice Requires="p14">
      <p:transition spd="slow" p14:dur="2000" advTm="87141"/>
    </mc:Choice>
    <mc:Fallback xmlns="">
      <p:transition spd="slow" advTm="87141"/>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B3421-27E8-64F7-C72E-A20B3B5BFD28}"/>
              </a:ext>
            </a:extLst>
          </p:cNvPr>
          <p:cNvSpPr>
            <a:spLocks noGrp="1"/>
          </p:cNvSpPr>
          <p:nvPr>
            <p:ph type="title"/>
          </p:nvPr>
        </p:nvSpPr>
        <p:spPr/>
        <p:txBody>
          <a:bodyPr/>
          <a:lstStyle/>
          <a:p>
            <a:r>
              <a:rPr lang="en-US" dirty="0"/>
              <a:t>Tech Stack used</a:t>
            </a:r>
          </a:p>
        </p:txBody>
      </p:sp>
      <p:sp>
        <p:nvSpPr>
          <p:cNvPr id="3" name="Text Placeholder 2">
            <a:extLst>
              <a:ext uri="{FF2B5EF4-FFF2-40B4-BE49-F238E27FC236}">
                <a16:creationId xmlns:a16="http://schemas.microsoft.com/office/drawing/2014/main" id="{6FFCC227-AEF6-4194-577B-C14BE9F08F99}"/>
              </a:ext>
            </a:extLst>
          </p:cNvPr>
          <p:cNvSpPr>
            <a:spLocks noGrp="1"/>
          </p:cNvSpPr>
          <p:nvPr>
            <p:ph type="body" sz="quarter" idx="13"/>
          </p:nvPr>
        </p:nvSpPr>
        <p:spPr>
          <a:xfrm>
            <a:off x="743465" y="2532888"/>
            <a:ext cx="1848224" cy="1622425"/>
          </a:xfrm>
        </p:spPr>
        <p:txBody>
          <a:bodyPr/>
          <a:lstStyle/>
          <a:p>
            <a:r>
              <a:rPr lang="en-US" sz="3600" dirty="0"/>
              <a:t>Html</a:t>
            </a:r>
          </a:p>
        </p:txBody>
      </p:sp>
      <p:sp>
        <p:nvSpPr>
          <p:cNvPr id="4" name="Text Placeholder 3">
            <a:extLst>
              <a:ext uri="{FF2B5EF4-FFF2-40B4-BE49-F238E27FC236}">
                <a16:creationId xmlns:a16="http://schemas.microsoft.com/office/drawing/2014/main" id="{EDA1DEE7-E7EE-60E4-4393-4B4043EFAC72}"/>
              </a:ext>
            </a:extLst>
          </p:cNvPr>
          <p:cNvSpPr>
            <a:spLocks noGrp="1"/>
          </p:cNvSpPr>
          <p:nvPr>
            <p:ph type="body" sz="quarter" idx="14"/>
          </p:nvPr>
        </p:nvSpPr>
        <p:spPr/>
        <p:txBody>
          <a:bodyPr/>
          <a:lstStyle/>
          <a:p>
            <a:r>
              <a:rPr lang="en-US" sz="3600" dirty="0" err="1"/>
              <a:t>css</a:t>
            </a:r>
            <a:endParaRPr lang="en-US" sz="3600" dirty="0"/>
          </a:p>
        </p:txBody>
      </p:sp>
      <p:sp>
        <p:nvSpPr>
          <p:cNvPr id="5" name="Text Placeholder 4">
            <a:extLst>
              <a:ext uri="{FF2B5EF4-FFF2-40B4-BE49-F238E27FC236}">
                <a16:creationId xmlns:a16="http://schemas.microsoft.com/office/drawing/2014/main" id="{0D7E0F31-9524-2A85-6CB5-22AF4974A1F5}"/>
              </a:ext>
            </a:extLst>
          </p:cNvPr>
          <p:cNvSpPr>
            <a:spLocks noGrp="1"/>
          </p:cNvSpPr>
          <p:nvPr>
            <p:ph type="body" sz="quarter" idx="15"/>
          </p:nvPr>
        </p:nvSpPr>
        <p:spPr/>
        <p:txBody>
          <a:bodyPr/>
          <a:lstStyle/>
          <a:p>
            <a:r>
              <a:rPr lang="en-US" sz="3600" dirty="0" err="1"/>
              <a:t>js</a:t>
            </a:r>
            <a:endParaRPr lang="en-US" sz="3600" dirty="0"/>
          </a:p>
        </p:txBody>
      </p:sp>
      <p:sp>
        <p:nvSpPr>
          <p:cNvPr id="6" name="Text Placeholder 5">
            <a:extLst>
              <a:ext uri="{FF2B5EF4-FFF2-40B4-BE49-F238E27FC236}">
                <a16:creationId xmlns:a16="http://schemas.microsoft.com/office/drawing/2014/main" id="{79D4236D-E11C-38FC-772B-CE8903600265}"/>
              </a:ext>
            </a:extLst>
          </p:cNvPr>
          <p:cNvSpPr>
            <a:spLocks noGrp="1"/>
          </p:cNvSpPr>
          <p:nvPr>
            <p:ph type="body" sz="quarter" idx="16"/>
          </p:nvPr>
        </p:nvSpPr>
        <p:spPr>
          <a:xfrm>
            <a:off x="7137032" y="2532887"/>
            <a:ext cx="1949641" cy="1622425"/>
          </a:xfrm>
        </p:spPr>
        <p:txBody>
          <a:bodyPr/>
          <a:lstStyle/>
          <a:p>
            <a:r>
              <a:rPr lang="en-US" sz="2800" dirty="0"/>
              <a:t>Python (flask) </a:t>
            </a:r>
          </a:p>
        </p:txBody>
      </p:sp>
      <p:sp>
        <p:nvSpPr>
          <p:cNvPr id="7" name="Text Placeholder 6">
            <a:extLst>
              <a:ext uri="{FF2B5EF4-FFF2-40B4-BE49-F238E27FC236}">
                <a16:creationId xmlns:a16="http://schemas.microsoft.com/office/drawing/2014/main" id="{2FC2164E-29EB-0A75-9DCC-C2F08040A581}"/>
              </a:ext>
            </a:extLst>
          </p:cNvPr>
          <p:cNvSpPr>
            <a:spLocks noGrp="1"/>
          </p:cNvSpPr>
          <p:nvPr>
            <p:ph type="body" sz="quarter" idx="17"/>
          </p:nvPr>
        </p:nvSpPr>
        <p:spPr>
          <a:xfrm>
            <a:off x="9466008" y="2441448"/>
            <a:ext cx="1785049" cy="1622425"/>
          </a:xfrm>
        </p:spPr>
        <p:txBody>
          <a:bodyPr/>
          <a:lstStyle/>
          <a:p>
            <a:r>
              <a:rPr lang="en-US" dirty="0"/>
              <a:t>API</a:t>
            </a:r>
          </a:p>
        </p:txBody>
      </p:sp>
      <p:sp>
        <p:nvSpPr>
          <p:cNvPr id="8" name="Text Placeholder 7">
            <a:extLst>
              <a:ext uri="{FF2B5EF4-FFF2-40B4-BE49-F238E27FC236}">
                <a16:creationId xmlns:a16="http://schemas.microsoft.com/office/drawing/2014/main" id="{06974E3C-F63F-9F93-EE35-CD5E465CD080}"/>
              </a:ext>
            </a:extLst>
          </p:cNvPr>
          <p:cNvSpPr>
            <a:spLocks noGrp="1"/>
          </p:cNvSpPr>
          <p:nvPr>
            <p:ph type="body" sz="quarter" idx="18"/>
          </p:nvPr>
        </p:nvSpPr>
        <p:spPr>
          <a:xfrm>
            <a:off x="824102" y="4325112"/>
            <a:ext cx="1947672" cy="1622424"/>
          </a:xfrm>
        </p:spPr>
        <p:txBody>
          <a:bodyPr/>
          <a:lstStyle/>
          <a:p>
            <a:r>
              <a:rPr lang="en-US" dirty="0"/>
              <a:t>Basically needed to create a website</a:t>
            </a:r>
          </a:p>
        </p:txBody>
      </p:sp>
      <p:sp>
        <p:nvSpPr>
          <p:cNvPr id="9" name="Text Placeholder 8">
            <a:extLst>
              <a:ext uri="{FF2B5EF4-FFF2-40B4-BE49-F238E27FC236}">
                <a16:creationId xmlns:a16="http://schemas.microsoft.com/office/drawing/2014/main" id="{482D95C9-142A-BF9A-3602-F4AB11608174}"/>
              </a:ext>
            </a:extLst>
          </p:cNvPr>
          <p:cNvSpPr>
            <a:spLocks noGrp="1"/>
          </p:cNvSpPr>
          <p:nvPr>
            <p:ph type="body" sz="quarter" idx="19"/>
          </p:nvPr>
        </p:nvSpPr>
        <p:spPr>
          <a:xfrm>
            <a:off x="2992056" y="4326702"/>
            <a:ext cx="1947672" cy="1209394"/>
          </a:xfrm>
        </p:spPr>
        <p:txBody>
          <a:bodyPr/>
          <a:lstStyle/>
          <a:p>
            <a:r>
              <a:rPr lang="en-US" dirty="0"/>
              <a:t>Styling and be user </a:t>
            </a:r>
            <a:r>
              <a:rPr lang="en-US" dirty="0" err="1"/>
              <a:t>freindly</a:t>
            </a:r>
            <a:endParaRPr lang="en-US" dirty="0"/>
          </a:p>
        </p:txBody>
      </p:sp>
      <p:sp>
        <p:nvSpPr>
          <p:cNvPr id="10" name="Text Placeholder 9">
            <a:extLst>
              <a:ext uri="{FF2B5EF4-FFF2-40B4-BE49-F238E27FC236}">
                <a16:creationId xmlns:a16="http://schemas.microsoft.com/office/drawing/2014/main" id="{DD2F5204-1928-06AD-9878-6DD27D5DF27D}"/>
              </a:ext>
            </a:extLst>
          </p:cNvPr>
          <p:cNvSpPr>
            <a:spLocks noGrp="1"/>
          </p:cNvSpPr>
          <p:nvPr>
            <p:ph type="body" sz="quarter" idx="20"/>
          </p:nvPr>
        </p:nvSpPr>
        <p:spPr>
          <a:xfrm>
            <a:off x="5168328" y="4313641"/>
            <a:ext cx="1947672" cy="1014983"/>
          </a:xfrm>
        </p:spPr>
        <p:txBody>
          <a:bodyPr/>
          <a:lstStyle/>
          <a:p>
            <a:r>
              <a:rPr lang="en-US" dirty="0"/>
              <a:t>For frontend logic</a:t>
            </a:r>
          </a:p>
        </p:txBody>
      </p:sp>
      <p:sp>
        <p:nvSpPr>
          <p:cNvPr id="11" name="Text Placeholder 10">
            <a:extLst>
              <a:ext uri="{FF2B5EF4-FFF2-40B4-BE49-F238E27FC236}">
                <a16:creationId xmlns:a16="http://schemas.microsoft.com/office/drawing/2014/main" id="{64977FAA-28B8-34BB-09CE-CCE6C8C73D62}"/>
              </a:ext>
            </a:extLst>
          </p:cNvPr>
          <p:cNvSpPr>
            <a:spLocks noGrp="1"/>
          </p:cNvSpPr>
          <p:nvPr>
            <p:ph type="body" sz="quarter" idx="21"/>
          </p:nvPr>
        </p:nvSpPr>
        <p:spPr>
          <a:xfrm>
            <a:off x="7279858" y="4319943"/>
            <a:ext cx="1947672" cy="2080961"/>
          </a:xfrm>
        </p:spPr>
        <p:txBody>
          <a:bodyPr/>
          <a:lstStyle/>
          <a:p>
            <a:r>
              <a:rPr lang="en-US" dirty="0"/>
              <a:t>Backend systems,</a:t>
            </a:r>
          </a:p>
          <a:p>
            <a:r>
              <a:rPr lang="en-US" dirty="0" err="1"/>
              <a:t>Authendication</a:t>
            </a:r>
            <a:r>
              <a:rPr lang="en-US" dirty="0"/>
              <a:t> etc.</a:t>
            </a:r>
          </a:p>
          <a:p>
            <a:r>
              <a:rPr lang="en-US" dirty="0"/>
              <a:t>(paid only)</a:t>
            </a:r>
          </a:p>
          <a:p>
            <a:endParaRPr lang="en-US" dirty="0"/>
          </a:p>
        </p:txBody>
      </p:sp>
      <p:sp>
        <p:nvSpPr>
          <p:cNvPr id="12" name="Text Placeholder 11">
            <a:extLst>
              <a:ext uri="{FF2B5EF4-FFF2-40B4-BE49-F238E27FC236}">
                <a16:creationId xmlns:a16="http://schemas.microsoft.com/office/drawing/2014/main" id="{8B9D1FB0-0B3C-DCCA-CB4F-4FEAE1317B81}"/>
              </a:ext>
            </a:extLst>
          </p:cNvPr>
          <p:cNvSpPr>
            <a:spLocks noGrp="1"/>
          </p:cNvSpPr>
          <p:nvPr>
            <p:ph type="body" sz="quarter" idx="22"/>
          </p:nvPr>
        </p:nvSpPr>
        <p:spPr>
          <a:xfrm>
            <a:off x="9466008" y="4319944"/>
            <a:ext cx="1947672" cy="1216152"/>
          </a:xfrm>
        </p:spPr>
        <p:txBody>
          <a:bodyPr/>
          <a:lstStyle/>
          <a:p>
            <a:r>
              <a:rPr lang="en-US" dirty="0"/>
              <a:t>Using opensource Api</a:t>
            </a:r>
          </a:p>
        </p:txBody>
      </p:sp>
      <p:sp>
        <p:nvSpPr>
          <p:cNvPr id="15" name="Slide Number Placeholder 14">
            <a:extLst>
              <a:ext uri="{FF2B5EF4-FFF2-40B4-BE49-F238E27FC236}">
                <a16:creationId xmlns:a16="http://schemas.microsoft.com/office/drawing/2014/main" id="{9EB92BE4-4ECF-AA5A-EBFA-AC2DBA93582C}"/>
              </a:ext>
            </a:extLst>
          </p:cNvPr>
          <p:cNvSpPr>
            <a:spLocks noGrp="1"/>
          </p:cNvSpPr>
          <p:nvPr>
            <p:ph type="sldNum" sz="quarter" idx="12"/>
          </p:nvPr>
        </p:nvSpPr>
        <p:spPr/>
        <p:txBody>
          <a:bodyPr/>
          <a:lstStyle/>
          <a:p>
            <a:fld id="{8D0AFDD5-844D-364D-8AEC-50CF4D36D55D}" type="slidenum">
              <a:rPr lang="en-US" smtClean="0"/>
              <a:pPr/>
              <a:t>9</a:t>
            </a:fld>
            <a:endParaRPr lang="en-US" dirty="0"/>
          </a:p>
        </p:txBody>
      </p:sp>
      <p:sp>
        <p:nvSpPr>
          <p:cNvPr id="14" name="Footer Placeholder 13">
            <a:extLst>
              <a:ext uri="{FF2B5EF4-FFF2-40B4-BE49-F238E27FC236}">
                <a16:creationId xmlns:a16="http://schemas.microsoft.com/office/drawing/2014/main" id="{DE3B97B2-F540-9F02-5569-597A7E7B6E59}"/>
              </a:ext>
            </a:extLst>
          </p:cNvPr>
          <p:cNvSpPr>
            <a:spLocks noGrp="1"/>
          </p:cNvSpPr>
          <p:nvPr>
            <p:ph type="ftr" sz="quarter" idx="11"/>
          </p:nvPr>
        </p:nvSpPr>
        <p:spPr/>
        <p:txBody>
          <a:bodyPr/>
          <a:lstStyle/>
          <a:p>
            <a:r>
              <a:rPr lang="en-US" dirty="0"/>
              <a:t>Presentation title</a:t>
            </a:r>
          </a:p>
        </p:txBody>
      </p:sp>
      <p:sp>
        <p:nvSpPr>
          <p:cNvPr id="13" name="Date Placeholder 12">
            <a:extLst>
              <a:ext uri="{FF2B5EF4-FFF2-40B4-BE49-F238E27FC236}">
                <a16:creationId xmlns:a16="http://schemas.microsoft.com/office/drawing/2014/main" id="{8FA1C40B-4426-2DD0-CFB0-3E30E9C28215}"/>
              </a:ext>
            </a:extLst>
          </p:cNvPr>
          <p:cNvSpPr>
            <a:spLocks noGrp="1"/>
          </p:cNvSpPr>
          <p:nvPr>
            <p:ph type="dt" sz="half" idx="10"/>
          </p:nvPr>
        </p:nvSpPr>
        <p:spPr/>
        <p:txBody>
          <a:bodyPr/>
          <a:lstStyle/>
          <a:p>
            <a:r>
              <a:rPr lang="en-US" dirty="0"/>
              <a:t>20XX</a:t>
            </a:r>
          </a:p>
        </p:txBody>
      </p:sp>
    </p:spTree>
    <p:extLst>
      <p:ext uri="{BB962C8B-B14F-4D97-AF65-F5344CB8AC3E}">
        <p14:creationId xmlns:p14="http://schemas.microsoft.com/office/powerpoint/2010/main" val="681978606"/>
      </p:ext>
    </p:extLst>
  </p:cSld>
  <p:clrMapOvr>
    <a:masterClrMapping/>
  </p:clrMapOvr>
  <mc:AlternateContent xmlns:mc="http://schemas.openxmlformats.org/markup-compatibility/2006" xmlns:p14="http://schemas.microsoft.com/office/powerpoint/2010/main">
    <mc:Choice Requires="p14">
      <p:transition spd="slow" p14:dur="2000" advTm="125021"/>
    </mc:Choice>
    <mc:Fallback xmlns="">
      <p:transition spd="slow" advTm="12502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C8C7540E-B0E4-8988-0AC7-7E0E7DD8192E}"/>
              </a:ext>
            </a:extLst>
          </p:cNvPr>
          <p:cNvSpPr>
            <a:spLocks noGrp="1"/>
          </p:cNvSpPr>
          <p:nvPr>
            <p:ph type="title"/>
          </p:nvPr>
        </p:nvSpPr>
        <p:spPr>
          <a:xfrm>
            <a:off x="0" y="0"/>
            <a:ext cx="12192000" cy="1014984"/>
          </a:xfrm>
        </p:spPr>
        <p:txBody>
          <a:bodyPr/>
          <a:lstStyle/>
          <a:p>
            <a:r>
              <a:rPr lang="en-US" sz="3600" dirty="0">
                <a:latin typeface="Century Gothic" panose="020B0502020202020204" pitchFamily="34" charset="0"/>
              </a:rPr>
              <a:t>Investment/Support needed</a:t>
            </a:r>
            <a:endParaRPr lang="en-US" sz="3600" dirty="0"/>
          </a:p>
        </p:txBody>
      </p:sp>
      <p:graphicFrame>
        <p:nvGraphicFramePr>
          <p:cNvPr id="14" name="Content Placeholder 13">
            <a:extLst>
              <a:ext uri="{FF2B5EF4-FFF2-40B4-BE49-F238E27FC236}">
                <a16:creationId xmlns:a16="http://schemas.microsoft.com/office/drawing/2014/main" id="{DA114D53-FAB3-91E5-14AB-5B375DA2617E}"/>
              </a:ext>
            </a:extLst>
          </p:cNvPr>
          <p:cNvGraphicFramePr>
            <a:graphicFrameLocks noGrp="1"/>
          </p:cNvGraphicFramePr>
          <p:nvPr>
            <p:ph idx="1"/>
            <p:extLst>
              <p:ext uri="{D42A27DB-BD31-4B8C-83A1-F6EECF244321}">
                <p14:modId xmlns:p14="http://schemas.microsoft.com/office/powerpoint/2010/main" val="3745820898"/>
              </p:ext>
            </p:extLst>
          </p:nvPr>
        </p:nvGraphicFramePr>
        <p:xfrm>
          <a:off x="1021080" y="685244"/>
          <a:ext cx="10477500" cy="5943600"/>
        </p:xfrm>
        <a:graphic>
          <a:graphicData uri="http://schemas.openxmlformats.org/drawingml/2006/table">
            <a:tbl>
              <a:tblPr firstRow="1" bandRow="1">
                <a:tableStyleId>{5C22544A-7EE6-4342-B048-85BDC9FD1C3A}</a:tableStyleId>
              </a:tblPr>
              <a:tblGrid>
                <a:gridCol w="2095500">
                  <a:extLst>
                    <a:ext uri="{9D8B030D-6E8A-4147-A177-3AD203B41FA5}">
                      <a16:colId xmlns:a16="http://schemas.microsoft.com/office/drawing/2014/main" val="3307912261"/>
                    </a:ext>
                  </a:extLst>
                </a:gridCol>
                <a:gridCol w="2095500">
                  <a:extLst>
                    <a:ext uri="{9D8B030D-6E8A-4147-A177-3AD203B41FA5}">
                      <a16:colId xmlns:a16="http://schemas.microsoft.com/office/drawing/2014/main" val="205469312"/>
                    </a:ext>
                  </a:extLst>
                </a:gridCol>
                <a:gridCol w="2095500">
                  <a:extLst>
                    <a:ext uri="{9D8B030D-6E8A-4147-A177-3AD203B41FA5}">
                      <a16:colId xmlns:a16="http://schemas.microsoft.com/office/drawing/2014/main" val="2233447510"/>
                    </a:ext>
                  </a:extLst>
                </a:gridCol>
                <a:gridCol w="2095500">
                  <a:extLst>
                    <a:ext uri="{9D8B030D-6E8A-4147-A177-3AD203B41FA5}">
                      <a16:colId xmlns:a16="http://schemas.microsoft.com/office/drawing/2014/main" val="2618575971"/>
                    </a:ext>
                  </a:extLst>
                </a:gridCol>
                <a:gridCol w="2095500">
                  <a:extLst>
                    <a:ext uri="{9D8B030D-6E8A-4147-A177-3AD203B41FA5}">
                      <a16:colId xmlns:a16="http://schemas.microsoft.com/office/drawing/2014/main" val="706485337"/>
                    </a:ext>
                  </a:extLst>
                </a:gridCol>
              </a:tblGrid>
              <a:tr h="734088">
                <a:tc>
                  <a:txBody>
                    <a:bodyPr/>
                    <a:lstStyle/>
                    <a:p>
                      <a:pPr algn="ctr"/>
                      <a:r>
                        <a:rPr lang="en-US" sz="2000" b="0" i="0" dirty="0">
                          <a:ln>
                            <a:solidFill>
                              <a:srgbClr val="C95B3A"/>
                            </a:solidFill>
                          </a:ln>
                          <a:solidFill>
                            <a:schemeClr val="tx1"/>
                          </a:solidFill>
                          <a:latin typeface="Univers Condensed Light" panose="020B0306020202040204" pitchFamily="34" charset="0"/>
                          <a:cs typeface="Posterama" panose="020B0504020200020000" pitchFamily="34" charset="0"/>
                        </a:rPr>
                        <a:t>SL no.</a:t>
                      </a:r>
                    </a:p>
                  </a:txBody>
                  <a:tcPr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2000" b="0" i="0" dirty="0">
                          <a:solidFill>
                            <a:schemeClr val="tx1"/>
                          </a:solidFill>
                          <a:latin typeface="Univers Condensed Light" panose="020B0306020202040204" pitchFamily="34" charset="0"/>
                          <a:cs typeface="Posterama" panose="020B0504020200020000" pitchFamily="34" charset="0"/>
                        </a:rPr>
                        <a:t>What is the fund required for</a:t>
                      </a:r>
                    </a:p>
                  </a:txBody>
                  <a:tcPr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2000" b="0" i="0" dirty="0">
                          <a:solidFill>
                            <a:schemeClr val="tx1"/>
                          </a:solidFill>
                          <a:latin typeface="Univers Condensed Light" panose="020B0306020202040204" pitchFamily="34" charset="0"/>
                          <a:cs typeface="Posterama" panose="020B0504020200020000" pitchFamily="34" charset="0"/>
                        </a:rPr>
                        <a:t>When it required</a:t>
                      </a:r>
                    </a:p>
                  </a:txBody>
                  <a:tcPr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2000" b="0" i="0" dirty="0">
                          <a:solidFill>
                            <a:schemeClr val="tx1"/>
                          </a:solidFill>
                          <a:latin typeface="Univers Condensed Light" panose="020B0306020202040204" pitchFamily="34" charset="0"/>
                          <a:cs typeface="Posterama" panose="020B0504020200020000" pitchFamily="34" charset="0"/>
                        </a:rPr>
                        <a:t>What is the amount required</a:t>
                      </a:r>
                    </a:p>
                  </a:txBody>
                  <a:tcPr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2000" b="0" i="0" dirty="0">
                          <a:solidFill>
                            <a:schemeClr val="tx1"/>
                          </a:solidFill>
                          <a:latin typeface="Univers Condensed Light" panose="020B0306020202040204" pitchFamily="34" charset="0"/>
                          <a:cs typeface="Posterama" panose="020B0504020200020000" pitchFamily="34" charset="0"/>
                        </a:rPr>
                        <a:t>How do we measure the outcome of the fund disbursed</a:t>
                      </a:r>
                    </a:p>
                  </a:txBody>
                  <a:tcPr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910302437"/>
                  </a:ext>
                </a:extLst>
              </a:tr>
              <a:tr h="734088">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1</a:t>
                      </a:r>
                    </a:p>
                  </a:txBody>
                  <a:tcPr anchor="ctr">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3"/>
                    </a:solidFill>
                  </a:tcPr>
                </a:tc>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Web source code building and </a:t>
                      </a:r>
                      <a:r>
                        <a:rPr lang="en-US" sz="2000" b="0" i="0" dirty="0" err="1">
                          <a:solidFill>
                            <a:schemeClr val="bg1"/>
                          </a:solidFill>
                          <a:latin typeface="Univers Condensed Light" panose="020B0306020202040204" pitchFamily="34" charset="0"/>
                          <a:cs typeface="Posterama" panose="020B0504020200020000" pitchFamily="34" charset="0"/>
                        </a:rPr>
                        <a:t>engansing</a:t>
                      </a:r>
                      <a:endParaRPr lang="en-US" sz="2000" b="0" i="0" dirty="0">
                        <a:solidFill>
                          <a:schemeClr val="bg1"/>
                        </a:solidFill>
                        <a:latin typeface="Univers Condensed Light" panose="020B0306020202040204" pitchFamily="34" charset="0"/>
                        <a:cs typeface="Posterama" panose="020B0504020200020000" pitchFamily="34" charset="0"/>
                      </a:endParaRPr>
                    </a:p>
                    <a:p>
                      <a:pPr algn="ctr"/>
                      <a:r>
                        <a:rPr lang="en-US" sz="2000" b="0" i="0" dirty="0">
                          <a:solidFill>
                            <a:schemeClr val="bg1"/>
                          </a:solidFill>
                          <a:latin typeface="Univers Condensed Light" panose="020B0306020202040204" pitchFamily="34" charset="0"/>
                          <a:cs typeface="Posterama" panose="020B0504020200020000" pitchFamily="34" charset="0"/>
                        </a:rPr>
                        <a:t>(One time investment)</a:t>
                      </a:r>
                    </a:p>
                  </a:txBody>
                  <a:tcPr anchor="ctr">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3"/>
                    </a:solidFill>
                  </a:tcPr>
                </a:tc>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First stage</a:t>
                      </a:r>
                    </a:p>
                  </a:txBody>
                  <a:tcPr anchor="ctr">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3"/>
                    </a:solidFill>
                  </a:tcPr>
                </a:tc>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50,000</a:t>
                      </a:r>
                    </a:p>
                    <a:p>
                      <a:pPr algn="ctr"/>
                      <a:endParaRPr lang="en-US" sz="2000" b="0" i="0" dirty="0">
                        <a:solidFill>
                          <a:schemeClr val="bg1"/>
                        </a:solidFill>
                        <a:latin typeface="Univers Condensed Light" panose="020B0306020202040204" pitchFamily="34" charset="0"/>
                        <a:cs typeface="Posterama" panose="020B0504020200020000" pitchFamily="34" charset="0"/>
                      </a:endParaRPr>
                    </a:p>
                  </a:txBody>
                  <a:tcPr anchor="ctr">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3"/>
                    </a:solidFill>
                  </a:tcPr>
                </a:tc>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Check the code is working done</a:t>
                      </a:r>
                    </a:p>
                  </a:txBody>
                  <a:tcPr anchor="ctr">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3454227287"/>
                  </a:ext>
                </a:extLst>
              </a:tr>
              <a:tr h="734088">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Hosting + Domain charges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algn="ctr"/>
                      <a:endParaRPr lang="en-US" sz="2000" b="0" i="0" dirty="0">
                        <a:solidFill>
                          <a:schemeClr val="bg1"/>
                        </a:solidFill>
                        <a:latin typeface="Univers Condensed Light" panose="020B0306020202040204" pitchFamily="34" charset="0"/>
                        <a:cs typeface="Posterama" panose="020B0504020200020000"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{Avarege1500 Rs according to current domain rate &amp;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dirty="0">
                          <a:solidFill>
                            <a:schemeClr val="bg1"/>
                          </a:solidFill>
                          <a:latin typeface="Univers Condensed Light" panose="020B0306020202040204" pitchFamily="34" charset="0"/>
                          <a:cs typeface="Posterama" panose="020B0504020200020000" pitchFamily="34" charset="0"/>
                        </a:rPr>
                        <a:t>Check the domain displays our website</a:t>
                      </a:r>
                    </a:p>
                    <a:p>
                      <a:pPr algn="ctr"/>
                      <a:endParaRPr lang="en-US" sz="2000" b="0" i="0" dirty="0">
                        <a:solidFill>
                          <a:schemeClr val="bg1"/>
                        </a:solidFill>
                        <a:latin typeface="Univers Condensed Light" panose="020B0306020202040204" pitchFamily="34" charset="0"/>
                        <a:cs typeface="Posterama" panose="020B0504020200020000"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21463532"/>
                  </a:ext>
                </a:extLst>
              </a:tr>
              <a:tr h="734088">
                <a:tc>
                  <a:txBody>
                    <a:bodyPr/>
                    <a:lstStyle/>
                    <a:p>
                      <a:pPr algn="ctr"/>
                      <a:r>
                        <a:rPr lang="en-US" sz="2000" b="0" i="0" dirty="0">
                          <a:solidFill>
                            <a:schemeClr val="bg1"/>
                          </a:solidFill>
                          <a:latin typeface="Univers Condensed Light" panose="020B0306020202040204" pitchFamily="34" charset="0"/>
                        </a:rPr>
                        <a:t>3</a:t>
                      </a:r>
                      <a:endParaRPr lang="en-US" sz="2000" b="0" i="0" dirty="0">
                        <a:solidFill>
                          <a:schemeClr val="bg1"/>
                        </a:solidFill>
                        <a:latin typeface="Univers Condensed Light" panose="020B0306020202040204" pitchFamily="34" charset="0"/>
                        <a:cs typeface="Posterama" panose="020B0504020200020000"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solidFill>
                  </a:tcPr>
                </a:tc>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Social media ads </a:t>
                      </a:r>
                    </a:p>
                    <a:p>
                      <a:pPr algn="ctr"/>
                      <a:r>
                        <a:rPr lang="en-US" sz="2000" b="0" i="0" dirty="0">
                          <a:solidFill>
                            <a:schemeClr val="bg1"/>
                          </a:solidFill>
                          <a:latin typeface="Univers Condensed Light" panose="020B0306020202040204" pitchFamily="34" charset="0"/>
                          <a:cs typeface="Posterama" panose="020B0504020200020000" pitchFamily="34" charset="0"/>
                        </a:rPr>
                        <a:t>+ email marketing</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solidFill>
                  </a:tcPr>
                </a:tc>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Marketing</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solidFill>
                  </a:tcPr>
                </a:tc>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INR 1,00,000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solidFill>
                  </a:tcPr>
                </a:tc>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Check the traffic of website, ads dashboard, mail replays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944132588"/>
                  </a:ext>
                </a:extLst>
              </a:tr>
              <a:tr h="734088">
                <a:tc>
                  <a:txBody>
                    <a:bodyPr/>
                    <a:lstStyle/>
                    <a:p>
                      <a:pPr algn="ctr"/>
                      <a:r>
                        <a:rPr lang="en-US" sz="2000" b="0" i="0" dirty="0">
                          <a:solidFill>
                            <a:schemeClr val="bg1"/>
                          </a:solidFill>
                          <a:latin typeface="Univers Condensed Light" panose="020B0306020202040204" pitchFamily="34" charset="0"/>
                        </a:rPr>
                        <a:t>4</a:t>
                      </a:r>
                      <a:endParaRPr lang="en-US" sz="2000" b="0" i="0" dirty="0">
                        <a:solidFill>
                          <a:schemeClr val="bg1"/>
                        </a:solidFill>
                        <a:latin typeface="Univers Condensed Light" panose="020B0306020202040204" pitchFamily="34" charset="0"/>
                        <a:cs typeface="Posterama" panose="020B0504020200020000"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algn="ctr"/>
                      <a:r>
                        <a:rPr lang="en-US" sz="2000" b="0" i="0" dirty="0" err="1">
                          <a:solidFill>
                            <a:schemeClr val="bg1"/>
                          </a:solidFill>
                          <a:latin typeface="Univers Condensed Light" panose="020B0306020202040204" pitchFamily="34" charset="0"/>
                          <a:cs typeface="Posterama" panose="020B0504020200020000" pitchFamily="34" charset="0"/>
                        </a:rPr>
                        <a:t>Updations</a:t>
                      </a:r>
                      <a:r>
                        <a:rPr lang="en-US" sz="2000" b="0" i="0" dirty="0">
                          <a:solidFill>
                            <a:schemeClr val="bg1"/>
                          </a:solidFill>
                          <a:latin typeface="Univers Condensed Light" panose="020B0306020202040204" pitchFamily="34" charset="0"/>
                          <a:cs typeface="Posterama" panose="020B0504020200020000" pitchFamily="34" charset="0"/>
                        </a:rPr>
                        <a:t> &amp; maintain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Maintain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{According to the Profit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Is tool have the right working according to the </a:t>
                      </a:r>
                      <a:r>
                        <a:rPr lang="en-US" sz="2000" b="0" i="0" dirty="0" err="1">
                          <a:solidFill>
                            <a:schemeClr val="bg1"/>
                          </a:solidFill>
                          <a:latin typeface="Univers Condensed Light" panose="020B0306020202040204" pitchFamily="34" charset="0"/>
                          <a:cs typeface="Posterama" panose="020B0504020200020000" pitchFamily="34" charset="0"/>
                        </a:rPr>
                        <a:t>updation</a:t>
                      </a:r>
                      <a:r>
                        <a:rPr lang="en-US" sz="2000" b="0" i="0" dirty="0">
                          <a:solidFill>
                            <a:schemeClr val="bg1"/>
                          </a:solidFill>
                          <a:latin typeface="Univers Condensed Light" panose="020B0306020202040204" pitchFamily="34" charset="0"/>
                          <a:cs typeface="Posterama" panose="020B0504020200020000" pitchFamily="34" charset="0"/>
                        </a:rPr>
                        <a:t> plan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696221205"/>
                  </a:ext>
                </a:extLst>
              </a:tr>
            </a:tbl>
          </a:graphicData>
        </a:graphic>
      </p:graphicFrame>
      <p:sp>
        <p:nvSpPr>
          <p:cNvPr id="4" name="Slide Number Placeholder 3">
            <a:extLst>
              <a:ext uri="{FF2B5EF4-FFF2-40B4-BE49-F238E27FC236}">
                <a16:creationId xmlns:a16="http://schemas.microsoft.com/office/drawing/2014/main" id="{C36F3D20-2309-63AE-98EC-B0B390129228}"/>
              </a:ext>
            </a:extLst>
          </p:cNvPr>
          <p:cNvSpPr>
            <a:spLocks noGrp="1"/>
          </p:cNvSpPr>
          <p:nvPr>
            <p:ph type="sldNum" sz="quarter" idx="12"/>
          </p:nvPr>
        </p:nvSpPr>
        <p:spPr/>
        <p:txBody>
          <a:bodyPr/>
          <a:lstStyle/>
          <a:p>
            <a:fld id="{8D0AFDD5-844D-364D-8AEC-50CF4D36D55D}" type="slidenum">
              <a:rPr lang="en-US" smtClean="0"/>
              <a:t>10</a:t>
            </a:fld>
            <a:endParaRPr lang="en-US" dirty="0"/>
          </a:p>
        </p:txBody>
      </p:sp>
      <p:sp>
        <p:nvSpPr>
          <p:cNvPr id="3" name="Footer Placeholder 2">
            <a:extLst>
              <a:ext uri="{FF2B5EF4-FFF2-40B4-BE49-F238E27FC236}">
                <a16:creationId xmlns:a16="http://schemas.microsoft.com/office/drawing/2014/main" id="{5D99E0B8-E907-B063-5006-1AC4BB8FC787}"/>
              </a:ext>
            </a:extLst>
          </p:cNvPr>
          <p:cNvSpPr>
            <a:spLocks noGrp="1"/>
          </p:cNvSpPr>
          <p:nvPr>
            <p:ph type="ftr" sz="quarter" idx="11"/>
          </p:nvPr>
        </p:nvSpPr>
        <p:spPr/>
        <p:txBody>
          <a:bodyPr/>
          <a:lstStyle/>
          <a:p>
            <a:r>
              <a:rPr lang="en-US" dirty="0"/>
              <a:t>]</a:t>
            </a:r>
          </a:p>
        </p:txBody>
      </p:sp>
      <p:sp>
        <p:nvSpPr>
          <p:cNvPr id="2" name="Date Placeholder 1">
            <a:extLst>
              <a:ext uri="{FF2B5EF4-FFF2-40B4-BE49-F238E27FC236}">
                <a16:creationId xmlns:a16="http://schemas.microsoft.com/office/drawing/2014/main" id="{7F9A2F75-9D02-3ED8-071B-99FC210DE10A}"/>
              </a:ext>
            </a:extLst>
          </p:cNvPr>
          <p:cNvSpPr>
            <a:spLocks noGrp="1"/>
          </p:cNvSpPr>
          <p:nvPr>
            <p:ph type="dt" sz="half" idx="10"/>
          </p:nvPr>
        </p:nvSpPr>
        <p:spPr/>
        <p:txBody>
          <a:bodyPr/>
          <a:lstStyle/>
          <a:p>
            <a:r>
              <a:rPr lang="en-US" dirty="0"/>
              <a:t>20XX</a:t>
            </a:r>
          </a:p>
        </p:txBody>
      </p:sp>
    </p:spTree>
    <p:extLst>
      <p:ext uri="{BB962C8B-B14F-4D97-AF65-F5344CB8AC3E}">
        <p14:creationId xmlns:p14="http://schemas.microsoft.com/office/powerpoint/2010/main" val="2011023441"/>
      </p:ext>
    </p:extLst>
  </p:cSld>
  <p:clrMapOvr>
    <a:masterClrMapping/>
  </p:clrMapOvr>
  <mc:AlternateContent xmlns:mc="http://schemas.openxmlformats.org/markup-compatibility/2006" xmlns:p14="http://schemas.microsoft.com/office/powerpoint/2010/main">
    <mc:Choice Requires="p14">
      <p:transition spd="slow" p14:dur="2000" advTm="89639"/>
    </mc:Choice>
    <mc:Fallback xmlns="">
      <p:transition spd="slow" advTm="89639"/>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a:extLst>
            <a:ext uri="{FF2B5EF4-FFF2-40B4-BE49-F238E27FC236}">
              <a16:creationId xmlns:a16="http://schemas.microsoft.com/office/drawing/2014/main" id="{039A782F-E940-3475-2B8F-6CDA9EEBC5CD}"/>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223A4D01-60B2-8C65-617A-D8959FA3F617}"/>
              </a:ext>
            </a:extLst>
          </p:cNvPr>
          <p:cNvSpPr>
            <a:spLocks noGrp="1"/>
          </p:cNvSpPr>
          <p:nvPr>
            <p:ph type="title"/>
          </p:nvPr>
        </p:nvSpPr>
        <p:spPr>
          <a:xfrm>
            <a:off x="-188536" y="50151"/>
            <a:ext cx="12192000" cy="1014984"/>
          </a:xfrm>
        </p:spPr>
        <p:txBody>
          <a:bodyPr/>
          <a:lstStyle/>
          <a:p>
            <a:r>
              <a:rPr lang="en-US" sz="3600" dirty="0">
                <a:latin typeface="Century Gothic" panose="020B0502020202020204" pitchFamily="34" charset="0"/>
              </a:rPr>
              <a:t>Project </a:t>
            </a:r>
            <a:r>
              <a:rPr lang="en-IN" sz="3600" dirty="0">
                <a:latin typeface="Century Gothic" panose="020B0502020202020204" pitchFamily="34" charset="0"/>
              </a:rPr>
              <a:t>Schedule </a:t>
            </a:r>
            <a:endParaRPr lang="en-US" sz="3600" dirty="0"/>
          </a:p>
        </p:txBody>
      </p:sp>
      <p:graphicFrame>
        <p:nvGraphicFramePr>
          <p:cNvPr id="14" name="Content Placeholder 13">
            <a:extLst>
              <a:ext uri="{FF2B5EF4-FFF2-40B4-BE49-F238E27FC236}">
                <a16:creationId xmlns:a16="http://schemas.microsoft.com/office/drawing/2014/main" id="{D53A9EEE-BB99-BD49-AD76-BF69AE5B68A6}"/>
              </a:ext>
            </a:extLst>
          </p:cNvPr>
          <p:cNvGraphicFramePr>
            <a:graphicFrameLocks noGrp="1"/>
          </p:cNvGraphicFramePr>
          <p:nvPr>
            <p:ph idx="1"/>
            <p:extLst>
              <p:ext uri="{D42A27DB-BD31-4B8C-83A1-F6EECF244321}">
                <p14:modId xmlns:p14="http://schemas.microsoft.com/office/powerpoint/2010/main" val="3998014521"/>
              </p:ext>
            </p:extLst>
          </p:nvPr>
        </p:nvGraphicFramePr>
        <p:xfrm>
          <a:off x="1203960" y="609600"/>
          <a:ext cx="10477500" cy="6248400"/>
        </p:xfrm>
        <a:graphic>
          <a:graphicData uri="http://schemas.openxmlformats.org/drawingml/2006/table">
            <a:tbl>
              <a:tblPr firstRow="1" bandRow="1">
                <a:tableStyleId>{5C22544A-7EE6-4342-B048-85BDC9FD1C3A}</a:tableStyleId>
              </a:tblPr>
              <a:tblGrid>
                <a:gridCol w="2095500">
                  <a:extLst>
                    <a:ext uri="{9D8B030D-6E8A-4147-A177-3AD203B41FA5}">
                      <a16:colId xmlns:a16="http://schemas.microsoft.com/office/drawing/2014/main" val="3307912261"/>
                    </a:ext>
                  </a:extLst>
                </a:gridCol>
                <a:gridCol w="2095500">
                  <a:extLst>
                    <a:ext uri="{9D8B030D-6E8A-4147-A177-3AD203B41FA5}">
                      <a16:colId xmlns:a16="http://schemas.microsoft.com/office/drawing/2014/main" val="205469312"/>
                    </a:ext>
                  </a:extLst>
                </a:gridCol>
                <a:gridCol w="2095500">
                  <a:extLst>
                    <a:ext uri="{9D8B030D-6E8A-4147-A177-3AD203B41FA5}">
                      <a16:colId xmlns:a16="http://schemas.microsoft.com/office/drawing/2014/main" val="2233447510"/>
                    </a:ext>
                  </a:extLst>
                </a:gridCol>
                <a:gridCol w="2095500">
                  <a:extLst>
                    <a:ext uri="{9D8B030D-6E8A-4147-A177-3AD203B41FA5}">
                      <a16:colId xmlns:a16="http://schemas.microsoft.com/office/drawing/2014/main" val="2618575971"/>
                    </a:ext>
                  </a:extLst>
                </a:gridCol>
                <a:gridCol w="2095500">
                  <a:extLst>
                    <a:ext uri="{9D8B030D-6E8A-4147-A177-3AD203B41FA5}">
                      <a16:colId xmlns:a16="http://schemas.microsoft.com/office/drawing/2014/main" val="706485337"/>
                    </a:ext>
                  </a:extLst>
                </a:gridCol>
              </a:tblGrid>
              <a:tr h="620773">
                <a:tc>
                  <a:txBody>
                    <a:bodyPr/>
                    <a:lstStyle/>
                    <a:p>
                      <a:pPr algn="ctr"/>
                      <a:r>
                        <a:rPr lang="en-US" sz="2000" b="0" i="0" dirty="0">
                          <a:ln>
                            <a:solidFill>
                              <a:srgbClr val="C95B3A"/>
                            </a:solidFill>
                          </a:ln>
                          <a:solidFill>
                            <a:schemeClr val="tx1"/>
                          </a:solidFill>
                          <a:latin typeface="Univers Condensed Light" panose="020B0306020202040204" pitchFamily="34" charset="0"/>
                          <a:cs typeface="Posterama" panose="020B0504020200020000" pitchFamily="34" charset="0"/>
                        </a:rPr>
                        <a:t>SL no.</a:t>
                      </a:r>
                    </a:p>
                  </a:txBody>
                  <a:tcPr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2000" b="0" i="0" dirty="0">
                          <a:solidFill>
                            <a:schemeClr val="tx1"/>
                          </a:solidFill>
                          <a:latin typeface="Univers Condensed Light" panose="020B0306020202040204" pitchFamily="34" charset="0"/>
                          <a:cs typeface="Posterama" panose="020B0504020200020000" pitchFamily="34" charset="0"/>
                        </a:rPr>
                        <a:t>Phase</a:t>
                      </a:r>
                    </a:p>
                  </a:txBody>
                  <a:tcPr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2000" b="0" i="0" dirty="0">
                          <a:solidFill>
                            <a:schemeClr val="tx1"/>
                          </a:solidFill>
                          <a:latin typeface="Univers Condensed Light" panose="020B0306020202040204" pitchFamily="34" charset="0"/>
                          <a:cs typeface="Posterama" panose="020B0504020200020000" pitchFamily="34" charset="0"/>
                        </a:rPr>
                        <a:t>Activity</a:t>
                      </a:r>
                    </a:p>
                  </a:txBody>
                  <a:tcPr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2000" b="0" i="0" dirty="0">
                          <a:solidFill>
                            <a:schemeClr val="tx1"/>
                          </a:solidFill>
                          <a:latin typeface="Univers Condensed Light" panose="020B0306020202040204" pitchFamily="34" charset="0"/>
                          <a:cs typeface="Posterama" panose="020B0504020200020000" pitchFamily="34" charset="0"/>
                        </a:rPr>
                        <a:t>How to know if task is completed ?</a:t>
                      </a:r>
                    </a:p>
                  </a:txBody>
                  <a:tcPr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2000" b="0" i="0" dirty="0">
                          <a:solidFill>
                            <a:schemeClr val="tx1"/>
                          </a:solidFill>
                          <a:latin typeface="Univers Condensed Light" panose="020B0306020202040204" pitchFamily="34" charset="0"/>
                          <a:cs typeface="Posterama" panose="020B0504020200020000" pitchFamily="34" charset="0"/>
                        </a:rPr>
                        <a:t>Fund required </a:t>
                      </a:r>
                    </a:p>
                    <a:p>
                      <a:pPr algn="ctr"/>
                      <a:r>
                        <a:rPr lang="en-US" sz="2000" b="0" i="0" dirty="0">
                          <a:solidFill>
                            <a:schemeClr val="tx1"/>
                          </a:solidFill>
                          <a:latin typeface="Univers Condensed Light" panose="020B0306020202040204" pitchFamily="34" charset="0"/>
                          <a:cs typeface="Posterama" panose="020B0504020200020000" pitchFamily="34" charset="0"/>
                        </a:rPr>
                        <a:t>(Insert </a:t>
                      </a:r>
                      <a:r>
                        <a:rPr lang="en-IN" sz="2000" b="0" i="0" dirty="0">
                          <a:solidFill>
                            <a:schemeClr val="tx1"/>
                          </a:solidFill>
                          <a:latin typeface="Univers Condensed Light" panose="020B0306020202040204" pitchFamily="34" charset="0"/>
                          <a:cs typeface="Posterama" panose="020B0504020200020000" pitchFamily="34" charset="0"/>
                        </a:rPr>
                        <a:t>from serial number</a:t>
                      </a:r>
                      <a:r>
                        <a:rPr lang="en-US" sz="2000" b="0" i="0" dirty="0">
                          <a:solidFill>
                            <a:schemeClr val="tx1"/>
                          </a:solidFill>
                          <a:latin typeface="Univers Condensed Light" panose="020B0306020202040204" pitchFamily="34" charset="0"/>
                          <a:cs typeface="Posterama" panose="020B0504020200020000" pitchFamily="34" charset="0"/>
                        </a:rPr>
                        <a:t>)</a:t>
                      </a:r>
                    </a:p>
                  </a:txBody>
                  <a:tcPr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910302437"/>
                  </a:ext>
                </a:extLst>
              </a:tr>
              <a:tr h="694500">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1</a:t>
                      </a:r>
                    </a:p>
                  </a:txBody>
                  <a:tcPr anchor="ctr">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3"/>
                    </a:solidFill>
                  </a:tcPr>
                </a:tc>
                <a:tc>
                  <a:txBody>
                    <a:bodyPr/>
                    <a:lstStyle/>
                    <a:p>
                      <a:pPr algn="ctr"/>
                      <a:r>
                        <a:rPr lang="en-IN" sz="2000" b="0" i="0" dirty="0">
                          <a:solidFill>
                            <a:schemeClr val="bg1"/>
                          </a:solidFill>
                          <a:latin typeface="Univers Condensed Light" panose="020B0306020202040204" pitchFamily="34" charset="0"/>
                          <a:cs typeface="Posterama" panose="020B0504020200020000" pitchFamily="34" charset="0"/>
                        </a:rPr>
                        <a:t>Source code Development </a:t>
                      </a:r>
                      <a:endParaRPr lang="en-US" sz="2000" b="0" i="0" dirty="0">
                        <a:solidFill>
                          <a:schemeClr val="bg1"/>
                        </a:solidFill>
                        <a:latin typeface="Univers Condensed Light" panose="020B0306020202040204" pitchFamily="34" charset="0"/>
                        <a:cs typeface="Posterama" panose="020B0504020200020000" pitchFamily="34" charset="0"/>
                      </a:endParaRPr>
                    </a:p>
                  </a:txBody>
                  <a:tcPr anchor="ctr">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3"/>
                    </a:solidFill>
                  </a:tcPr>
                </a:tc>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Develop the Website</a:t>
                      </a:r>
                    </a:p>
                  </a:txBody>
                  <a:tcPr anchor="ctr">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3"/>
                    </a:solidFill>
                  </a:tcPr>
                </a:tc>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Check it is working well for </a:t>
                      </a:r>
                      <a:r>
                        <a:rPr lang="en-US" sz="2000" b="0" i="0" dirty="0" err="1">
                          <a:solidFill>
                            <a:schemeClr val="bg1"/>
                          </a:solidFill>
                          <a:latin typeface="Univers Condensed Light" panose="020B0306020202040204" pitchFamily="34" charset="0"/>
                          <a:cs typeface="Posterama" panose="020B0504020200020000" pitchFamily="34" charset="0"/>
                        </a:rPr>
                        <a:t>requirments</a:t>
                      </a:r>
                      <a:endParaRPr lang="en-US" sz="2000" b="0" i="0" dirty="0">
                        <a:solidFill>
                          <a:schemeClr val="bg1"/>
                        </a:solidFill>
                        <a:latin typeface="Univers Condensed Light" panose="020B0306020202040204" pitchFamily="34" charset="0"/>
                        <a:cs typeface="Posterama" panose="020B0504020200020000" pitchFamily="34" charset="0"/>
                      </a:endParaRPr>
                    </a:p>
                  </a:txBody>
                  <a:tcPr anchor="ctr">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3"/>
                    </a:solidFill>
                  </a:tcPr>
                </a:tc>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1</a:t>
                      </a:r>
                    </a:p>
                  </a:txBody>
                  <a:tcPr anchor="ctr">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3454227287"/>
                  </a:ext>
                </a:extLst>
              </a:tr>
              <a:tr h="1298414">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Hosting in internet</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Host it in the internet and make this </a:t>
                      </a:r>
                      <a:r>
                        <a:rPr lang="en-US" sz="2000" b="0" i="0" dirty="0" err="1">
                          <a:solidFill>
                            <a:schemeClr val="bg1"/>
                          </a:solidFill>
                          <a:latin typeface="Univers Condensed Light" panose="020B0306020202040204" pitchFamily="34" charset="0"/>
                          <a:cs typeface="Posterama" panose="020B0504020200020000" pitchFamily="34" charset="0"/>
                        </a:rPr>
                        <a:t>accessable</a:t>
                      </a:r>
                      <a:r>
                        <a:rPr lang="en-US" sz="2000" b="0" i="0" dirty="0">
                          <a:solidFill>
                            <a:schemeClr val="bg1"/>
                          </a:solidFill>
                          <a:latin typeface="Univers Condensed Light" panose="020B0306020202040204" pitchFamily="34" charset="0"/>
                          <a:cs typeface="Posterama" panose="020B0504020200020000" pitchFamily="34" charset="0"/>
                        </a:rPr>
                        <a:t> for every one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Check is it in the specific Domain we expected</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21463532"/>
                  </a:ext>
                </a:extLst>
              </a:tr>
              <a:tr h="1600370">
                <a:tc>
                  <a:txBody>
                    <a:bodyPr/>
                    <a:lstStyle/>
                    <a:p>
                      <a:pPr algn="ctr"/>
                      <a:r>
                        <a:rPr lang="en-US" sz="2000" b="0" i="0" dirty="0">
                          <a:solidFill>
                            <a:schemeClr val="bg1"/>
                          </a:solidFill>
                          <a:latin typeface="Univers Condensed Light" panose="020B0306020202040204" pitchFamily="34" charset="0"/>
                        </a:rPr>
                        <a:t>3</a:t>
                      </a:r>
                      <a:endParaRPr lang="en-US" sz="2000" b="0" i="0" dirty="0">
                        <a:solidFill>
                          <a:schemeClr val="bg1"/>
                        </a:solidFill>
                        <a:latin typeface="Univers Condensed Light" panose="020B0306020202040204" pitchFamily="34" charset="0"/>
                        <a:cs typeface="Posterama" panose="020B0504020200020000"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dirty="0">
                          <a:solidFill>
                            <a:schemeClr val="bg1"/>
                          </a:solidFill>
                          <a:latin typeface="Univers Condensed Light" panose="020B0306020202040204" pitchFamily="34" charset="0"/>
                          <a:cs typeface="Posterama" panose="020B0504020200020000" pitchFamily="34" charset="0"/>
                        </a:rPr>
                        <a:t>Marketing </a:t>
                      </a:r>
                      <a:r>
                        <a:rPr lang="en-IN" sz="2000" b="0" i="0" dirty="0">
                          <a:solidFill>
                            <a:schemeClr val="bg1"/>
                          </a:solidFill>
                          <a:latin typeface="Univers Condensed Light" panose="020B0306020202040204" pitchFamily="34" charset="0"/>
                          <a:cs typeface="Posterama" panose="020B0504020200020000" pitchFamily="34" charset="0"/>
                        </a:rPr>
                        <a:t>strategy and testing </a:t>
                      </a:r>
                      <a:endParaRPr lang="en-US" sz="2000" b="0" i="0" dirty="0">
                        <a:solidFill>
                          <a:schemeClr val="bg1"/>
                        </a:solidFill>
                        <a:latin typeface="Univers Condensed Light" panose="020B0306020202040204" pitchFamily="34" charset="0"/>
                        <a:cs typeface="Posterama" panose="020B0504020200020000" pitchFamily="34" charset="0"/>
                      </a:endParaRPr>
                    </a:p>
                    <a:p>
                      <a:pPr algn="ctr"/>
                      <a:endParaRPr lang="en-US" sz="2000" b="0" i="0" dirty="0">
                        <a:solidFill>
                          <a:schemeClr val="bg1"/>
                        </a:solidFill>
                        <a:latin typeface="Univers Condensed Light" panose="020B0306020202040204" pitchFamily="34" charset="0"/>
                        <a:cs typeface="Posterama" panose="020B0504020200020000"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0" i="0" dirty="0">
                          <a:solidFill>
                            <a:schemeClr val="bg1"/>
                          </a:solidFill>
                          <a:latin typeface="Univers Condensed Light" panose="020B0306020202040204" pitchFamily="34" charset="0"/>
                          <a:cs typeface="Posterama" panose="020B0504020200020000" pitchFamily="34" charset="0"/>
                        </a:rPr>
                        <a:t>Creating ads posting it , Promotions from Tech </a:t>
                      </a:r>
                      <a:r>
                        <a:rPr lang="en-IN" sz="2000" b="0" i="0" dirty="0" err="1">
                          <a:solidFill>
                            <a:schemeClr val="bg1"/>
                          </a:solidFill>
                          <a:latin typeface="Univers Condensed Light" panose="020B0306020202040204" pitchFamily="34" charset="0"/>
                          <a:cs typeface="Posterama" panose="020B0504020200020000" pitchFamily="34" charset="0"/>
                        </a:rPr>
                        <a:t>companys</a:t>
                      </a:r>
                      <a:r>
                        <a:rPr lang="en-IN" sz="2000" b="0" i="0" dirty="0">
                          <a:solidFill>
                            <a:schemeClr val="bg1"/>
                          </a:solidFill>
                          <a:latin typeface="Univers Condensed Light" panose="020B0306020202040204" pitchFamily="34" charset="0"/>
                          <a:cs typeface="Posterama" panose="020B0504020200020000" pitchFamily="34" charset="0"/>
                        </a:rPr>
                        <a:t>  email </a:t>
                      </a:r>
                      <a:r>
                        <a:rPr lang="en-IN" sz="2000" b="0" i="0" dirty="0" err="1">
                          <a:solidFill>
                            <a:schemeClr val="bg1"/>
                          </a:solidFill>
                          <a:latin typeface="Univers Condensed Light" panose="020B0306020202040204" pitchFamily="34" charset="0"/>
                          <a:cs typeface="Posterama" panose="020B0504020200020000" pitchFamily="34" charset="0"/>
                        </a:rPr>
                        <a:t>marketting</a:t>
                      </a:r>
                      <a:endParaRPr lang="en-US" sz="2000" b="0" i="0" dirty="0">
                        <a:solidFill>
                          <a:schemeClr val="bg1"/>
                        </a:solidFill>
                        <a:latin typeface="Univers Condensed Light" panose="020B0306020202040204" pitchFamily="34" charset="0"/>
                        <a:cs typeface="Posterama" panose="020B0504020200020000" pitchFamily="34" charset="0"/>
                      </a:endParaRPr>
                    </a:p>
                    <a:p>
                      <a:pPr algn="ctr"/>
                      <a:endParaRPr lang="en-US" sz="2000" b="0" i="0" dirty="0">
                        <a:solidFill>
                          <a:schemeClr val="bg1"/>
                        </a:solidFill>
                        <a:latin typeface="Univers Condensed Light" panose="020B0306020202040204" pitchFamily="34" charset="0"/>
                        <a:cs typeface="Posterama" panose="020B0504020200020000"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dirty="0">
                          <a:solidFill>
                            <a:schemeClr val="bg1"/>
                          </a:solidFill>
                          <a:latin typeface="Univers Condensed Light" panose="020B0306020202040204" pitchFamily="34" charset="0"/>
                          <a:cs typeface="Posterama" panose="020B0504020200020000" pitchFamily="34" charset="0"/>
                        </a:rPr>
                        <a:t>Check the current website traffic is it increased like our expectation so done</a:t>
                      </a:r>
                    </a:p>
                    <a:p>
                      <a:pPr algn="ctr"/>
                      <a:endParaRPr lang="en-US" sz="2000" b="0" i="0" dirty="0">
                        <a:solidFill>
                          <a:schemeClr val="bg1"/>
                        </a:solidFill>
                        <a:latin typeface="Univers Condensed Light" panose="020B0306020202040204" pitchFamily="34" charset="0"/>
                        <a:cs typeface="Posterama" panose="020B0504020200020000"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solidFill>
                  </a:tcPr>
                </a:tc>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944132588"/>
                  </a:ext>
                </a:extLst>
              </a:tr>
              <a:tr h="1600370">
                <a:tc>
                  <a:txBody>
                    <a:bodyPr/>
                    <a:lstStyle/>
                    <a:p>
                      <a:pPr algn="ctr"/>
                      <a:r>
                        <a:rPr lang="en-US" sz="2000" b="0" i="0" dirty="0">
                          <a:solidFill>
                            <a:schemeClr val="bg1"/>
                          </a:solidFill>
                          <a:latin typeface="Univers Condensed Light" panose="020B0306020202040204" pitchFamily="34" charset="0"/>
                        </a:rPr>
                        <a:t>4</a:t>
                      </a:r>
                      <a:endParaRPr lang="en-US" sz="2000" b="0" i="0" dirty="0">
                        <a:solidFill>
                          <a:schemeClr val="bg1"/>
                        </a:solidFill>
                        <a:latin typeface="Univers Condensed Light" panose="020B0306020202040204" pitchFamily="34" charset="0"/>
                        <a:cs typeface="Posterama" panose="020B0504020200020000"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Project </a:t>
                      </a:r>
                      <a:r>
                        <a:rPr lang="en-US" sz="2000" b="0" i="0" dirty="0" err="1">
                          <a:solidFill>
                            <a:schemeClr val="bg1"/>
                          </a:solidFill>
                          <a:latin typeface="Univers Condensed Light" panose="020B0306020202040204" pitchFamily="34" charset="0"/>
                          <a:cs typeface="Posterama" panose="020B0504020200020000" pitchFamily="34" charset="0"/>
                        </a:rPr>
                        <a:t>maintaian</a:t>
                      </a:r>
                      <a:endParaRPr lang="en-US" sz="2000" b="0" i="0" dirty="0">
                        <a:solidFill>
                          <a:schemeClr val="bg1"/>
                        </a:solidFill>
                        <a:latin typeface="Univers Condensed Light" panose="020B0306020202040204" pitchFamily="34" charset="0"/>
                        <a:cs typeface="Posterama" panose="020B0504020200020000"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Update  existing things , </a:t>
                      </a:r>
                      <a:r>
                        <a:rPr lang="en-US" sz="2000" b="0" i="0" dirty="0" err="1">
                          <a:solidFill>
                            <a:schemeClr val="bg1"/>
                          </a:solidFill>
                          <a:latin typeface="Univers Condensed Light" panose="020B0306020202040204" pitchFamily="34" charset="0"/>
                          <a:cs typeface="Posterama" panose="020B0504020200020000" pitchFamily="34" charset="0"/>
                        </a:rPr>
                        <a:t>analyse</a:t>
                      </a:r>
                      <a:r>
                        <a:rPr lang="en-US" sz="2000" b="0" i="0" dirty="0">
                          <a:solidFill>
                            <a:schemeClr val="bg1"/>
                          </a:solidFill>
                          <a:latin typeface="Univers Condensed Light" panose="020B0306020202040204" pitchFamily="34" charset="0"/>
                          <a:cs typeface="Posterama" panose="020B0504020200020000" pitchFamily="34" charset="0"/>
                        </a:rPr>
                        <a:t> voice of customer</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Hacker updates endless because of new tech , so we also needed to update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algn="ctr"/>
                      <a:r>
                        <a:rPr lang="en-US" sz="2000" b="0" i="0" dirty="0">
                          <a:solidFill>
                            <a:schemeClr val="bg1"/>
                          </a:solidFill>
                          <a:latin typeface="Univers Condensed Light" panose="020B0306020202040204" pitchFamily="34" charset="0"/>
                          <a:cs typeface="Posterama" panose="020B0504020200020000" pitchFamily="34" charset="0"/>
                        </a:rPr>
                        <a:t>4</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696221205"/>
                  </a:ext>
                </a:extLst>
              </a:tr>
            </a:tbl>
          </a:graphicData>
        </a:graphic>
      </p:graphicFrame>
      <p:sp>
        <p:nvSpPr>
          <p:cNvPr id="4" name="Slide Number Placeholder 3">
            <a:extLst>
              <a:ext uri="{FF2B5EF4-FFF2-40B4-BE49-F238E27FC236}">
                <a16:creationId xmlns:a16="http://schemas.microsoft.com/office/drawing/2014/main" id="{FD65F2FC-F191-8ABA-D041-517A8B212D2E}"/>
              </a:ext>
            </a:extLst>
          </p:cNvPr>
          <p:cNvSpPr>
            <a:spLocks noGrp="1"/>
          </p:cNvSpPr>
          <p:nvPr>
            <p:ph type="sldNum" sz="quarter" idx="12"/>
          </p:nvPr>
        </p:nvSpPr>
        <p:spPr/>
        <p:txBody>
          <a:bodyPr/>
          <a:lstStyle/>
          <a:p>
            <a:fld id="{8D0AFDD5-844D-364D-8AEC-50CF4D36D55D}" type="slidenum">
              <a:rPr lang="en-US" smtClean="0"/>
              <a:t>11</a:t>
            </a:fld>
            <a:endParaRPr lang="en-US" dirty="0"/>
          </a:p>
        </p:txBody>
      </p:sp>
      <p:sp>
        <p:nvSpPr>
          <p:cNvPr id="3" name="Footer Placeholder 2">
            <a:extLst>
              <a:ext uri="{FF2B5EF4-FFF2-40B4-BE49-F238E27FC236}">
                <a16:creationId xmlns:a16="http://schemas.microsoft.com/office/drawing/2014/main" id="{C8A3312F-4518-5192-801F-149866D4FAA2}"/>
              </a:ext>
            </a:extLst>
          </p:cNvPr>
          <p:cNvSpPr>
            <a:spLocks noGrp="1"/>
          </p:cNvSpPr>
          <p:nvPr>
            <p:ph type="ftr" sz="quarter" idx="11"/>
          </p:nvPr>
        </p:nvSpPr>
        <p:spPr/>
        <p:txBody>
          <a:bodyPr/>
          <a:lstStyle/>
          <a:p>
            <a:r>
              <a:rPr lang="en-US" dirty="0"/>
              <a:t>]</a:t>
            </a:r>
          </a:p>
        </p:txBody>
      </p:sp>
      <p:sp>
        <p:nvSpPr>
          <p:cNvPr id="2" name="Date Placeholder 1">
            <a:extLst>
              <a:ext uri="{FF2B5EF4-FFF2-40B4-BE49-F238E27FC236}">
                <a16:creationId xmlns:a16="http://schemas.microsoft.com/office/drawing/2014/main" id="{0A88898C-1047-333C-13A1-84E3E8C8A424}"/>
              </a:ext>
            </a:extLst>
          </p:cNvPr>
          <p:cNvSpPr>
            <a:spLocks noGrp="1"/>
          </p:cNvSpPr>
          <p:nvPr>
            <p:ph type="dt" sz="half" idx="10"/>
          </p:nvPr>
        </p:nvSpPr>
        <p:spPr/>
        <p:txBody>
          <a:bodyPr/>
          <a:lstStyle/>
          <a:p>
            <a:r>
              <a:rPr lang="en-US" dirty="0"/>
              <a:t>20XX</a:t>
            </a:r>
          </a:p>
        </p:txBody>
      </p:sp>
    </p:spTree>
    <p:extLst>
      <p:ext uri="{BB962C8B-B14F-4D97-AF65-F5344CB8AC3E}">
        <p14:creationId xmlns:p14="http://schemas.microsoft.com/office/powerpoint/2010/main" val="4122914552"/>
      </p:ext>
    </p:extLst>
  </p:cSld>
  <p:clrMapOvr>
    <a:masterClrMapping/>
  </p:clrMapOvr>
  <mc:AlternateContent xmlns:mc="http://schemas.openxmlformats.org/markup-compatibility/2006" xmlns:p14="http://schemas.microsoft.com/office/powerpoint/2010/main">
    <mc:Choice Requires="p14">
      <p:transition spd="slow" p14:dur="2000" advTm="89639"/>
    </mc:Choice>
    <mc:Fallback xmlns="">
      <p:transition spd="slow" advTm="89639"/>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BCEE5-6E19-A5CA-D26A-C8D701B0F0AD}"/>
              </a:ext>
            </a:extLst>
          </p:cNvPr>
          <p:cNvSpPr>
            <a:spLocks noGrp="1"/>
          </p:cNvSpPr>
          <p:nvPr>
            <p:ph type="title"/>
          </p:nvPr>
        </p:nvSpPr>
        <p:spPr/>
        <p:txBody>
          <a:bodyPr/>
          <a:lstStyle/>
          <a:p>
            <a:r>
              <a:rPr lang="en-IN" dirty="0"/>
              <a:t>Impact</a:t>
            </a:r>
          </a:p>
        </p:txBody>
      </p:sp>
      <p:sp>
        <p:nvSpPr>
          <p:cNvPr id="3" name="Picture Placeholder 2">
            <a:extLst>
              <a:ext uri="{FF2B5EF4-FFF2-40B4-BE49-F238E27FC236}">
                <a16:creationId xmlns:a16="http://schemas.microsoft.com/office/drawing/2014/main" id="{631DA045-E490-9B7E-AE74-8A17B7BB1058}"/>
              </a:ext>
            </a:extLst>
          </p:cNvPr>
          <p:cNvSpPr>
            <a:spLocks noGrp="1"/>
          </p:cNvSpPr>
          <p:nvPr>
            <p:ph type="pic" sz="quarter" idx="10"/>
          </p:nvPr>
        </p:nvSpPr>
        <p:spPr/>
      </p:sp>
      <p:sp>
        <p:nvSpPr>
          <p:cNvPr id="4" name="Text Placeholder 3">
            <a:extLst>
              <a:ext uri="{FF2B5EF4-FFF2-40B4-BE49-F238E27FC236}">
                <a16:creationId xmlns:a16="http://schemas.microsoft.com/office/drawing/2014/main" id="{9BEA6662-D26E-9727-2D6E-703C2C0A25D1}"/>
              </a:ext>
            </a:extLst>
          </p:cNvPr>
          <p:cNvSpPr>
            <a:spLocks noGrp="1"/>
          </p:cNvSpPr>
          <p:nvPr>
            <p:ph type="body" sz="quarter" idx="15"/>
          </p:nvPr>
        </p:nvSpPr>
        <p:spPr>
          <a:xfrm>
            <a:off x="5769864" y="187255"/>
            <a:ext cx="3840480" cy="608273"/>
          </a:xfrm>
        </p:spPr>
        <p:txBody>
          <a:bodyPr/>
          <a:lstStyle/>
          <a:p>
            <a:r>
              <a:rPr lang="en-IN" dirty="0"/>
              <a:t>Out come appear</a:t>
            </a:r>
          </a:p>
        </p:txBody>
      </p:sp>
      <p:sp>
        <p:nvSpPr>
          <p:cNvPr id="5" name="Text Placeholder 4">
            <a:extLst>
              <a:ext uri="{FF2B5EF4-FFF2-40B4-BE49-F238E27FC236}">
                <a16:creationId xmlns:a16="http://schemas.microsoft.com/office/drawing/2014/main" id="{65F254C2-C10F-2873-9B77-31FA6ECE82D1}"/>
              </a:ext>
            </a:extLst>
          </p:cNvPr>
          <p:cNvSpPr>
            <a:spLocks noGrp="1"/>
          </p:cNvSpPr>
          <p:nvPr>
            <p:ph type="body" sz="quarter" idx="20"/>
          </p:nvPr>
        </p:nvSpPr>
        <p:spPr>
          <a:xfrm>
            <a:off x="5769864" y="387626"/>
            <a:ext cx="6067640" cy="986007"/>
          </a:xfrm>
        </p:spPr>
        <p:txBody>
          <a:bodyPr/>
          <a:lstStyle/>
          <a:p>
            <a:r>
              <a:rPr lang="en-IN" dirty="0"/>
              <a:t>Cyber attacks may happen like now but victims are entirely power full and there is a only a small part of people only be damaged throw cyber attack, Most of the people handle problem their own if smaller</a:t>
            </a:r>
          </a:p>
        </p:txBody>
      </p:sp>
      <p:sp>
        <p:nvSpPr>
          <p:cNvPr id="6" name="Picture Placeholder 5">
            <a:extLst>
              <a:ext uri="{FF2B5EF4-FFF2-40B4-BE49-F238E27FC236}">
                <a16:creationId xmlns:a16="http://schemas.microsoft.com/office/drawing/2014/main" id="{B25737C1-DC2C-B143-6613-4616C84E535C}"/>
              </a:ext>
            </a:extLst>
          </p:cNvPr>
          <p:cNvSpPr>
            <a:spLocks noGrp="1"/>
          </p:cNvSpPr>
          <p:nvPr>
            <p:ph type="pic" sz="quarter" idx="11"/>
          </p:nvPr>
        </p:nvSpPr>
        <p:spPr/>
      </p:sp>
      <p:sp>
        <p:nvSpPr>
          <p:cNvPr id="7" name="Text Placeholder 6">
            <a:extLst>
              <a:ext uri="{FF2B5EF4-FFF2-40B4-BE49-F238E27FC236}">
                <a16:creationId xmlns:a16="http://schemas.microsoft.com/office/drawing/2014/main" id="{8A6E2E2F-9624-05DD-DC02-F99B5C4BE332}"/>
              </a:ext>
            </a:extLst>
          </p:cNvPr>
          <p:cNvSpPr>
            <a:spLocks noGrp="1"/>
          </p:cNvSpPr>
          <p:nvPr>
            <p:ph type="body" sz="quarter" idx="16"/>
          </p:nvPr>
        </p:nvSpPr>
        <p:spPr>
          <a:xfrm>
            <a:off x="5769864" y="1547676"/>
            <a:ext cx="3840480" cy="537156"/>
          </a:xfrm>
        </p:spPr>
        <p:txBody>
          <a:bodyPr/>
          <a:lstStyle/>
          <a:p>
            <a:r>
              <a:rPr lang="en-IN" dirty="0"/>
              <a:t>Our solution make money</a:t>
            </a:r>
          </a:p>
        </p:txBody>
      </p:sp>
      <p:sp>
        <p:nvSpPr>
          <p:cNvPr id="8" name="Text Placeholder 7">
            <a:extLst>
              <a:ext uri="{FF2B5EF4-FFF2-40B4-BE49-F238E27FC236}">
                <a16:creationId xmlns:a16="http://schemas.microsoft.com/office/drawing/2014/main" id="{D04E2AE2-801C-EEE2-1466-9204F170BCF6}"/>
              </a:ext>
            </a:extLst>
          </p:cNvPr>
          <p:cNvSpPr>
            <a:spLocks noGrp="1"/>
          </p:cNvSpPr>
          <p:nvPr>
            <p:ph type="body" sz="quarter" idx="21"/>
          </p:nvPr>
        </p:nvSpPr>
        <p:spPr>
          <a:xfrm>
            <a:off x="5769864" y="1789885"/>
            <a:ext cx="5878796" cy="640080"/>
          </a:xfrm>
        </p:spPr>
        <p:txBody>
          <a:bodyPr/>
          <a:lstStyle/>
          <a:p>
            <a:r>
              <a:rPr lang="en-IN" dirty="0"/>
              <a:t>We introduce paid and free plan to the users those need and focus on high level privacy by taking premium needed to pay the money to </a:t>
            </a:r>
            <a:r>
              <a:rPr lang="en-IN" dirty="0" err="1"/>
              <a:t>us.It</a:t>
            </a:r>
            <a:r>
              <a:rPr lang="en-IN" dirty="0"/>
              <a:t> also earn form donations , Ads by its real world skills</a:t>
            </a:r>
          </a:p>
        </p:txBody>
      </p:sp>
      <p:sp>
        <p:nvSpPr>
          <p:cNvPr id="9" name="Picture Placeholder 8">
            <a:extLst>
              <a:ext uri="{FF2B5EF4-FFF2-40B4-BE49-F238E27FC236}">
                <a16:creationId xmlns:a16="http://schemas.microsoft.com/office/drawing/2014/main" id="{A6FF2F2E-7330-5B35-D434-6E609329C6D6}"/>
              </a:ext>
            </a:extLst>
          </p:cNvPr>
          <p:cNvSpPr>
            <a:spLocks noGrp="1"/>
          </p:cNvSpPr>
          <p:nvPr>
            <p:ph type="pic" sz="quarter" idx="12"/>
          </p:nvPr>
        </p:nvSpPr>
        <p:spPr/>
      </p:sp>
      <p:sp>
        <p:nvSpPr>
          <p:cNvPr id="10" name="Text Placeholder 9">
            <a:extLst>
              <a:ext uri="{FF2B5EF4-FFF2-40B4-BE49-F238E27FC236}">
                <a16:creationId xmlns:a16="http://schemas.microsoft.com/office/drawing/2014/main" id="{88E639B2-B0F6-302A-8672-2A1937B77967}"/>
              </a:ext>
            </a:extLst>
          </p:cNvPr>
          <p:cNvSpPr>
            <a:spLocks noGrp="1"/>
          </p:cNvSpPr>
          <p:nvPr>
            <p:ph type="body" sz="quarter" idx="17"/>
          </p:nvPr>
        </p:nvSpPr>
        <p:spPr>
          <a:xfrm>
            <a:off x="5769864" y="2802834"/>
            <a:ext cx="3840480" cy="571301"/>
          </a:xfrm>
        </p:spPr>
        <p:txBody>
          <a:bodyPr/>
          <a:lstStyle/>
          <a:p>
            <a:r>
              <a:rPr lang="en-IN" dirty="0"/>
              <a:t>Solution benefit society</a:t>
            </a:r>
          </a:p>
        </p:txBody>
      </p:sp>
      <p:sp>
        <p:nvSpPr>
          <p:cNvPr id="11" name="Text Placeholder 10">
            <a:extLst>
              <a:ext uri="{FF2B5EF4-FFF2-40B4-BE49-F238E27FC236}">
                <a16:creationId xmlns:a16="http://schemas.microsoft.com/office/drawing/2014/main" id="{9899777D-D7BA-4B45-8DD0-1AEAD2E895C5}"/>
              </a:ext>
            </a:extLst>
          </p:cNvPr>
          <p:cNvSpPr>
            <a:spLocks noGrp="1"/>
          </p:cNvSpPr>
          <p:nvPr>
            <p:ph type="body" sz="quarter" idx="22"/>
          </p:nvPr>
        </p:nvSpPr>
        <p:spPr>
          <a:xfrm>
            <a:off x="5769864" y="3057496"/>
            <a:ext cx="5029200" cy="808825"/>
          </a:xfrm>
        </p:spPr>
        <p:txBody>
          <a:bodyPr/>
          <a:lstStyle/>
          <a:p>
            <a:r>
              <a:rPr lang="en-IN" dirty="0"/>
              <a:t>We offer paid and free plan if a person have not enough cash to spent then can be they use affordable version , the paid plan have a low cost under 200 and larger than 50</a:t>
            </a:r>
          </a:p>
        </p:txBody>
      </p:sp>
      <p:sp>
        <p:nvSpPr>
          <p:cNvPr id="12" name="Picture Placeholder 11">
            <a:extLst>
              <a:ext uri="{FF2B5EF4-FFF2-40B4-BE49-F238E27FC236}">
                <a16:creationId xmlns:a16="http://schemas.microsoft.com/office/drawing/2014/main" id="{62D9D003-D503-701B-7411-50021176EDA9}"/>
              </a:ext>
            </a:extLst>
          </p:cNvPr>
          <p:cNvSpPr>
            <a:spLocks noGrp="1"/>
          </p:cNvSpPr>
          <p:nvPr>
            <p:ph type="pic" sz="quarter" idx="13"/>
          </p:nvPr>
        </p:nvSpPr>
        <p:spPr/>
      </p:sp>
      <p:sp>
        <p:nvSpPr>
          <p:cNvPr id="13" name="Text Placeholder 12">
            <a:extLst>
              <a:ext uri="{FF2B5EF4-FFF2-40B4-BE49-F238E27FC236}">
                <a16:creationId xmlns:a16="http://schemas.microsoft.com/office/drawing/2014/main" id="{4317F36C-38DA-BE71-D5DB-21D1B08F5CD9}"/>
              </a:ext>
            </a:extLst>
          </p:cNvPr>
          <p:cNvSpPr>
            <a:spLocks noGrp="1"/>
          </p:cNvSpPr>
          <p:nvPr>
            <p:ph type="body" sz="quarter" idx="18"/>
          </p:nvPr>
        </p:nvSpPr>
        <p:spPr>
          <a:xfrm>
            <a:off x="5769864" y="4120983"/>
            <a:ext cx="3840480" cy="542457"/>
          </a:xfrm>
        </p:spPr>
        <p:txBody>
          <a:bodyPr/>
          <a:lstStyle/>
          <a:p>
            <a:r>
              <a:rPr lang="en-IN" dirty="0"/>
              <a:t>Business Impact</a:t>
            </a:r>
          </a:p>
        </p:txBody>
      </p:sp>
      <p:sp>
        <p:nvSpPr>
          <p:cNvPr id="14" name="Text Placeholder 13">
            <a:extLst>
              <a:ext uri="{FF2B5EF4-FFF2-40B4-BE49-F238E27FC236}">
                <a16:creationId xmlns:a16="http://schemas.microsoft.com/office/drawing/2014/main" id="{0631DBCE-450F-1A58-470D-D8EE7C653C46}"/>
              </a:ext>
            </a:extLst>
          </p:cNvPr>
          <p:cNvSpPr>
            <a:spLocks noGrp="1"/>
          </p:cNvSpPr>
          <p:nvPr>
            <p:ph type="body" sz="quarter" idx="23"/>
          </p:nvPr>
        </p:nvSpPr>
        <p:spPr>
          <a:xfrm>
            <a:off x="5769863" y="4325111"/>
            <a:ext cx="5878797" cy="661771"/>
          </a:xfrm>
        </p:spPr>
        <p:txBody>
          <a:bodyPr/>
          <a:lstStyle/>
          <a:p>
            <a:r>
              <a:rPr lang="en-IN" dirty="0"/>
              <a:t>Profit will be increase because there is no </a:t>
            </a:r>
            <a:r>
              <a:rPr lang="en-IN" dirty="0" err="1"/>
              <a:t>Malayalm</a:t>
            </a:r>
            <a:r>
              <a:rPr lang="en-IN" dirty="0"/>
              <a:t> tools to help them in cyber security. People will give first priority to data so they definitely use this may be use the premium because it is affordable</a:t>
            </a:r>
          </a:p>
        </p:txBody>
      </p:sp>
      <p:sp>
        <p:nvSpPr>
          <p:cNvPr id="15" name="Picture Placeholder 14">
            <a:extLst>
              <a:ext uri="{FF2B5EF4-FFF2-40B4-BE49-F238E27FC236}">
                <a16:creationId xmlns:a16="http://schemas.microsoft.com/office/drawing/2014/main" id="{E0EAAE18-9B5E-D6D6-C994-9473D71191C6}"/>
              </a:ext>
            </a:extLst>
          </p:cNvPr>
          <p:cNvSpPr>
            <a:spLocks noGrp="1"/>
          </p:cNvSpPr>
          <p:nvPr>
            <p:ph type="pic" sz="quarter" idx="14"/>
          </p:nvPr>
        </p:nvSpPr>
        <p:spPr/>
      </p:sp>
      <p:sp>
        <p:nvSpPr>
          <p:cNvPr id="16" name="Text Placeholder 15">
            <a:extLst>
              <a:ext uri="{FF2B5EF4-FFF2-40B4-BE49-F238E27FC236}">
                <a16:creationId xmlns:a16="http://schemas.microsoft.com/office/drawing/2014/main" id="{6B91D3CF-4A8A-DBBB-BD1B-77B1932BF40E}"/>
              </a:ext>
            </a:extLst>
          </p:cNvPr>
          <p:cNvSpPr>
            <a:spLocks noGrp="1"/>
          </p:cNvSpPr>
          <p:nvPr>
            <p:ph type="body" sz="quarter" idx="19"/>
          </p:nvPr>
        </p:nvSpPr>
        <p:spPr>
          <a:xfrm>
            <a:off x="5769864" y="5445672"/>
            <a:ext cx="3840480" cy="507072"/>
          </a:xfrm>
        </p:spPr>
        <p:txBody>
          <a:bodyPr/>
          <a:lstStyle/>
          <a:p>
            <a:r>
              <a:rPr lang="en-IN" dirty="0"/>
              <a:t>Social Impact</a:t>
            </a:r>
          </a:p>
        </p:txBody>
      </p:sp>
      <p:sp>
        <p:nvSpPr>
          <p:cNvPr id="17" name="Text Placeholder 16">
            <a:extLst>
              <a:ext uri="{FF2B5EF4-FFF2-40B4-BE49-F238E27FC236}">
                <a16:creationId xmlns:a16="http://schemas.microsoft.com/office/drawing/2014/main" id="{5495803B-3F37-5CD4-AFA1-681BB6E23934}"/>
              </a:ext>
            </a:extLst>
          </p:cNvPr>
          <p:cNvSpPr>
            <a:spLocks noGrp="1"/>
          </p:cNvSpPr>
          <p:nvPr>
            <p:ph type="body" sz="quarter" idx="24"/>
          </p:nvPr>
        </p:nvSpPr>
        <p:spPr>
          <a:xfrm>
            <a:off x="5769864" y="5675320"/>
            <a:ext cx="5501110" cy="600866"/>
          </a:xfrm>
        </p:spPr>
        <p:txBody>
          <a:bodyPr/>
          <a:lstStyle/>
          <a:p>
            <a:r>
              <a:rPr lang="en-IN" dirty="0"/>
              <a:t>This will create a large impact by we offer free plan , and also we offer premium with very low cost throw that is really giving a opportunity even for a revolutionary movement</a:t>
            </a:r>
          </a:p>
        </p:txBody>
      </p:sp>
    </p:spTree>
    <p:extLst>
      <p:ext uri="{BB962C8B-B14F-4D97-AF65-F5344CB8AC3E}">
        <p14:creationId xmlns:p14="http://schemas.microsoft.com/office/powerpoint/2010/main" val="731007007"/>
      </p:ext>
    </p:extLst>
  </p:cSld>
  <p:clrMapOvr>
    <a:masterClrMapping/>
  </p:clrMapOvr>
  <mc:AlternateContent xmlns:mc="http://schemas.openxmlformats.org/markup-compatibility/2006" xmlns:p14="http://schemas.microsoft.com/office/powerpoint/2010/main">
    <mc:Choice Requires="p14">
      <p:transition spd="slow" p14:dur="2000" advTm="306037"/>
    </mc:Choice>
    <mc:Fallback xmlns="">
      <p:transition spd="slow" advTm="306037"/>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9DAC7-B221-863D-5A3D-5BA661C4EE6D}"/>
              </a:ext>
            </a:extLst>
          </p:cNvPr>
          <p:cNvSpPr>
            <a:spLocks noGrp="1"/>
          </p:cNvSpPr>
          <p:nvPr>
            <p:ph type="title"/>
          </p:nvPr>
        </p:nvSpPr>
        <p:spPr>
          <a:xfrm>
            <a:off x="452487" y="512064"/>
            <a:ext cx="11019933" cy="1014984"/>
          </a:xfrm>
        </p:spPr>
        <p:txBody>
          <a:bodyPr/>
          <a:lstStyle/>
          <a:p>
            <a:r>
              <a:rPr lang="en-IN" dirty="0"/>
              <a:t>Support Expected from Yip</a:t>
            </a:r>
          </a:p>
        </p:txBody>
      </p:sp>
      <p:sp>
        <p:nvSpPr>
          <p:cNvPr id="3" name="Text Placeholder 2">
            <a:extLst>
              <a:ext uri="{FF2B5EF4-FFF2-40B4-BE49-F238E27FC236}">
                <a16:creationId xmlns:a16="http://schemas.microsoft.com/office/drawing/2014/main" id="{192450E3-B796-DE38-7F3C-6EE3327DB666}"/>
              </a:ext>
            </a:extLst>
          </p:cNvPr>
          <p:cNvSpPr>
            <a:spLocks noGrp="1"/>
          </p:cNvSpPr>
          <p:nvPr>
            <p:ph type="body" sz="quarter" idx="14"/>
          </p:nvPr>
        </p:nvSpPr>
        <p:spPr/>
        <p:txBody>
          <a:bodyPr/>
          <a:lstStyle/>
          <a:p>
            <a:r>
              <a:rPr lang="en-IN" dirty="0"/>
              <a:t>We Expected from Yip </a:t>
            </a:r>
          </a:p>
        </p:txBody>
      </p:sp>
      <p:sp>
        <p:nvSpPr>
          <p:cNvPr id="4" name="Content Placeholder 3">
            <a:extLst>
              <a:ext uri="{FF2B5EF4-FFF2-40B4-BE49-F238E27FC236}">
                <a16:creationId xmlns:a16="http://schemas.microsoft.com/office/drawing/2014/main" id="{0F3118D8-7050-AA37-D8BE-0255902BE99A}"/>
              </a:ext>
            </a:extLst>
          </p:cNvPr>
          <p:cNvSpPr>
            <a:spLocks noGrp="1"/>
          </p:cNvSpPr>
          <p:nvPr>
            <p:ph sz="half" idx="2"/>
          </p:nvPr>
        </p:nvSpPr>
        <p:spPr>
          <a:xfrm>
            <a:off x="786384" y="2944368"/>
            <a:ext cx="4750816" cy="2909677"/>
          </a:xfrm>
        </p:spPr>
        <p:txBody>
          <a:bodyPr/>
          <a:lstStyle/>
          <a:p>
            <a:r>
              <a:rPr lang="en-IN" dirty="0"/>
              <a:t># Can the Yip make this a project under Government Turn it to       a Revolutionary movement. That may be create a revolution  </a:t>
            </a:r>
          </a:p>
          <a:p>
            <a:r>
              <a:rPr lang="en-IN" dirty="0"/>
              <a:t> by a Government is developing a high power full cyber    </a:t>
            </a:r>
          </a:p>
          <a:p>
            <a:r>
              <a:rPr lang="en-IN" dirty="0"/>
              <a:t> security tool to help there own people and make job options   </a:t>
            </a:r>
          </a:p>
          <a:p>
            <a:r>
              <a:rPr lang="en-IN" dirty="0"/>
              <a:t> for ethical hackers , software developers and also a way to  </a:t>
            </a:r>
          </a:p>
          <a:p>
            <a:r>
              <a:rPr lang="en-IN" dirty="0"/>
              <a:t> earn cash and give social welfare if possible. It makes this project a by the people to the people a feelings that is any country or government started in a Cyber security tool.</a:t>
            </a:r>
          </a:p>
        </p:txBody>
      </p:sp>
      <p:sp>
        <p:nvSpPr>
          <p:cNvPr id="5" name="Text Placeholder 4">
            <a:extLst>
              <a:ext uri="{FF2B5EF4-FFF2-40B4-BE49-F238E27FC236}">
                <a16:creationId xmlns:a16="http://schemas.microsoft.com/office/drawing/2014/main" id="{0E43697D-F13C-2A50-AC2A-C70988582A48}"/>
              </a:ext>
            </a:extLst>
          </p:cNvPr>
          <p:cNvSpPr>
            <a:spLocks noGrp="1"/>
          </p:cNvSpPr>
          <p:nvPr>
            <p:ph type="body" sz="quarter" idx="19"/>
          </p:nvPr>
        </p:nvSpPr>
        <p:spPr/>
        <p:txBody>
          <a:bodyPr/>
          <a:lstStyle/>
          <a:p>
            <a:endParaRPr lang="en-IN"/>
          </a:p>
        </p:txBody>
      </p:sp>
      <p:sp>
        <p:nvSpPr>
          <p:cNvPr id="6" name="Content Placeholder 5">
            <a:extLst>
              <a:ext uri="{FF2B5EF4-FFF2-40B4-BE49-F238E27FC236}">
                <a16:creationId xmlns:a16="http://schemas.microsoft.com/office/drawing/2014/main" id="{C8DFAB20-14AB-08E3-867C-CE40C73065F0}"/>
              </a:ext>
            </a:extLst>
          </p:cNvPr>
          <p:cNvSpPr>
            <a:spLocks noGrp="1"/>
          </p:cNvSpPr>
          <p:nvPr>
            <p:ph sz="half" idx="20"/>
          </p:nvPr>
        </p:nvSpPr>
        <p:spPr/>
        <p:txBody>
          <a:bodyPr/>
          <a:lstStyle/>
          <a:p>
            <a:endParaRPr lang="en-IN"/>
          </a:p>
        </p:txBody>
      </p:sp>
      <p:sp>
        <p:nvSpPr>
          <p:cNvPr id="7" name="Slide Number Placeholder 6">
            <a:extLst>
              <a:ext uri="{FF2B5EF4-FFF2-40B4-BE49-F238E27FC236}">
                <a16:creationId xmlns:a16="http://schemas.microsoft.com/office/drawing/2014/main" id="{EF7BEA07-7AE0-718C-A984-B4C880DA46F5}"/>
              </a:ext>
            </a:extLst>
          </p:cNvPr>
          <p:cNvSpPr>
            <a:spLocks noGrp="1"/>
          </p:cNvSpPr>
          <p:nvPr>
            <p:ph type="sldNum" sz="quarter" idx="12"/>
          </p:nvPr>
        </p:nvSpPr>
        <p:spPr/>
        <p:txBody>
          <a:bodyPr/>
          <a:lstStyle/>
          <a:p>
            <a:fld id="{8D0AFDD5-844D-364D-8AEC-50CF4D36D55D}" type="slidenum">
              <a:rPr lang="en-US" noProof="0" smtClean="0"/>
              <a:pPr/>
              <a:t>13</a:t>
            </a:fld>
            <a:endParaRPr lang="en-US" noProof="0" dirty="0"/>
          </a:p>
        </p:txBody>
      </p:sp>
      <p:sp>
        <p:nvSpPr>
          <p:cNvPr id="8" name="Footer Placeholder 7">
            <a:extLst>
              <a:ext uri="{FF2B5EF4-FFF2-40B4-BE49-F238E27FC236}">
                <a16:creationId xmlns:a16="http://schemas.microsoft.com/office/drawing/2014/main" id="{2657DD54-911B-0F73-837A-6F802285E9E9}"/>
              </a:ext>
            </a:extLst>
          </p:cNvPr>
          <p:cNvSpPr>
            <a:spLocks noGrp="1"/>
          </p:cNvSpPr>
          <p:nvPr>
            <p:ph type="ftr" sz="quarter" idx="11"/>
          </p:nvPr>
        </p:nvSpPr>
        <p:spPr/>
        <p:txBody>
          <a:bodyPr/>
          <a:lstStyle/>
          <a:p>
            <a:endParaRPr lang="en-US" noProof="0" dirty="0"/>
          </a:p>
        </p:txBody>
      </p:sp>
      <p:sp>
        <p:nvSpPr>
          <p:cNvPr id="9" name="Date Placeholder 8">
            <a:extLst>
              <a:ext uri="{FF2B5EF4-FFF2-40B4-BE49-F238E27FC236}">
                <a16:creationId xmlns:a16="http://schemas.microsoft.com/office/drawing/2014/main" id="{B2312F0A-8171-E72A-FE86-9DB89F7BAB4F}"/>
              </a:ext>
            </a:extLst>
          </p:cNvPr>
          <p:cNvSpPr>
            <a:spLocks noGrp="1"/>
          </p:cNvSpPr>
          <p:nvPr>
            <p:ph type="dt" sz="half" idx="10"/>
          </p:nvPr>
        </p:nvSpPr>
        <p:spPr/>
        <p:txBody>
          <a:bodyPr/>
          <a:lstStyle/>
          <a:p>
            <a:r>
              <a:rPr lang="en-US" noProof="0"/>
              <a:t>20XX</a:t>
            </a:r>
            <a:endParaRPr lang="en-US" noProof="0" dirty="0"/>
          </a:p>
        </p:txBody>
      </p:sp>
    </p:spTree>
    <p:extLst>
      <p:ext uri="{BB962C8B-B14F-4D97-AF65-F5344CB8AC3E}">
        <p14:creationId xmlns:p14="http://schemas.microsoft.com/office/powerpoint/2010/main" val="83928956"/>
      </p:ext>
    </p:extLst>
  </p:cSld>
  <p:clrMapOvr>
    <a:masterClrMapping/>
  </p:clrMapOvr>
  <mc:AlternateContent xmlns:mc="http://schemas.openxmlformats.org/markup-compatibility/2006" xmlns:p14="http://schemas.microsoft.com/office/powerpoint/2010/main">
    <mc:Choice Requires="p14">
      <p:transition spd="slow" p14:dur="2000" advTm="146676"/>
    </mc:Choice>
    <mc:Fallback xmlns="">
      <p:transition spd="slow" advTm="146676"/>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326763-1BBE-06D6-8637-8E42FA3E2DA8}"/>
              </a:ext>
            </a:extLst>
          </p:cNvPr>
          <p:cNvSpPr>
            <a:spLocks noGrp="1"/>
          </p:cNvSpPr>
          <p:nvPr>
            <p:ph type="sldNum" sz="quarter" idx="12"/>
          </p:nvPr>
        </p:nvSpPr>
        <p:spPr/>
        <p:txBody>
          <a:bodyPr/>
          <a:lstStyle/>
          <a:p>
            <a:fld id="{8D0AFDD5-844D-364D-8AEC-50CF4D36D55D}" type="slidenum">
              <a:rPr lang="en-US" noProof="0" smtClean="0"/>
              <a:t>14</a:t>
            </a:fld>
            <a:endParaRPr lang="en-US" noProof="0" dirty="0"/>
          </a:p>
        </p:txBody>
      </p:sp>
      <p:sp>
        <p:nvSpPr>
          <p:cNvPr id="4" name="Date Placeholder 3">
            <a:extLst>
              <a:ext uri="{FF2B5EF4-FFF2-40B4-BE49-F238E27FC236}">
                <a16:creationId xmlns:a16="http://schemas.microsoft.com/office/drawing/2014/main" id="{A8AFEF3B-E652-5CC8-44B1-693B65A51624}"/>
              </a:ext>
            </a:extLst>
          </p:cNvPr>
          <p:cNvSpPr>
            <a:spLocks noGrp="1"/>
          </p:cNvSpPr>
          <p:nvPr>
            <p:ph type="dt" sz="half" idx="10"/>
          </p:nvPr>
        </p:nvSpPr>
        <p:spPr/>
        <p:txBody>
          <a:bodyPr/>
          <a:lstStyle/>
          <a:p>
            <a:r>
              <a:rPr lang="en-US" noProof="0"/>
              <a:t>20XX</a:t>
            </a:r>
            <a:endParaRPr lang="en-US" noProof="0" dirty="0"/>
          </a:p>
        </p:txBody>
      </p:sp>
      <p:sp>
        <p:nvSpPr>
          <p:cNvPr id="5" name="TextBox 4">
            <a:extLst>
              <a:ext uri="{FF2B5EF4-FFF2-40B4-BE49-F238E27FC236}">
                <a16:creationId xmlns:a16="http://schemas.microsoft.com/office/drawing/2014/main" id="{4580DF02-237A-84A5-3199-51E590C1733E}"/>
              </a:ext>
            </a:extLst>
          </p:cNvPr>
          <p:cNvSpPr txBox="1"/>
          <p:nvPr/>
        </p:nvSpPr>
        <p:spPr>
          <a:xfrm>
            <a:off x="126986" y="232786"/>
            <a:ext cx="5731056" cy="1015663"/>
          </a:xfrm>
          <a:prstGeom prst="rect">
            <a:avLst/>
          </a:prstGeom>
          <a:noFill/>
        </p:spPr>
        <p:txBody>
          <a:bodyPr wrap="none" rtlCol="0">
            <a:spAutoFit/>
          </a:bodyPr>
          <a:lstStyle/>
          <a:p>
            <a:r>
              <a:rPr lang="en-IN" sz="6000" dirty="0">
                <a:latin typeface="MV Boli" panose="02000500030200090000" pitchFamily="2" charset="0"/>
                <a:cs typeface="MV Boli" panose="02000500030200090000" pitchFamily="2" charset="0"/>
              </a:rPr>
              <a:t>Athul </a:t>
            </a:r>
            <a:r>
              <a:rPr lang="en-IN" sz="6000" dirty="0" err="1">
                <a:latin typeface="MV Boli" panose="02000500030200090000" pitchFamily="2" charset="0"/>
                <a:cs typeface="MV Boli" panose="02000500030200090000" pitchFamily="2" charset="0"/>
              </a:rPr>
              <a:t>vinod</a:t>
            </a:r>
            <a:r>
              <a:rPr lang="en-IN" sz="6000" dirty="0">
                <a:latin typeface="MV Boli" panose="02000500030200090000" pitchFamily="2" charset="0"/>
                <a:cs typeface="MV Boli" panose="02000500030200090000" pitchFamily="2" charset="0"/>
              </a:rPr>
              <a:t> .M</a:t>
            </a:r>
          </a:p>
        </p:txBody>
      </p:sp>
      <p:sp>
        <p:nvSpPr>
          <p:cNvPr id="6" name="TextBox 5">
            <a:extLst>
              <a:ext uri="{FF2B5EF4-FFF2-40B4-BE49-F238E27FC236}">
                <a16:creationId xmlns:a16="http://schemas.microsoft.com/office/drawing/2014/main" id="{341A5D3D-2197-4F38-C6A5-25E5F3BEC553}"/>
              </a:ext>
            </a:extLst>
          </p:cNvPr>
          <p:cNvSpPr txBox="1"/>
          <p:nvPr/>
        </p:nvSpPr>
        <p:spPr>
          <a:xfrm>
            <a:off x="201988" y="1353019"/>
            <a:ext cx="5766322" cy="3416320"/>
          </a:xfrm>
          <a:prstGeom prst="rect">
            <a:avLst/>
          </a:prstGeom>
          <a:noFill/>
        </p:spPr>
        <p:txBody>
          <a:bodyPr wrap="none" rtlCol="0">
            <a:spAutoFit/>
          </a:bodyPr>
          <a:lstStyle/>
          <a:p>
            <a:pPr marL="342900" indent="-342900">
              <a:buFont typeface="Symbol" panose="05050102010706020507" pitchFamily="18" charset="2"/>
              <a:buChar char="¨"/>
            </a:pPr>
            <a:r>
              <a:rPr lang="en-IN" sz="2400" dirty="0"/>
              <a:t>Full stack web developer </a:t>
            </a:r>
          </a:p>
          <a:p>
            <a:pPr marL="342900" indent="-342900">
              <a:buFont typeface="Symbol" panose="05050102010706020507" pitchFamily="18" charset="2"/>
              <a:buChar char="¨"/>
            </a:pPr>
            <a:r>
              <a:rPr lang="en-IN" sz="2400" dirty="0"/>
              <a:t>Listed by the google searches</a:t>
            </a:r>
          </a:p>
          <a:p>
            <a:pPr marL="342900" indent="-342900">
              <a:buFont typeface="Symbol" panose="05050102010706020507" pitchFamily="18" charset="2"/>
              <a:buChar char="¨"/>
            </a:pPr>
            <a:r>
              <a:rPr lang="en-IN" sz="2400" dirty="0"/>
              <a:t>Cyber security student (Self learning)</a:t>
            </a:r>
          </a:p>
          <a:p>
            <a:pPr marL="342900" indent="-342900">
              <a:buFont typeface="Symbol" panose="05050102010706020507" pitchFamily="18" charset="2"/>
              <a:buChar char="¨"/>
            </a:pPr>
            <a:endParaRPr lang="en-IN" sz="2400" dirty="0"/>
          </a:p>
          <a:p>
            <a:r>
              <a:rPr lang="en-IN" sz="2400" dirty="0"/>
              <a:t>I am a</a:t>
            </a:r>
          </a:p>
          <a:p>
            <a:pPr marL="342900" indent="-342900">
              <a:buFont typeface="Symbol" panose="05050102010706020507" pitchFamily="18" charset="2"/>
              <a:buChar char="¨"/>
            </a:pPr>
            <a:r>
              <a:rPr lang="en-IN" sz="2400" dirty="0"/>
              <a:t>Python flask developer</a:t>
            </a:r>
          </a:p>
          <a:p>
            <a:pPr marL="342900" indent="-342900">
              <a:buFont typeface="Symbol" panose="05050102010706020507" pitchFamily="18" charset="2"/>
              <a:buChar char="¨"/>
            </a:pPr>
            <a:r>
              <a:rPr lang="en-IN" sz="2400" dirty="0"/>
              <a:t>Frontend developer</a:t>
            </a:r>
          </a:p>
          <a:p>
            <a:pPr marL="342900" indent="-342900">
              <a:buFont typeface="Symbol" panose="05050102010706020507" pitchFamily="18" charset="2"/>
              <a:buChar char="¨"/>
            </a:pPr>
            <a:r>
              <a:rPr lang="en-IN" sz="2400" dirty="0"/>
              <a:t>Knows variant tools like Git, Microservices etc.</a:t>
            </a:r>
          </a:p>
          <a:p>
            <a:endParaRPr lang="en-IN" sz="2400" dirty="0"/>
          </a:p>
        </p:txBody>
      </p:sp>
      <p:sp>
        <p:nvSpPr>
          <p:cNvPr id="7" name="TextBox 6">
            <a:extLst>
              <a:ext uri="{FF2B5EF4-FFF2-40B4-BE49-F238E27FC236}">
                <a16:creationId xmlns:a16="http://schemas.microsoft.com/office/drawing/2014/main" id="{ACCB321A-D5E1-6601-4A02-C371BBC986B2}"/>
              </a:ext>
            </a:extLst>
          </p:cNvPr>
          <p:cNvSpPr txBox="1"/>
          <p:nvPr/>
        </p:nvSpPr>
        <p:spPr>
          <a:xfrm>
            <a:off x="6569256" y="517809"/>
            <a:ext cx="5250155" cy="1015663"/>
          </a:xfrm>
          <a:prstGeom prst="rect">
            <a:avLst/>
          </a:prstGeom>
          <a:noFill/>
        </p:spPr>
        <p:txBody>
          <a:bodyPr wrap="none" rtlCol="0">
            <a:spAutoFit/>
          </a:bodyPr>
          <a:lstStyle/>
          <a:p>
            <a:r>
              <a:rPr lang="en-IN" sz="6000" b="1" dirty="0">
                <a:latin typeface="MV Boli" panose="02000500030200090000" pitchFamily="2" charset="0"/>
                <a:cs typeface="MV Boli" panose="02000500030200090000" pitchFamily="2" charset="0"/>
              </a:rPr>
              <a:t>Devanath V.M</a:t>
            </a:r>
          </a:p>
        </p:txBody>
      </p:sp>
      <p:sp>
        <p:nvSpPr>
          <p:cNvPr id="8" name="TextBox 7">
            <a:extLst>
              <a:ext uri="{FF2B5EF4-FFF2-40B4-BE49-F238E27FC236}">
                <a16:creationId xmlns:a16="http://schemas.microsoft.com/office/drawing/2014/main" id="{608F1670-79E6-9A86-E3A5-9146505A366A}"/>
              </a:ext>
            </a:extLst>
          </p:cNvPr>
          <p:cNvSpPr txBox="1"/>
          <p:nvPr/>
        </p:nvSpPr>
        <p:spPr>
          <a:xfrm>
            <a:off x="6902522" y="1740464"/>
            <a:ext cx="3575018" cy="954107"/>
          </a:xfrm>
          <a:prstGeom prst="rect">
            <a:avLst/>
          </a:prstGeom>
          <a:noFill/>
        </p:spPr>
        <p:txBody>
          <a:bodyPr wrap="none" rtlCol="0">
            <a:spAutoFit/>
          </a:bodyPr>
          <a:lstStyle/>
          <a:p>
            <a:pPr marL="285750" indent="-285750">
              <a:buFont typeface="Symbol" panose="05050102010706020507" pitchFamily="18" charset="2"/>
              <a:buChar char="¨"/>
            </a:pPr>
            <a:r>
              <a:rPr lang="en-IN" sz="2800" dirty="0"/>
              <a:t>Online researcher</a:t>
            </a:r>
          </a:p>
          <a:p>
            <a:pPr marL="285750" indent="-285750">
              <a:buFont typeface="Symbol" panose="05050102010706020507" pitchFamily="18" charset="2"/>
              <a:buChar char="¨"/>
            </a:pPr>
            <a:r>
              <a:rPr lang="en-IN" sz="2800" dirty="0"/>
              <a:t>Non technical supporter</a:t>
            </a:r>
          </a:p>
        </p:txBody>
      </p:sp>
    </p:spTree>
    <p:extLst>
      <p:ext uri="{BB962C8B-B14F-4D97-AF65-F5344CB8AC3E}">
        <p14:creationId xmlns:p14="http://schemas.microsoft.com/office/powerpoint/2010/main" val="1672382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D7B62A5-5ED1-F6CE-C003-BDE0C9CC0636}"/>
              </a:ext>
            </a:extLst>
          </p:cNvPr>
          <p:cNvSpPr>
            <a:spLocks noGrp="1"/>
          </p:cNvSpPr>
          <p:nvPr>
            <p:ph type="sldNum" sz="quarter" idx="12"/>
          </p:nvPr>
        </p:nvSpPr>
        <p:spPr/>
        <p:txBody>
          <a:bodyPr/>
          <a:lstStyle/>
          <a:p>
            <a:fld id="{8D0AFDD5-844D-364D-8AEC-50CF4D36D55D}" type="slidenum">
              <a:rPr lang="en-US" noProof="0" smtClean="0"/>
              <a:t>15</a:t>
            </a:fld>
            <a:endParaRPr lang="en-US" noProof="0" dirty="0"/>
          </a:p>
        </p:txBody>
      </p:sp>
      <p:sp>
        <p:nvSpPr>
          <p:cNvPr id="4" name="Date Placeholder 3">
            <a:extLst>
              <a:ext uri="{FF2B5EF4-FFF2-40B4-BE49-F238E27FC236}">
                <a16:creationId xmlns:a16="http://schemas.microsoft.com/office/drawing/2014/main" id="{DE6F3173-1C4B-EFA7-5945-DC8C208FC4D7}"/>
              </a:ext>
            </a:extLst>
          </p:cNvPr>
          <p:cNvSpPr>
            <a:spLocks noGrp="1"/>
          </p:cNvSpPr>
          <p:nvPr>
            <p:ph type="dt" sz="half" idx="10"/>
          </p:nvPr>
        </p:nvSpPr>
        <p:spPr/>
        <p:txBody>
          <a:bodyPr/>
          <a:lstStyle/>
          <a:p>
            <a:r>
              <a:rPr lang="en-US" noProof="0"/>
              <a:t>20XX</a:t>
            </a:r>
            <a:endParaRPr lang="en-US" noProof="0" dirty="0"/>
          </a:p>
        </p:txBody>
      </p:sp>
      <p:pic>
        <p:nvPicPr>
          <p:cNvPr id="6" name="Picture 5">
            <a:extLst>
              <a:ext uri="{FF2B5EF4-FFF2-40B4-BE49-F238E27FC236}">
                <a16:creationId xmlns:a16="http://schemas.microsoft.com/office/drawing/2014/main" id="{FFD10BCB-7409-2725-9218-674BDFE15BB8}"/>
              </a:ext>
            </a:extLst>
          </p:cNvPr>
          <p:cNvPicPr>
            <a:picLocks noChangeAspect="1"/>
          </p:cNvPicPr>
          <p:nvPr/>
        </p:nvPicPr>
        <p:blipFill>
          <a:blip r:embed="rId2"/>
          <a:stretch>
            <a:fillRect/>
          </a:stretch>
        </p:blipFill>
        <p:spPr>
          <a:xfrm>
            <a:off x="5011421" y="207851"/>
            <a:ext cx="6411220" cy="5391902"/>
          </a:xfrm>
          <a:prstGeom prst="rect">
            <a:avLst/>
          </a:prstGeom>
        </p:spPr>
      </p:pic>
      <p:sp>
        <p:nvSpPr>
          <p:cNvPr id="8" name="TextBox 7">
            <a:extLst>
              <a:ext uri="{FF2B5EF4-FFF2-40B4-BE49-F238E27FC236}">
                <a16:creationId xmlns:a16="http://schemas.microsoft.com/office/drawing/2014/main" id="{FCE311B3-CEEC-6E0E-571D-7D9C66D4DDD0}"/>
              </a:ext>
            </a:extLst>
          </p:cNvPr>
          <p:cNvSpPr txBox="1"/>
          <p:nvPr/>
        </p:nvSpPr>
        <p:spPr>
          <a:xfrm>
            <a:off x="7220932" y="5815661"/>
            <a:ext cx="2158739" cy="369332"/>
          </a:xfrm>
          <a:prstGeom prst="rect">
            <a:avLst/>
          </a:prstGeom>
          <a:noFill/>
        </p:spPr>
        <p:txBody>
          <a:bodyPr wrap="square" rtlCol="0">
            <a:spAutoFit/>
          </a:bodyPr>
          <a:lstStyle/>
          <a:p>
            <a:r>
              <a:rPr lang="en-IN" dirty="0"/>
              <a:t>SOURCE : google.com</a:t>
            </a:r>
          </a:p>
        </p:txBody>
      </p:sp>
      <p:sp>
        <p:nvSpPr>
          <p:cNvPr id="10" name="TextBox 9">
            <a:extLst>
              <a:ext uri="{FF2B5EF4-FFF2-40B4-BE49-F238E27FC236}">
                <a16:creationId xmlns:a16="http://schemas.microsoft.com/office/drawing/2014/main" id="{E858067F-4F42-3FF0-841D-CA770A41585C}"/>
              </a:ext>
            </a:extLst>
          </p:cNvPr>
          <p:cNvSpPr txBox="1"/>
          <p:nvPr/>
        </p:nvSpPr>
        <p:spPr>
          <a:xfrm>
            <a:off x="329939" y="2149311"/>
            <a:ext cx="5288436" cy="1107996"/>
          </a:xfrm>
          <a:prstGeom prst="rect">
            <a:avLst/>
          </a:prstGeom>
          <a:noFill/>
        </p:spPr>
        <p:txBody>
          <a:bodyPr wrap="square" rtlCol="0">
            <a:spAutoFit/>
          </a:bodyPr>
          <a:lstStyle/>
          <a:p>
            <a:r>
              <a:rPr lang="en-IN" sz="6600" dirty="0">
                <a:latin typeface="Comic Sans MS" panose="030F0702030302020204" pitchFamily="66" charset="0"/>
              </a:rPr>
              <a:t>Figure 1.0</a:t>
            </a:r>
          </a:p>
        </p:txBody>
      </p:sp>
    </p:spTree>
    <p:extLst>
      <p:ext uri="{BB962C8B-B14F-4D97-AF65-F5344CB8AC3E}">
        <p14:creationId xmlns:p14="http://schemas.microsoft.com/office/powerpoint/2010/main" val="3411419277"/>
      </p:ext>
    </p:extLst>
  </p:cSld>
  <p:clrMapOvr>
    <a:masterClrMapping/>
  </p:clrMapOvr>
  <mc:AlternateContent xmlns:mc="http://schemas.openxmlformats.org/markup-compatibility/2006" xmlns:p14="http://schemas.microsoft.com/office/powerpoint/2010/main">
    <mc:Choice Requires="p14">
      <p:transition spd="slow" p14:dur="2000" advTm="52428"/>
    </mc:Choice>
    <mc:Fallback xmlns="">
      <p:transition spd="slow" advTm="52428"/>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EC1BA1-9694-BD0D-2172-6E05E341ED66}"/>
              </a:ext>
            </a:extLst>
          </p:cNvPr>
          <p:cNvSpPr>
            <a:spLocks noGrp="1"/>
          </p:cNvSpPr>
          <p:nvPr>
            <p:ph type="sldNum" sz="quarter" idx="12"/>
          </p:nvPr>
        </p:nvSpPr>
        <p:spPr/>
        <p:txBody>
          <a:bodyPr/>
          <a:lstStyle/>
          <a:p>
            <a:fld id="{8D0AFDD5-844D-364D-8AEC-50CF4D36D55D}" type="slidenum">
              <a:rPr lang="en-US" noProof="0" smtClean="0"/>
              <a:t>16</a:t>
            </a:fld>
            <a:endParaRPr lang="en-US" noProof="0" dirty="0"/>
          </a:p>
        </p:txBody>
      </p:sp>
      <p:sp>
        <p:nvSpPr>
          <p:cNvPr id="4" name="Date Placeholder 3">
            <a:extLst>
              <a:ext uri="{FF2B5EF4-FFF2-40B4-BE49-F238E27FC236}">
                <a16:creationId xmlns:a16="http://schemas.microsoft.com/office/drawing/2014/main" id="{27439D2E-F45A-DC54-7E69-95BAD3828340}"/>
              </a:ext>
            </a:extLst>
          </p:cNvPr>
          <p:cNvSpPr>
            <a:spLocks noGrp="1"/>
          </p:cNvSpPr>
          <p:nvPr>
            <p:ph type="dt" sz="half" idx="10"/>
          </p:nvPr>
        </p:nvSpPr>
        <p:spPr/>
        <p:txBody>
          <a:bodyPr/>
          <a:lstStyle/>
          <a:p>
            <a:r>
              <a:rPr lang="en-US" noProof="0"/>
              <a:t>20XX</a:t>
            </a:r>
            <a:endParaRPr lang="en-US" noProof="0" dirty="0"/>
          </a:p>
        </p:txBody>
      </p:sp>
      <p:pic>
        <p:nvPicPr>
          <p:cNvPr id="6" name="Picture 5">
            <a:extLst>
              <a:ext uri="{FF2B5EF4-FFF2-40B4-BE49-F238E27FC236}">
                <a16:creationId xmlns:a16="http://schemas.microsoft.com/office/drawing/2014/main" id="{5CB11121-C415-E109-AB9D-7CB3863C10B6}"/>
              </a:ext>
            </a:extLst>
          </p:cNvPr>
          <p:cNvPicPr>
            <a:picLocks noChangeAspect="1"/>
          </p:cNvPicPr>
          <p:nvPr/>
        </p:nvPicPr>
        <p:blipFill>
          <a:blip r:embed="rId2"/>
          <a:stretch>
            <a:fillRect/>
          </a:stretch>
        </p:blipFill>
        <p:spPr>
          <a:xfrm>
            <a:off x="959616" y="360724"/>
            <a:ext cx="10593278" cy="3315163"/>
          </a:xfrm>
          <a:prstGeom prst="rect">
            <a:avLst/>
          </a:prstGeom>
        </p:spPr>
      </p:pic>
      <p:sp>
        <p:nvSpPr>
          <p:cNvPr id="7" name="TextBox 6">
            <a:extLst>
              <a:ext uri="{FF2B5EF4-FFF2-40B4-BE49-F238E27FC236}">
                <a16:creationId xmlns:a16="http://schemas.microsoft.com/office/drawing/2014/main" id="{FAFA8399-F9B2-8093-5246-432F87C5AE01}"/>
              </a:ext>
            </a:extLst>
          </p:cNvPr>
          <p:cNvSpPr txBox="1"/>
          <p:nvPr/>
        </p:nvSpPr>
        <p:spPr>
          <a:xfrm>
            <a:off x="669304" y="4325059"/>
            <a:ext cx="5043368" cy="1323439"/>
          </a:xfrm>
          <a:prstGeom prst="rect">
            <a:avLst/>
          </a:prstGeom>
          <a:noFill/>
        </p:spPr>
        <p:txBody>
          <a:bodyPr wrap="none" rtlCol="0">
            <a:spAutoFit/>
          </a:bodyPr>
          <a:lstStyle/>
          <a:p>
            <a:r>
              <a:rPr lang="en-IN" sz="8000" dirty="0">
                <a:latin typeface="Comic Sans MS" panose="030F0702030302020204" pitchFamily="66" charset="0"/>
              </a:rPr>
              <a:t>Figure 2.0</a:t>
            </a:r>
          </a:p>
        </p:txBody>
      </p:sp>
      <p:sp>
        <p:nvSpPr>
          <p:cNvPr id="8" name="TextBox 7">
            <a:extLst>
              <a:ext uri="{FF2B5EF4-FFF2-40B4-BE49-F238E27FC236}">
                <a16:creationId xmlns:a16="http://schemas.microsoft.com/office/drawing/2014/main" id="{60D08DF4-C534-746E-F558-C2B0C9A4C2AD}"/>
              </a:ext>
            </a:extLst>
          </p:cNvPr>
          <p:cNvSpPr txBox="1"/>
          <p:nvPr/>
        </p:nvSpPr>
        <p:spPr>
          <a:xfrm>
            <a:off x="7197789" y="4694390"/>
            <a:ext cx="3648173" cy="584775"/>
          </a:xfrm>
          <a:prstGeom prst="rect">
            <a:avLst/>
          </a:prstGeom>
          <a:noFill/>
        </p:spPr>
        <p:txBody>
          <a:bodyPr wrap="square" rtlCol="0">
            <a:spAutoFit/>
          </a:bodyPr>
          <a:lstStyle/>
          <a:p>
            <a:r>
              <a:rPr lang="en-IN" sz="3200" dirty="0"/>
              <a:t>Source : Google.com</a:t>
            </a:r>
          </a:p>
        </p:txBody>
      </p:sp>
    </p:spTree>
    <p:extLst>
      <p:ext uri="{BB962C8B-B14F-4D97-AF65-F5344CB8AC3E}">
        <p14:creationId xmlns:p14="http://schemas.microsoft.com/office/powerpoint/2010/main" val="36180020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E5BA9D-271E-0C67-F29B-C13368766353}"/>
              </a:ext>
            </a:extLst>
          </p:cNvPr>
          <p:cNvSpPr>
            <a:spLocks noGrp="1"/>
          </p:cNvSpPr>
          <p:nvPr>
            <p:ph type="sldNum" sz="quarter" idx="12"/>
          </p:nvPr>
        </p:nvSpPr>
        <p:spPr/>
        <p:txBody>
          <a:bodyPr/>
          <a:lstStyle/>
          <a:p>
            <a:fld id="{8D0AFDD5-844D-364D-8AEC-50CF4D36D55D}" type="slidenum">
              <a:rPr lang="en-US" noProof="0" smtClean="0"/>
              <a:t>17</a:t>
            </a:fld>
            <a:endParaRPr lang="en-US" noProof="0" dirty="0"/>
          </a:p>
        </p:txBody>
      </p:sp>
      <p:sp>
        <p:nvSpPr>
          <p:cNvPr id="4" name="Date Placeholder 3">
            <a:extLst>
              <a:ext uri="{FF2B5EF4-FFF2-40B4-BE49-F238E27FC236}">
                <a16:creationId xmlns:a16="http://schemas.microsoft.com/office/drawing/2014/main" id="{89C02F53-A96C-30A9-C6E9-4E8C251A1539}"/>
              </a:ext>
            </a:extLst>
          </p:cNvPr>
          <p:cNvSpPr>
            <a:spLocks noGrp="1"/>
          </p:cNvSpPr>
          <p:nvPr>
            <p:ph type="dt" sz="half" idx="10"/>
          </p:nvPr>
        </p:nvSpPr>
        <p:spPr/>
        <p:txBody>
          <a:bodyPr/>
          <a:lstStyle/>
          <a:p>
            <a:r>
              <a:rPr lang="en-US" noProof="0"/>
              <a:t>20XX</a:t>
            </a:r>
            <a:endParaRPr lang="en-US" noProof="0" dirty="0"/>
          </a:p>
        </p:txBody>
      </p:sp>
      <p:pic>
        <p:nvPicPr>
          <p:cNvPr id="6" name="Picture 5">
            <a:extLst>
              <a:ext uri="{FF2B5EF4-FFF2-40B4-BE49-F238E27FC236}">
                <a16:creationId xmlns:a16="http://schemas.microsoft.com/office/drawing/2014/main" id="{E4CC6BA6-21EF-91BB-9775-20DBA2A7C402}"/>
              </a:ext>
            </a:extLst>
          </p:cNvPr>
          <p:cNvPicPr>
            <a:picLocks noChangeAspect="1"/>
          </p:cNvPicPr>
          <p:nvPr/>
        </p:nvPicPr>
        <p:blipFill>
          <a:blip r:embed="rId2"/>
          <a:stretch>
            <a:fillRect/>
          </a:stretch>
        </p:blipFill>
        <p:spPr>
          <a:xfrm>
            <a:off x="0" y="0"/>
            <a:ext cx="12192000" cy="4640988"/>
          </a:xfrm>
          <a:prstGeom prst="rect">
            <a:avLst/>
          </a:prstGeom>
        </p:spPr>
      </p:pic>
      <p:sp>
        <p:nvSpPr>
          <p:cNvPr id="7" name="TextBox 6">
            <a:extLst>
              <a:ext uri="{FF2B5EF4-FFF2-40B4-BE49-F238E27FC236}">
                <a16:creationId xmlns:a16="http://schemas.microsoft.com/office/drawing/2014/main" id="{15043EED-AF87-C9FD-CA9B-58DAAFA12B54}"/>
              </a:ext>
            </a:extLst>
          </p:cNvPr>
          <p:cNvSpPr txBox="1"/>
          <p:nvPr/>
        </p:nvSpPr>
        <p:spPr>
          <a:xfrm>
            <a:off x="596908" y="4733925"/>
            <a:ext cx="8650125" cy="1107996"/>
          </a:xfrm>
          <a:prstGeom prst="rect">
            <a:avLst/>
          </a:prstGeom>
          <a:noFill/>
        </p:spPr>
        <p:txBody>
          <a:bodyPr wrap="none" rtlCol="0">
            <a:spAutoFit/>
          </a:bodyPr>
          <a:lstStyle/>
          <a:p>
            <a:r>
              <a:rPr lang="en-IN" sz="6600" dirty="0">
                <a:latin typeface="MV Boli" panose="02000500030200090000" pitchFamily="2" charset="0"/>
                <a:cs typeface="MV Boli" panose="02000500030200090000" pitchFamily="2" charset="0"/>
              </a:rPr>
              <a:t>Source : Google.com </a:t>
            </a:r>
          </a:p>
        </p:txBody>
      </p:sp>
      <p:sp>
        <p:nvSpPr>
          <p:cNvPr id="8" name="TextBox 7">
            <a:extLst>
              <a:ext uri="{FF2B5EF4-FFF2-40B4-BE49-F238E27FC236}">
                <a16:creationId xmlns:a16="http://schemas.microsoft.com/office/drawing/2014/main" id="{AA825051-A2DB-FAF3-4882-DFC16264FD0D}"/>
              </a:ext>
            </a:extLst>
          </p:cNvPr>
          <p:cNvSpPr txBox="1"/>
          <p:nvPr/>
        </p:nvSpPr>
        <p:spPr>
          <a:xfrm>
            <a:off x="8787455" y="5824909"/>
            <a:ext cx="2481770" cy="646331"/>
          </a:xfrm>
          <a:prstGeom prst="rect">
            <a:avLst/>
          </a:prstGeom>
          <a:noFill/>
        </p:spPr>
        <p:txBody>
          <a:bodyPr wrap="none" rtlCol="0">
            <a:spAutoFit/>
          </a:bodyPr>
          <a:lstStyle/>
          <a:p>
            <a:r>
              <a:rPr lang="en-IN" sz="3600" dirty="0">
                <a:latin typeface="MV Boli" panose="02000500030200090000" pitchFamily="2" charset="0"/>
                <a:cs typeface="MV Boli" panose="02000500030200090000" pitchFamily="2" charset="0"/>
              </a:rPr>
              <a:t>Figure 3.0</a:t>
            </a:r>
          </a:p>
        </p:txBody>
      </p:sp>
    </p:spTree>
    <p:extLst>
      <p:ext uri="{BB962C8B-B14F-4D97-AF65-F5344CB8AC3E}">
        <p14:creationId xmlns:p14="http://schemas.microsoft.com/office/powerpoint/2010/main" val="3987531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68D10-52FC-614F-89A5-4F793BEFE8EF}"/>
              </a:ext>
            </a:extLst>
          </p:cNvPr>
          <p:cNvSpPr>
            <a:spLocks noGrp="1"/>
          </p:cNvSpPr>
          <p:nvPr>
            <p:ph type="title"/>
          </p:nvPr>
        </p:nvSpPr>
        <p:spPr>
          <a:xfrm>
            <a:off x="731520" y="2916936"/>
            <a:ext cx="4990550" cy="1938528"/>
          </a:xfrm>
        </p:spPr>
        <p:txBody>
          <a:bodyPr/>
          <a:lstStyle/>
          <a:p>
            <a:r>
              <a:rPr lang="en-US" dirty="0"/>
              <a:t>Thank you</a:t>
            </a:r>
          </a:p>
        </p:txBody>
      </p:sp>
      <p:sp>
        <p:nvSpPr>
          <p:cNvPr id="4" name="Picture Placeholder 3">
            <a:extLst>
              <a:ext uri="{FF2B5EF4-FFF2-40B4-BE49-F238E27FC236}">
                <a16:creationId xmlns:a16="http://schemas.microsoft.com/office/drawing/2014/main" id="{F5E1B9F9-0279-D431-E966-F50E7ECA89C0}"/>
              </a:ext>
            </a:extLst>
          </p:cNvPr>
          <p:cNvSpPr>
            <a:spLocks noGrp="1"/>
          </p:cNvSpPr>
          <p:nvPr>
            <p:ph type="pic" sz="quarter" idx="10"/>
          </p:nvPr>
        </p:nvSpPr>
        <p:spPr/>
      </p:sp>
      <p:pic>
        <p:nvPicPr>
          <p:cNvPr id="5" name="Picture 4">
            <a:extLst>
              <a:ext uri="{FF2B5EF4-FFF2-40B4-BE49-F238E27FC236}">
                <a16:creationId xmlns:a16="http://schemas.microsoft.com/office/drawing/2014/main" id="{4CBE1DC8-83AE-0C9F-96FB-9EA4306C53BB}"/>
              </a:ext>
            </a:extLst>
          </p:cNvPr>
          <p:cNvPicPr>
            <a:picLocks noChangeAspect="1"/>
          </p:cNvPicPr>
          <p:nvPr/>
        </p:nvPicPr>
        <p:blipFill>
          <a:blip r:embed="rId2"/>
          <a:stretch>
            <a:fillRect/>
          </a:stretch>
        </p:blipFill>
        <p:spPr>
          <a:xfrm>
            <a:off x="-226243" y="-273377"/>
            <a:ext cx="12575356" cy="7157301"/>
          </a:xfrm>
          <a:prstGeom prst="rect">
            <a:avLst/>
          </a:prstGeom>
        </p:spPr>
      </p:pic>
      <p:sp>
        <p:nvSpPr>
          <p:cNvPr id="11" name="Text Placeholder 10">
            <a:extLst>
              <a:ext uri="{FF2B5EF4-FFF2-40B4-BE49-F238E27FC236}">
                <a16:creationId xmlns:a16="http://schemas.microsoft.com/office/drawing/2014/main" id="{15C5FD85-E72E-D48C-0D76-91EA628295DE}"/>
              </a:ext>
            </a:extLst>
          </p:cNvPr>
          <p:cNvSpPr>
            <a:spLocks noGrp="1"/>
          </p:cNvSpPr>
          <p:nvPr>
            <p:ph type="body" idx="1"/>
          </p:nvPr>
        </p:nvSpPr>
        <p:spPr>
          <a:xfrm>
            <a:off x="0" y="5552388"/>
            <a:ext cx="12192000" cy="1140642"/>
          </a:xfrm>
        </p:spPr>
        <p:txBody>
          <a:bodyPr/>
          <a:lstStyle/>
          <a:p>
            <a:r>
              <a:rPr lang="en-US" altLang="zh-CN" sz="3200" dirty="0">
                <a:solidFill>
                  <a:srgbClr val="FF0000"/>
                </a:solidFill>
                <a:latin typeface="Arial Black" panose="020B0A04020102020204" pitchFamily="34" charset="0"/>
              </a:rPr>
              <a:t>We are Not making the Attackers least , We are making the victims to defend there self to Attackers !</a:t>
            </a:r>
          </a:p>
        </p:txBody>
      </p:sp>
      <p:sp>
        <p:nvSpPr>
          <p:cNvPr id="6" name="TextBox 5">
            <a:extLst>
              <a:ext uri="{FF2B5EF4-FFF2-40B4-BE49-F238E27FC236}">
                <a16:creationId xmlns:a16="http://schemas.microsoft.com/office/drawing/2014/main" id="{57839DEF-EBE3-1146-53A2-D5D52DD5662F}"/>
              </a:ext>
            </a:extLst>
          </p:cNvPr>
          <p:cNvSpPr txBox="1"/>
          <p:nvPr/>
        </p:nvSpPr>
        <p:spPr>
          <a:xfrm>
            <a:off x="6268825" y="4053526"/>
            <a:ext cx="2441694" cy="369332"/>
          </a:xfrm>
          <a:prstGeom prst="rect">
            <a:avLst/>
          </a:prstGeom>
          <a:noFill/>
        </p:spPr>
        <p:txBody>
          <a:bodyPr wrap="none" rtlCol="0">
            <a:spAutoFit/>
          </a:bodyPr>
          <a:lstStyle/>
          <a:p>
            <a:r>
              <a:rPr lang="en-IN" dirty="0">
                <a:solidFill>
                  <a:schemeClr val="bg1"/>
                </a:solidFill>
                <a:highlight>
                  <a:srgbClr val="000000"/>
                </a:highlight>
              </a:rPr>
              <a:t>Kavalkaran.github.io/</a:t>
            </a:r>
            <a:r>
              <a:rPr lang="en-IN" dirty="0" err="1">
                <a:solidFill>
                  <a:schemeClr val="bg1"/>
                </a:solidFill>
                <a:highlight>
                  <a:srgbClr val="000000"/>
                </a:highlight>
              </a:rPr>
              <a:t>redict</a:t>
            </a:r>
            <a:endParaRPr lang="en-IN" dirty="0">
              <a:solidFill>
                <a:schemeClr val="bg1"/>
              </a:solidFill>
              <a:highlight>
                <a:srgbClr val="000000"/>
              </a:highlight>
            </a:endParaRPr>
          </a:p>
        </p:txBody>
      </p:sp>
      <p:sp>
        <p:nvSpPr>
          <p:cNvPr id="3" name="TextBox 2">
            <a:extLst>
              <a:ext uri="{FF2B5EF4-FFF2-40B4-BE49-F238E27FC236}">
                <a16:creationId xmlns:a16="http://schemas.microsoft.com/office/drawing/2014/main" id="{485D24D0-07AB-C4D0-3108-19CD71DBA9E2}"/>
              </a:ext>
            </a:extLst>
          </p:cNvPr>
          <p:cNvSpPr txBox="1"/>
          <p:nvPr/>
        </p:nvSpPr>
        <p:spPr>
          <a:xfrm>
            <a:off x="3618290" y="4015819"/>
            <a:ext cx="2650535" cy="523220"/>
          </a:xfrm>
          <a:prstGeom prst="rect">
            <a:avLst/>
          </a:prstGeom>
          <a:noFill/>
        </p:spPr>
        <p:txBody>
          <a:bodyPr wrap="square" rtlCol="0">
            <a:spAutoFit/>
          </a:bodyPr>
          <a:lstStyle/>
          <a:p>
            <a:r>
              <a:rPr lang="en-IN" sz="2800" dirty="0">
                <a:solidFill>
                  <a:srgbClr val="FF0000"/>
                </a:solidFill>
                <a:highlight>
                  <a:srgbClr val="000000"/>
                </a:highlight>
              </a:rPr>
              <a:t>+91 9539218900</a:t>
            </a:r>
          </a:p>
        </p:txBody>
      </p:sp>
      <p:sp>
        <p:nvSpPr>
          <p:cNvPr id="7" name="TextBox 6">
            <a:extLst>
              <a:ext uri="{FF2B5EF4-FFF2-40B4-BE49-F238E27FC236}">
                <a16:creationId xmlns:a16="http://schemas.microsoft.com/office/drawing/2014/main" id="{8ED4BC7F-F397-7A31-9E45-5C754BC29AAD}"/>
              </a:ext>
            </a:extLst>
          </p:cNvPr>
          <p:cNvSpPr txBox="1"/>
          <p:nvPr/>
        </p:nvSpPr>
        <p:spPr>
          <a:xfrm>
            <a:off x="2395740" y="3625948"/>
            <a:ext cx="8148384" cy="369332"/>
          </a:xfrm>
          <a:prstGeom prst="rect">
            <a:avLst/>
          </a:prstGeom>
          <a:noFill/>
        </p:spPr>
        <p:txBody>
          <a:bodyPr wrap="none" rtlCol="0">
            <a:spAutoFit/>
          </a:bodyPr>
          <a:lstStyle/>
          <a:p>
            <a:r>
              <a:rPr lang="en-IN" dirty="0">
                <a:highlight>
                  <a:srgbClr val="FF0000"/>
                </a:highlight>
              </a:rPr>
              <a:t>_____________________________________________________________________</a:t>
            </a:r>
          </a:p>
        </p:txBody>
      </p:sp>
    </p:spTree>
    <p:extLst>
      <p:ext uri="{BB962C8B-B14F-4D97-AF65-F5344CB8AC3E}">
        <p14:creationId xmlns:p14="http://schemas.microsoft.com/office/powerpoint/2010/main" val="375226397"/>
      </p:ext>
    </p:extLst>
  </p:cSld>
  <p:clrMapOvr>
    <a:masterClrMapping/>
  </p:clrMapOvr>
  <mc:AlternateContent xmlns:mc="http://schemas.openxmlformats.org/markup-compatibility/2006" xmlns:p14="http://schemas.microsoft.com/office/powerpoint/2010/main">
    <mc:Choice Requires="p14">
      <p:transition spd="slow" p14:dur="2000" advTm="69659"/>
    </mc:Choice>
    <mc:Fallback xmlns="">
      <p:transition spd="slow" advTm="69659"/>
    </mc:Fallback>
  </mc:AlternateContent>
</p:sld>
</file>

<file path=ppt/theme/theme1.xml><?xml version="1.0" encoding="utf-8"?>
<a:theme xmlns:a="http://schemas.openxmlformats.org/drawingml/2006/main" name="Office Theme">
  <a:themeElements>
    <a:clrScheme name="Custom 30">
      <a:dk1>
        <a:srgbClr val="000000"/>
      </a:dk1>
      <a:lt1>
        <a:srgbClr val="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Custom 28">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rn-Angles_Win32_CP_v11" id="{557BB2FF-F1F4-4776-80DE-DC11FC14475E}" vid="{E0321167-E0D5-4285-8F17-B2BAD920F1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A78568-A730-4D3B-A489-FD854E91254A}">
  <ds:schemaRefs>
    <ds:schemaRef ds:uri="http://schemas.microsoft.com/sharepoint/v3/contenttype/forms"/>
  </ds:schemaRefs>
</ds:datastoreItem>
</file>

<file path=customXml/itemProps2.xml><?xml version="1.0" encoding="utf-8"?>
<ds:datastoreItem xmlns:ds="http://schemas.openxmlformats.org/officeDocument/2006/customXml" ds:itemID="{61D9A46C-D3F3-4D45-B248-B831C6B5FC8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A7D90517-43A3-4BC6-B197-5C7B7D3DBC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Modern geometry</Template>
  <TotalTime>2454</TotalTime>
  <Words>1523</Words>
  <Application>Microsoft Office PowerPoint</Application>
  <PresentationFormat>Widescreen</PresentationFormat>
  <Paragraphs>192</Paragraphs>
  <Slides>18</Slides>
  <Notes>4</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18</vt:i4>
      </vt:variant>
    </vt:vector>
  </HeadingPairs>
  <TitlesOfParts>
    <vt:vector size="31" baseType="lpstr">
      <vt:lpstr>Arial</vt:lpstr>
      <vt:lpstr>Arial Black</vt:lpstr>
      <vt:lpstr>Bahnschrift</vt:lpstr>
      <vt:lpstr>Calibri</vt:lpstr>
      <vt:lpstr>Century Gothic</vt:lpstr>
      <vt:lpstr>Comic Sans MS</vt:lpstr>
      <vt:lpstr>Courier New</vt:lpstr>
      <vt:lpstr>Karla</vt:lpstr>
      <vt:lpstr>Monotype Corsiva</vt:lpstr>
      <vt:lpstr>MV Boli</vt:lpstr>
      <vt:lpstr>Symbol</vt:lpstr>
      <vt:lpstr>Univers Condensed Light</vt:lpstr>
      <vt:lpstr>Office Theme</vt:lpstr>
      <vt:lpstr>KAVALKARAN</vt:lpstr>
      <vt:lpstr>Problem statement</vt:lpstr>
      <vt:lpstr>Idea Summary</vt:lpstr>
      <vt:lpstr>SOCIAL</vt:lpstr>
      <vt:lpstr>PowerPoint Presentation</vt:lpstr>
      <vt:lpstr>Voice of Stakeholder Survey </vt:lpstr>
      <vt:lpstr>PowerPoint Presentation</vt:lpstr>
      <vt:lpstr>PowerPoint Presentation</vt:lpstr>
      <vt:lpstr>Tech Stack used</vt:lpstr>
      <vt:lpstr>Investment/Support needed</vt:lpstr>
      <vt:lpstr>Project Schedule </vt:lpstr>
      <vt:lpstr>Impact</vt:lpstr>
      <vt:lpstr>Support Expected from Yip</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Athul vinod .M</dc:creator>
  <cp:keywords>kavalkaran project</cp:keywords>
  <cp:lastModifiedBy>Athul gamerz Athul gamerz</cp:lastModifiedBy>
  <cp:revision>26</cp:revision>
  <dcterms:created xsi:type="dcterms:W3CDTF">2025-10-26T10:16:20Z</dcterms:created>
  <dcterms:modified xsi:type="dcterms:W3CDTF">2025-11-05T14:59:33Z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