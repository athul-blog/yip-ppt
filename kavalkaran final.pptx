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docMetadata/LabelInfo.xml" ContentType="application/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0.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_rels/notesSlide6.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_rels/presentation.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1.xml.rels" ContentType="application/vnd.openxmlformats-package.relationships+xml"/>
  <Override PartName="/ppt/slideLayouts/_rels/slideLayout15.xml.rels" ContentType="application/vnd.openxmlformats-package.relationships+xml"/>
  <Override PartName="/ppt/slideLayouts/_rels/slideLayout28.xml.rels" ContentType="application/vnd.openxmlformats-package.relationships+xml"/>
  <Override PartName="/ppt/slideLayouts/_rels/slideLayout14.xml.rels" ContentType="application/vnd.openxmlformats-package.relationships+xml"/>
  <Override PartName="/ppt/slideLayouts/_rels/slideLayout89.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62.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3.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96.xml.rels" ContentType="application/vnd.openxmlformats-package.relationships+xml"/>
  <Override PartName="/ppt/slideLayouts/_rels/slideLayout43.xml.rels" ContentType="application/vnd.openxmlformats-package.relationships+xml"/>
  <Override PartName="/ppt/slideLayouts/_rels/slideLayout97.xml.rels" ContentType="application/vnd.openxmlformats-package.relationships+xml"/>
  <Override PartName="/ppt/slideLayouts/_rels/slideLayout44.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98.xml.rels" ContentType="application/vnd.openxmlformats-package.relationships+xml"/>
  <Override PartName="/ppt/slideLayouts/_rels/slideLayout45.xml.rels" ContentType="application/vnd.openxmlformats-package.relationships+xml"/>
  <Override PartName="/ppt/slideLayouts/_rels/slideLayout99.xml.rels" ContentType="application/vnd.openxmlformats-package.relationships+xml"/>
  <Override PartName="/ppt/slideLayouts/_rels/slideLayout50.xml.rels" ContentType="application/vnd.openxmlformats-package.relationships+xml"/>
  <Override PartName="/ppt/slideLayouts/_rels/slideLayout85.xml.rels" ContentType="application/vnd.openxmlformats-package.relationships+xml"/>
  <Override PartName="/ppt/slideLayouts/_rels/slideLayout32.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103.xml.rels" ContentType="application/vnd.openxmlformats-package.relationships+xml"/>
  <Override PartName="/ppt/slideLayouts/_rels/slideLayout100.xml.rels" ContentType="application/vnd.openxmlformats-package.relationships+xml"/>
  <Override PartName="/ppt/slideLayouts/_rels/slideLayout106.xml.rels" ContentType="application/vnd.openxmlformats-package.relationships+xml"/>
  <Override PartName="/ppt/slideLayouts/_rels/slideLayout80.xml.rels" ContentType="application/vnd.openxmlformats-package.relationships+xml"/>
  <Override PartName="/ppt/slideLayouts/_rels/slideLayout104.xml.rels" ContentType="application/vnd.openxmlformats-package.relationships+xml"/>
  <Override PartName="/ppt/slideLayouts/_rels/slideLayout52.xml.rels" ContentType="application/vnd.openxmlformats-package.relationships+xml"/>
  <Override PartName="/ppt/slideLayouts/_rels/slideLayout101.xml.rels" ContentType="application/vnd.openxmlformats-package.relationships+xml"/>
  <Override PartName="/ppt/slideLayouts/_rels/slideLayout107.xml.rels" ContentType="application/vnd.openxmlformats-package.relationships+xml"/>
  <Override PartName="/ppt/slideLayouts/_rels/slideLayout81.xml.rels" ContentType="application/vnd.openxmlformats-package.relationships+xml"/>
  <Override PartName="/ppt/slideLayouts/_rels/slideLayout105.xml.rels" ContentType="application/vnd.openxmlformats-package.relationships+xml"/>
  <Override PartName="/ppt/slideLayouts/_rels/slideLayout53.xml.rels" ContentType="application/vnd.openxmlformats-package.relationships+xml"/>
  <Override PartName="/ppt/slideLayouts/_rels/slideLayout58.xml.rels" ContentType="application/vnd.openxmlformats-package.relationships+xml"/>
  <Override PartName="/ppt/slideLayouts/_rels/slideLayout65.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55.xml.rels" ContentType="application/vnd.openxmlformats-package.relationships+xml"/>
  <Override PartName="/ppt/slideLayouts/_rels/slideLayout40.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4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46.xml.rels" ContentType="application/vnd.openxmlformats-package.relationships+xml"/>
  <Override PartName="/ppt/slideLayouts/_rels/slideLayout92.xml.rels" ContentType="application/vnd.openxmlformats-package.relationships+xml"/>
  <Override PartName="/ppt/slideLayouts/_rels/slideLayout38.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5.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91.xml.rels" ContentType="application/vnd.openxmlformats-package.relationships+xml"/>
  <Override PartName="/ppt/slideLayouts/_rels/slideLayout25.xml.rels" ContentType="application/vnd.openxmlformats-package.relationships+xml"/>
  <Override PartName="/ppt/slideLayouts/_rels/slideLayout90.xml.rels" ContentType="application/vnd.openxmlformats-package.relationships+xml"/>
  <Override PartName="/ppt/slideLayouts/_rels/slideLayout24.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75.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76.xml.rels" ContentType="application/vnd.openxmlformats-package.relationships+xml"/>
  <Override PartName="/ppt/slideLayouts/_rels/slideLayout78.xml.rels" ContentType="application/vnd.openxmlformats-package.relationships+xml"/>
  <Override PartName="/ppt/slideLayouts/_rels/slideLayout87.xml.rels" ContentType="application/vnd.openxmlformats-package.relationships+xml"/>
  <Override PartName="/ppt/slideLayouts/_rels/slideLayout94.xml.rels" ContentType="application/vnd.openxmlformats-package.relationships+xml"/>
  <Override PartName="/ppt/slideLayouts/_rels/slideLayout95.xml.rels" ContentType="application/vnd.openxmlformats-package.relationships+xml"/>
  <Override PartName="/ppt/slideLayouts/_rels/slideLayout88.xml.rels" ContentType="application/vnd.openxmlformats-package.relationships+xml"/>
  <Override PartName="/ppt/slideLayouts/_rels/slideLayout64.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86.xml.rels" ContentType="application/vnd.openxmlformats-package.relationships+xml"/>
  <Override PartName="/ppt/slideLayouts/_rels/slideLayout93.xml.rels" ContentType="application/vnd.openxmlformats-package.relationships+xml"/>
  <Override PartName="/ppt/slideLayouts/_rels/slideLayout82.xml.rels" ContentType="application/vnd.openxmlformats-package.relationships+xml"/>
  <Override PartName="/ppt/slideLayouts/_rels/slideLayout108.xml.rels" ContentType="application/vnd.openxmlformats-package.relationships+xml"/>
  <Override PartName="/ppt/slideLayouts/_rels/slideLayout102.xml.rels" ContentType="application/vnd.openxmlformats-package.relationships+xml"/>
  <Override PartName="/ppt/slideLayouts/_rels/slideLayout74.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27.xml" ContentType="application/vnd.openxmlformats-officedocument.presentationml.slideLayout+xml"/>
  <Override PartName="/ppt/slideLayouts/slideLayout92.xml" ContentType="application/vnd.openxmlformats-officedocument.presentationml.slideLayout+xml"/>
  <Override PartName="/ppt/slideLayouts/slideLayout26.xml" ContentType="application/vnd.openxmlformats-officedocument.presentationml.slideLayout+xml"/>
  <Override PartName="/ppt/slideLayouts/slideLayout91.xml" ContentType="application/vnd.openxmlformats-officedocument.presentationml.slideLayout+xml"/>
  <Override PartName="/ppt/slideLayouts/slideLayout25.xml" ContentType="application/vnd.openxmlformats-officedocument.presentationml.slideLayout+xml"/>
  <Override PartName="/ppt/slideLayouts/slideLayout90.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108.xml" ContentType="application/vnd.openxmlformats-officedocument.presentationml.slideLayout+xml"/>
  <Override PartName="/ppt/slideLayouts/slideLayout95.xml" ContentType="application/vnd.openxmlformats-officedocument.presentationml.slideLayout+xml"/>
  <Override PartName="/ppt/slideLayouts/slideLayout107.xml" ContentType="application/vnd.openxmlformats-officedocument.presentationml.slideLayout+xml"/>
  <Override PartName="/ppt/slideLayouts/slideLayout29.xml" ContentType="application/vnd.openxmlformats-officedocument.presentationml.slideLayout+xml"/>
  <Override PartName="/ppt/slideLayouts/slideLayout94.xml" ContentType="application/vnd.openxmlformats-officedocument.presentationml.slideLayout+xml"/>
  <Override PartName="/ppt/slideLayouts/slideLayout106.xml" ContentType="application/vnd.openxmlformats-officedocument.presentationml.slideLayout+xml"/>
  <Override PartName="/ppt/slideLayouts/slideLayout28.xml" ContentType="application/vnd.openxmlformats-officedocument.presentationml.slideLayout+xml"/>
  <Override PartName="/ppt/slideLayouts/slideLayout93.xml" ContentType="application/vnd.openxmlformats-officedocument.presentationml.slideLayout+xml"/>
  <Override PartName="/ppt/slideLayouts/slideLayout14.xml" ContentType="application/vnd.openxmlformats-officedocument.presentationml.slideLayout+xml"/>
  <Override PartName="/ppt/slideLayouts/slideLayout105.xml" ContentType="application/vnd.openxmlformats-officedocument.presentationml.slideLayout+xml"/>
  <Override PartName="/ppt/slideLayouts/slideLayout99.xml" ContentType="application/vnd.openxmlformats-officedocument.presentationml.slideLayout+xml"/>
  <Override PartName="/ppt/slideLayouts/slideLayout62.xml" ContentType="application/vnd.openxmlformats-officedocument.presentationml.slideLayout+xml"/>
  <Override PartName="/ppt/slideLayouts/slideLayout104.xml" ContentType="application/vnd.openxmlformats-officedocument.presentationml.slideLayout+xml"/>
  <Override PartName="/ppt/slideLayouts/slideLayout98.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97.xml" ContentType="application/vnd.openxmlformats-officedocument.presentationml.slideLayout+xml"/>
  <Override PartName="/ppt/slideLayouts/slideLayout60.xml" ContentType="application/vnd.openxmlformats-officedocument.presentationml.slideLayout+xml"/>
  <Override PartName="/ppt/slideLayouts/slideLayout102.xml" ContentType="application/vnd.openxmlformats-officedocument.presentationml.slideLayout+xml"/>
  <Override PartName="/ppt/slideLayouts/slideLayout96.xml" ContentType="application/vnd.openxmlformats-officedocument.presentationml.slideLayout+xml"/>
  <Override PartName="/ppt/slideLayouts/slideLayout101.xml" ContentType="application/vnd.openxmlformats-officedocument.presentationml.slideLayout+xml"/>
  <Override PartName="/ppt/slideLayouts/slideLayout100.xml" ContentType="application/vnd.openxmlformats-officedocument.presentationml.slideLayout+xml"/>
  <Override PartName="/ppt/slideLayouts/slideLayout69.xml" ContentType="application/vnd.openxmlformats-officedocument.presentationml.slideLayout+xml"/>
  <Override PartName="/ppt/slideLayouts/slideLayout68.xml" ContentType="application/vnd.openxmlformats-officedocument.presentationml.slideLayout+xml"/>
  <Override PartName="/ppt/slideLayouts/slideLayout67.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media/image9.png" ContentType="image/png"/>
  <Override PartName="/ppt/media/image13.png" ContentType="image/png"/>
  <Override PartName="/ppt/media/image8.png" ContentType="image/png"/>
  <Override PartName="/ppt/media/image12.png" ContentType="image/png"/>
  <Override PartName="/ppt/media/image17.png" ContentType="image/png"/>
  <Override PartName="/ppt/media/image16.png" ContentType="image/png"/>
  <Override PartName="/ppt/media/image15.png" ContentType="image/png"/>
  <Override PartName="/ppt/media/image14.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notesMaster" Target="notesMasters/notes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IN" sz="4400" spc="-1" strike="noStrike">
                <a:latin typeface="Arial"/>
              </a:rPr>
              <a:t>Click to move the slide</a:t>
            </a:r>
            <a:endParaRPr b="0" lang="en-IN" sz="4400" spc="-1" strike="noStrike">
              <a:latin typeface="Arial"/>
            </a:endParaRPr>
          </a:p>
        </p:txBody>
      </p:sp>
      <p:sp>
        <p:nvSpPr>
          <p:cNvPr id="43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IN" sz="2000" spc="-1" strike="noStrike">
                <a:latin typeface="Arial"/>
              </a:rPr>
              <a:t>Click to edit the </a:t>
            </a:r>
            <a:r>
              <a:rPr b="0" lang="en-IN" sz="2000" spc="-1" strike="noStrike">
                <a:latin typeface="Arial"/>
              </a:rPr>
              <a:t>notes format</a:t>
            </a:r>
            <a:endParaRPr b="0" lang="en-IN" sz="2000" spc="-1" strike="noStrike">
              <a:latin typeface="Arial"/>
            </a:endParaRPr>
          </a:p>
        </p:txBody>
      </p:sp>
      <p:sp>
        <p:nvSpPr>
          <p:cNvPr id="432"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IN" sz="1400" spc="-1" strike="noStrike">
                <a:latin typeface="Times New Roman"/>
              </a:rPr>
              <a:t>&lt;header&gt;</a:t>
            </a:r>
            <a:endParaRPr b="0" lang="en-IN" sz="1400" spc="-1" strike="noStrike">
              <a:latin typeface="Times New Roman"/>
            </a:endParaRPr>
          </a:p>
        </p:txBody>
      </p:sp>
      <p:sp>
        <p:nvSpPr>
          <p:cNvPr id="433" name="PlaceHolder 4"/>
          <p:cNvSpPr>
            <a:spLocks noGrp="1"/>
          </p:cNvSpPr>
          <p:nvPr>
            <p:ph type="dt" idx="17"/>
          </p:nvPr>
        </p:nvSpPr>
        <p:spPr>
          <a:xfrm>
            <a:off x="4278960" y="0"/>
            <a:ext cx="3280680" cy="534240"/>
          </a:xfrm>
          <a:prstGeom prst="rect">
            <a:avLst/>
          </a:prstGeom>
          <a:noFill/>
          <a:ln w="0">
            <a:noFill/>
          </a:ln>
        </p:spPr>
        <p:txBody>
          <a:bodyPr lIns="0" rIns="0" tIns="0" bIns="0" anchor="t">
            <a:noAutofit/>
          </a:bodyPr>
          <a:lstStyle>
            <a:lvl1pPr algn="r">
              <a:buNone/>
              <a:defRPr b="0" lang="en-IN" sz="1400" spc="-1" strike="noStrike">
                <a:latin typeface="Times New Roman"/>
              </a:defRPr>
            </a:lvl1pPr>
          </a:lstStyle>
          <a:p>
            <a:pPr algn="r">
              <a:buNone/>
            </a:pPr>
            <a:r>
              <a:rPr b="0" lang="en-IN" sz="1400" spc="-1" strike="noStrike">
                <a:latin typeface="Times New Roman"/>
              </a:rPr>
              <a:t>&lt;date/time&gt;</a:t>
            </a:r>
            <a:endParaRPr b="0" lang="en-IN" sz="1400" spc="-1" strike="noStrike">
              <a:latin typeface="Times New Roman"/>
            </a:endParaRPr>
          </a:p>
        </p:txBody>
      </p:sp>
      <p:sp>
        <p:nvSpPr>
          <p:cNvPr id="434" name="PlaceHolder 5"/>
          <p:cNvSpPr>
            <a:spLocks noGrp="1"/>
          </p:cNvSpPr>
          <p:nvPr>
            <p:ph type="ftr" idx="18"/>
          </p:nvPr>
        </p:nvSpPr>
        <p:spPr>
          <a:xfrm>
            <a:off x="0" y="10157400"/>
            <a:ext cx="3280680" cy="534240"/>
          </a:xfrm>
          <a:prstGeom prst="rect">
            <a:avLst/>
          </a:prstGeom>
          <a:noFill/>
          <a:ln w="0">
            <a:noFill/>
          </a:ln>
        </p:spPr>
        <p:txBody>
          <a:bodyPr lIns="0" rIns="0" tIns="0" bIns="0" anchor="b">
            <a:noAutofit/>
          </a:bodyPr>
          <a:lstStyle>
            <a:lvl1pPr>
              <a:defRPr b="0" lang="en-IN" sz="1400" spc="-1" strike="noStrike">
                <a:latin typeface="Times New Roman"/>
              </a:defRPr>
            </a:lvl1pPr>
          </a:lstStyle>
          <a:p>
            <a:r>
              <a:rPr b="0" lang="en-IN" sz="1400" spc="-1" strike="noStrike">
                <a:latin typeface="Times New Roman"/>
              </a:rPr>
              <a:t>&lt;footer&gt;</a:t>
            </a:r>
            <a:endParaRPr b="0" lang="en-IN" sz="1400" spc="-1" strike="noStrike">
              <a:latin typeface="Times New Roman"/>
            </a:endParaRPr>
          </a:p>
        </p:txBody>
      </p:sp>
      <p:sp>
        <p:nvSpPr>
          <p:cNvPr id="435" name="PlaceHolder 6"/>
          <p:cNvSpPr>
            <a:spLocks noGrp="1"/>
          </p:cNvSpPr>
          <p:nvPr>
            <p:ph type="sldNum" idx="19"/>
          </p:nvPr>
        </p:nvSpPr>
        <p:spPr>
          <a:xfrm>
            <a:off x="4278960" y="10157400"/>
            <a:ext cx="3280680" cy="534240"/>
          </a:xfrm>
          <a:prstGeom prst="rect">
            <a:avLst/>
          </a:prstGeom>
          <a:noFill/>
          <a:ln w="0">
            <a:noFill/>
          </a:ln>
        </p:spPr>
        <p:txBody>
          <a:bodyPr lIns="0" rIns="0" tIns="0" bIns="0" anchor="b">
            <a:noAutofit/>
          </a:bodyPr>
          <a:lstStyle>
            <a:lvl1pPr algn="r">
              <a:buNone/>
              <a:defRPr b="0" lang="en-IN" sz="1400" spc="-1" strike="noStrike">
                <a:latin typeface="Times New Roman"/>
              </a:defRPr>
            </a:lvl1pPr>
          </a:lstStyle>
          <a:p>
            <a:pPr algn="r">
              <a:buNone/>
            </a:pPr>
            <a:fld id="{61FBB7FF-BF16-439D-BC08-8FDFA220A62B}"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685800" y="1143000"/>
            <a:ext cx="5485320" cy="3085200"/>
          </a:xfrm>
          <a:prstGeom prst="rect">
            <a:avLst/>
          </a:prstGeom>
          <a:ln w="0">
            <a:noFill/>
          </a:ln>
        </p:spPr>
      </p:sp>
      <p:sp>
        <p:nvSpPr>
          <p:cNvPr id="553"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IN" sz="2000" spc="-1" strike="noStrike">
              <a:latin typeface="Arial"/>
            </a:endParaRPr>
          </a:p>
        </p:txBody>
      </p:sp>
      <p:sp>
        <p:nvSpPr>
          <p:cNvPr id="554" name="PlaceHolder 3"/>
          <p:cNvSpPr>
            <a:spLocks noGrp="1"/>
          </p:cNvSpPr>
          <p:nvPr>
            <p:ph type="sldNum" idx="41"/>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99076A2-97AD-4B4E-84FC-AFD060F96716}"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Img"/>
          </p:nvPr>
        </p:nvSpPr>
        <p:spPr>
          <a:xfrm>
            <a:off x="685800" y="1143000"/>
            <a:ext cx="5485320" cy="3085200"/>
          </a:xfrm>
          <a:prstGeom prst="rect">
            <a:avLst/>
          </a:prstGeom>
          <a:ln w="0">
            <a:noFill/>
          </a:ln>
        </p:spPr>
      </p:sp>
      <p:sp>
        <p:nvSpPr>
          <p:cNvPr id="556"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IN" sz="2000" spc="-1" strike="noStrike">
              <a:latin typeface="Arial"/>
            </a:endParaRPr>
          </a:p>
        </p:txBody>
      </p:sp>
      <p:sp>
        <p:nvSpPr>
          <p:cNvPr id="557" name="PlaceHolder 3"/>
          <p:cNvSpPr>
            <a:spLocks noGrp="1"/>
          </p:cNvSpPr>
          <p:nvPr>
            <p:ph type="sldNum" idx="42"/>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4476BB4-3034-462F-85CD-75CBE87D44E1}"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Img"/>
          </p:nvPr>
        </p:nvSpPr>
        <p:spPr>
          <a:xfrm>
            <a:off x="685800" y="1143000"/>
            <a:ext cx="5485320" cy="3085200"/>
          </a:xfrm>
          <a:prstGeom prst="rect">
            <a:avLst/>
          </a:prstGeom>
          <a:ln w="0">
            <a:noFill/>
          </a:ln>
        </p:spPr>
      </p:sp>
      <p:sp>
        <p:nvSpPr>
          <p:cNvPr id="559"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IN" sz="2000" spc="-1" strike="noStrike">
              <a:latin typeface="Arial"/>
            </a:endParaRPr>
          </a:p>
        </p:txBody>
      </p:sp>
      <p:sp>
        <p:nvSpPr>
          <p:cNvPr id="560" name="PlaceHolder 3"/>
          <p:cNvSpPr>
            <a:spLocks noGrp="1"/>
          </p:cNvSpPr>
          <p:nvPr>
            <p:ph type="sldNum" idx="43"/>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1D83D37-ABD5-47FD-8D96-0AF52BFC3360}"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sldImg"/>
          </p:nvPr>
        </p:nvSpPr>
        <p:spPr>
          <a:xfrm>
            <a:off x="685800" y="1143000"/>
            <a:ext cx="5485320" cy="3085200"/>
          </a:xfrm>
          <a:prstGeom prst="rect">
            <a:avLst/>
          </a:prstGeom>
          <a:ln w="0">
            <a:noFill/>
          </a:ln>
        </p:spPr>
      </p:sp>
      <p:sp>
        <p:nvSpPr>
          <p:cNvPr id="562"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IN" sz="2000" spc="-1" strike="noStrike">
              <a:latin typeface="Arial"/>
            </a:endParaRPr>
          </a:p>
        </p:txBody>
      </p:sp>
      <p:sp>
        <p:nvSpPr>
          <p:cNvPr id="563" name="PlaceHolder 3"/>
          <p:cNvSpPr>
            <a:spLocks noGrp="1"/>
          </p:cNvSpPr>
          <p:nvPr>
            <p:ph type="sldNum" idx="44"/>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2849EA2-FA34-44D1-982B-2207F29E497D}" type="slidenum">
              <a:rPr b="0" lang="en-US" sz="1200" spc="-1" strike="noStrike">
                <a:latin typeface="Times New Roman"/>
              </a:rPr>
              <a:t>&lt;number&gt;</a:t>
            </a:fld>
            <a:endParaRPr b="0" lang="en-IN"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9"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4"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8"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0"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1"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6"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8"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9"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0"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1"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2"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3"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97A83475-9A96-437F-8385-246FA6FCB1AA}" type="slidenum">
              <a:t>&lt;#&gt;</a:t>
            </a:fld>
          </a:p>
        </p:txBody>
      </p:sp>
      <p:sp>
        <p:nvSpPr>
          <p:cNvPr id="4" name="PlaceHolder 3"/>
          <p:cNvSpPr>
            <a:spLocks noGrp="1"/>
          </p:cNvSpPr>
          <p:nvPr>
            <p:ph type="dt" idx="3"/>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42B83122-01DD-4880-855D-319C47EB2E40}"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787D384-EB90-4E52-BCE1-1A1AB95A5787}"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8A7EB332-13FC-4F81-9832-AAA93A7951E3}"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1D522511-995E-40AC-A4E6-7E66EDBE4F94}"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61F21898-C830-4337-9B55-17F6F86DFF30}"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6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6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48815ED-CE1A-40DD-B305-FF6F40DB3383}"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6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6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9BC1789-25F5-4504-91AC-A6161AEA356B}"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AF2AC64-CAD4-409F-9F34-C5244AACFBAD}"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45A10E50-17DA-42BB-B186-A05F86E7A09C}"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D1DD9ECB-B221-445E-95F7-9ED9EA8812F5}" type="slidenum">
              <a:t>&lt;#&gt;</a:t>
            </a:fld>
          </a:p>
        </p:txBody>
      </p:sp>
      <p:sp>
        <p:nvSpPr>
          <p:cNvPr id="9" name="PlaceHolder 8"/>
          <p:cNvSpPr>
            <a:spLocks noGrp="1"/>
          </p:cNvSpPr>
          <p:nvPr>
            <p:ph type="dt" idx="3"/>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8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939EED66-2C41-4B5B-A479-93762485139F}" type="slidenum">
              <a:t>&lt;#&gt;</a:t>
            </a:fld>
          </a:p>
        </p:txBody>
      </p:sp>
      <p:sp>
        <p:nvSpPr>
          <p:cNvPr id="11" name="PlaceHolder 10"/>
          <p:cNvSpPr>
            <a:spLocks noGrp="1"/>
          </p:cNvSpPr>
          <p:nvPr>
            <p:ph type="dt" idx="3"/>
          </p:nvPr>
        </p:nvSpPr>
        <p:spPr/>
        <p:txBody>
          <a:bodyPr/>
          <a:p>
            <a:r>
              <a:rPr lang="en-IN"/>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B750E095-B887-4EE6-9458-7755DCE1FA29}" type="slidenum">
              <a:t>&lt;#&gt;</a:t>
            </a:fld>
          </a:p>
        </p:txBody>
      </p:sp>
      <p:sp>
        <p:nvSpPr>
          <p:cNvPr id="4" name="PlaceHolder 3"/>
          <p:cNvSpPr>
            <a:spLocks noGrp="1"/>
          </p:cNvSpPr>
          <p:nvPr>
            <p:ph type="dt" idx="6"/>
          </p:nvPr>
        </p:nvSpPr>
        <p:spPr/>
        <p:txBody>
          <a:bodyPr/>
          <a:p>
            <a:r>
              <a:rPr lang="en-IN"/>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1"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E09AFD7-32EE-4812-8AD3-B5E1154E3E74}"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0DF43F9F-634D-4FFD-8D2F-553B1861719A}"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0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D3038E40-4852-419E-94FC-79CCC2234118}" type="slidenum">
              <a:t>&lt;#&gt;</a:t>
            </a:fld>
          </a:p>
        </p:txBody>
      </p:sp>
      <p:sp>
        <p:nvSpPr>
          <p:cNvPr id="7" name="PlaceHolder 6"/>
          <p:cNvSpPr>
            <a:spLocks noGrp="1"/>
          </p:cNvSpPr>
          <p:nvPr>
            <p:ph type="dt" idx="6"/>
          </p:nvPr>
        </p:nvSpPr>
        <p:spPr/>
        <p:txBody>
          <a:bodyPr/>
          <a:p>
            <a:r>
              <a:rPr lang="en-IN"/>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C85ACD41-DCEE-4BBF-AA4F-374EB251E551}" type="slidenum">
              <a:t>&lt;#&gt;</a:t>
            </a:fld>
          </a:p>
        </p:txBody>
      </p:sp>
      <p:sp>
        <p:nvSpPr>
          <p:cNvPr id="5" name="PlaceHolder 4"/>
          <p:cNvSpPr>
            <a:spLocks noGrp="1"/>
          </p:cNvSpPr>
          <p:nvPr>
            <p:ph type="dt" idx="6"/>
          </p:nvPr>
        </p:nvSpPr>
        <p:spPr/>
        <p:txBody>
          <a:bodyPr/>
          <a:p>
            <a:r>
              <a:rPr lang="en-IN"/>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55EF1930-7940-4F47-B3DC-8BF25B9F7A5A}" type="slidenum">
              <a:t>&lt;#&gt;</a:t>
            </a:fld>
          </a:p>
        </p:txBody>
      </p:sp>
      <p:sp>
        <p:nvSpPr>
          <p:cNvPr id="5" name="PlaceHolder 4"/>
          <p:cNvSpPr>
            <a:spLocks noGrp="1"/>
          </p:cNvSpPr>
          <p:nvPr>
            <p:ph type="dt" idx="6"/>
          </p:nvPr>
        </p:nvSpPr>
        <p:spPr/>
        <p:txBody>
          <a:bodyPr/>
          <a:p>
            <a:r>
              <a:rPr lang="en-IN"/>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1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1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6230F688-69CF-4037-8EDF-142F338B242F}"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1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1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16"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F5544DD1-1EDF-4193-BB09-7C065E43C9AB}"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1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1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20"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7DC824BE-5EFB-48C3-9B0B-8B1816449059}"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22"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23"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9CB8ABB7-2C31-4D76-8BB8-D179E66A48CD}" type="slidenum">
              <a:t>&lt;#&gt;</a:t>
            </a:fld>
          </a:p>
        </p:txBody>
      </p:sp>
      <p:sp>
        <p:nvSpPr>
          <p:cNvPr id="7" name="PlaceHolder 6"/>
          <p:cNvSpPr>
            <a:spLocks noGrp="1"/>
          </p:cNvSpPr>
          <p:nvPr>
            <p:ph type="dt" idx="6"/>
          </p:nvPr>
        </p:nvSpPr>
        <p:spPr/>
        <p:txBody>
          <a:bodyPr/>
          <a:p>
            <a:r>
              <a:rPr lang="en-IN"/>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2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2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2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28"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0C27FD7B-77D5-4954-97B4-C4CD25406ABE}" type="slidenum">
              <a:t>&lt;#&gt;</a:t>
            </a:fld>
          </a:p>
        </p:txBody>
      </p:sp>
      <p:sp>
        <p:nvSpPr>
          <p:cNvPr id="9" name="PlaceHolder 8"/>
          <p:cNvSpPr>
            <a:spLocks noGrp="1"/>
          </p:cNvSpPr>
          <p:nvPr>
            <p:ph type="dt" idx="6"/>
          </p:nvPr>
        </p:nvSpPr>
        <p:spPr/>
        <p:txBody>
          <a:bodyPr/>
          <a:p>
            <a:r>
              <a:rPr lang="en-IN"/>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30"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31"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32"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33"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34"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35"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BC6DE882-1495-4E97-B30F-49F38935B1DE}" type="slidenum">
              <a:t>&lt;#&gt;</a:t>
            </a:fld>
          </a:p>
        </p:txBody>
      </p:sp>
      <p:sp>
        <p:nvSpPr>
          <p:cNvPr id="11" name="PlaceHolder 10"/>
          <p:cNvSpPr>
            <a:spLocks noGrp="1"/>
          </p:cNvSpPr>
          <p:nvPr>
            <p:ph type="dt" idx="6"/>
          </p:nvPr>
        </p:nvSpPr>
        <p:spPr/>
        <p:txBody>
          <a:bodyPr/>
          <a:p>
            <a:r>
              <a:rPr lang="en-IN"/>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6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6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6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6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7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7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7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7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7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7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8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8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8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8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8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8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8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8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9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9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9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9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9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9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9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p>
            <a:fld id="{D4AB758D-F9EB-42E2-A1CD-5DB4A8251E70}" type="slidenum">
              <a:t>&lt;#&gt;</a:t>
            </a:fld>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1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sldNum" idx="7"/>
          </p:nvPr>
        </p:nvSpPr>
        <p:spPr/>
        <p:txBody>
          <a:bodyPr/>
          <a:p>
            <a:fld id="{6ACBEAEF-2BB3-412F-87A1-2B6EA3B575DE}" type="slidenum">
              <a:t>&lt;#&gt;</a:t>
            </a:fld>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1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sldNum" idx="7"/>
          </p:nvPr>
        </p:nvSpPr>
        <p:spPr/>
        <p:txBody>
          <a:bodyPr/>
          <a:p>
            <a:fld id="{70AA2F32-C919-42A6-AB88-BBB8EC5EE12C}" type="slidenum">
              <a:t>&lt;#&gt;</a:t>
            </a:fld>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1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1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sldNum" idx="7"/>
          </p:nvPr>
        </p:nvSpPr>
        <p:spPr/>
        <p:txBody>
          <a:bodyPr/>
          <a:p>
            <a:fld id="{90BEEC28-996F-45E1-A0C6-11A751230B92}" type="slidenum">
              <a:t>&lt;#&gt;</a:t>
            </a:fld>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sldNum" idx="7"/>
          </p:nvPr>
        </p:nvSpPr>
        <p:spPr/>
        <p:txBody>
          <a:bodyPr/>
          <a:p>
            <a:fld id="{26D719E2-59FE-4A1D-BB50-9007F78B8430}" type="slidenum">
              <a:t>&lt;#&gt;</a:t>
            </a:fld>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7"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sldNum" idx="7"/>
          </p:nvPr>
        </p:nvSpPr>
        <p:spPr/>
        <p:txBody>
          <a:bodyPr/>
          <a:p>
            <a:fld id="{75639AB3-65FA-4FED-BCE5-F734F92FBA78}" type="slidenum">
              <a:t>&lt;#&gt;</a:t>
            </a:fld>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1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2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2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sldNum" idx="7"/>
          </p:nvPr>
        </p:nvSpPr>
        <p:spPr/>
        <p:txBody>
          <a:bodyPr/>
          <a:p>
            <a:fld id="{A50856AB-9FD8-4611-94EF-9ED1FEFFE24E}" type="slidenum">
              <a:t>&lt;#&gt;</a:t>
            </a:fld>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2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25"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sldNum" idx="7"/>
          </p:nvPr>
        </p:nvSpPr>
        <p:spPr/>
        <p:txBody>
          <a:bodyPr/>
          <a:p>
            <a:fld id="{84A0C500-9034-42F8-BABF-F94DD404E55D}" type="slidenum">
              <a:t>&lt;#&gt;</a:t>
            </a:fld>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29"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sldNum" idx="7"/>
          </p:nvPr>
        </p:nvSpPr>
        <p:spPr/>
        <p:txBody>
          <a:bodyPr/>
          <a:p>
            <a:fld id="{3511811B-53FD-4C9D-B3DF-89531D2CED14}" type="slidenum">
              <a:t>&lt;#&gt;</a:t>
            </a:fld>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31"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32"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sldNum" idx="7"/>
          </p:nvPr>
        </p:nvSpPr>
        <p:spPr/>
        <p:txBody>
          <a:bodyPr/>
          <a:p>
            <a:fld id="{C1E00A07-C50E-4B97-B468-28FC62EC0F67}" type="slidenum">
              <a:t>&lt;#&gt;</a:t>
            </a:fld>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3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3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3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3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37"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sldNum" idx="7"/>
          </p:nvPr>
        </p:nvSpPr>
        <p:spPr/>
        <p:txBody>
          <a:bodyPr/>
          <a:p>
            <a:fld id="{BDF6DEF8-C4E2-4D7F-9CEB-2D251AFB54CB}" type="slidenum">
              <a:t>&lt;#&gt;</a:t>
            </a:fld>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39"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40"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41"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42"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43"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44"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sldNum" idx="7"/>
          </p:nvPr>
        </p:nvSpPr>
        <p:spPr/>
        <p:txBody>
          <a:bodyPr/>
          <a:p>
            <a:fld id="{9072F00A-A4E6-4523-B240-BB82B89AAEA3}" type="slidenum">
              <a:t>&lt;#&gt;</a:t>
            </a:fld>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8BFE0EF0-89C5-4DFC-A017-7E122EBC3395}" type="slidenum">
              <a:t>&lt;#&gt;</a:t>
            </a:fld>
          </a:p>
        </p:txBody>
      </p:sp>
      <p:sp>
        <p:nvSpPr>
          <p:cNvPr id="4" name="PlaceHolder 3"/>
          <p:cNvSpPr>
            <a:spLocks noGrp="1"/>
          </p:cNvSpPr>
          <p:nvPr>
            <p:ph type="dt" idx="10"/>
          </p:nvPr>
        </p:nvSpPr>
        <p:spPr/>
        <p:txBody>
          <a:bodyPr/>
          <a:p>
            <a:r>
              <a:rPr lang="en-IN"/>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6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F1E0438F-3AC9-4C1B-BC59-034AD5ACC9BF}" type="slidenum">
              <a:t>&lt;#&gt;</a:t>
            </a:fld>
          </a:p>
        </p:txBody>
      </p:sp>
      <p:sp>
        <p:nvSpPr>
          <p:cNvPr id="6" name="PlaceHolder 5"/>
          <p:cNvSpPr>
            <a:spLocks noGrp="1"/>
          </p:cNvSpPr>
          <p:nvPr>
            <p:ph type="dt" idx="10"/>
          </p:nvPr>
        </p:nvSpPr>
        <p:spPr/>
        <p:txBody>
          <a:bodyPr/>
          <a:p>
            <a:r>
              <a:rPr lang="en-IN"/>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6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DD9EE06D-FB59-43D3-A4DF-F5F692FEB508}" type="slidenum">
              <a:t>&lt;#&gt;</a:t>
            </a:fld>
          </a:p>
        </p:txBody>
      </p:sp>
      <p:sp>
        <p:nvSpPr>
          <p:cNvPr id="6" name="PlaceHolder 5"/>
          <p:cNvSpPr>
            <a:spLocks noGrp="1"/>
          </p:cNvSpPr>
          <p:nvPr>
            <p:ph type="dt" idx="10"/>
          </p:nvPr>
        </p:nvSpPr>
        <p:spPr/>
        <p:txBody>
          <a:bodyPr/>
          <a:p>
            <a:r>
              <a:rPr lang="en-IN"/>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6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6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BE0047F-050D-412C-8679-D26D5699B84D}" type="slidenum">
              <a:t>&lt;#&gt;</a:t>
            </a:fld>
          </a:p>
        </p:txBody>
      </p:sp>
      <p:sp>
        <p:nvSpPr>
          <p:cNvPr id="7" name="PlaceHolder 6"/>
          <p:cNvSpPr>
            <a:spLocks noGrp="1"/>
          </p:cNvSpPr>
          <p:nvPr>
            <p:ph type="dt" idx="10"/>
          </p:nvPr>
        </p:nvSpPr>
        <p:spPr/>
        <p:txBody>
          <a:bodyPr/>
          <a:p>
            <a:r>
              <a:rPr lang="en-IN"/>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6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30AEE01-0154-4FEB-B637-C2F685F57C6F}" type="slidenum">
              <a:t>&lt;#&gt;</a:t>
            </a:fld>
          </a:p>
        </p:txBody>
      </p:sp>
      <p:sp>
        <p:nvSpPr>
          <p:cNvPr id="5" name="PlaceHolder 4"/>
          <p:cNvSpPr>
            <a:spLocks noGrp="1"/>
          </p:cNvSpPr>
          <p:nvPr>
            <p:ph type="dt" idx="10"/>
          </p:nvPr>
        </p:nvSpPr>
        <p:spPr/>
        <p:txBody>
          <a:bodyPr/>
          <a:p>
            <a:r>
              <a:rPr lang="en-IN"/>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67"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98C6A52A-DC00-4A75-90B3-D4CF31A400AB}" type="slidenum">
              <a:t>&lt;#&gt;</a:t>
            </a:fld>
          </a:p>
        </p:txBody>
      </p:sp>
      <p:sp>
        <p:nvSpPr>
          <p:cNvPr id="5" name="PlaceHolder 4"/>
          <p:cNvSpPr>
            <a:spLocks noGrp="1"/>
          </p:cNvSpPr>
          <p:nvPr>
            <p:ph type="dt" idx="10"/>
          </p:nvPr>
        </p:nvSpPr>
        <p:spPr/>
        <p:txBody>
          <a:bodyPr/>
          <a:p>
            <a:r>
              <a:rPr lang="en-IN"/>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6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7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7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D3A5258F-2551-481A-99C4-F106520C06BA}" type="slidenum">
              <a:t>&lt;#&gt;</a:t>
            </a:fld>
          </a:p>
        </p:txBody>
      </p:sp>
      <p:sp>
        <p:nvSpPr>
          <p:cNvPr id="8" name="PlaceHolder 7"/>
          <p:cNvSpPr>
            <a:spLocks noGrp="1"/>
          </p:cNvSpPr>
          <p:nvPr>
            <p:ph type="dt" idx="10"/>
          </p:nvPr>
        </p:nvSpPr>
        <p:spPr/>
        <p:txBody>
          <a:bodyPr/>
          <a:p>
            <a:r>
              <a:rPr lang="en-IN"/>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7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7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75"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02E51414-93BB-4A86-9384-EDED797415F2}" type="slidenum">
              <a:t>&lt;#&gt;</a:t>
            </a:fld>
          </a:p>
        </p:txBody>
      </p:sp>
      <p:sp>
        <p:nvSpPr>
          <p:cNvPr id="8" name="PlaceHolder 7"/>
          <p:cNvSpPr>
            <a:spLocks noGrp="1"/>
          </p:cNvSpPr>
          <p:nvPr>
            <p:ph type="dt" idx="10"/>
          </p:nvPr>
        </p:nvSpPr>
        <p:spPr/>
        <p:txBody>
          <a:bodyPr/>
          <a:p>
            <a:r>
              <a:rPr lang="en-IN"/>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7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7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79"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57840259-4FDC-4BD0-B882-F8781EB75D3A}" type="slidenum">
              <a:t>&lt;#&gt;</a:t>
            </a:fld>
          </a:p>
        </p:txBody>
      </p:sp>
      <p:sp>
        <p:nvSpPr>
          <p:cNvPr id="8" name="PlaceHolder 7"/>
          <p:cNvSpPr>
            <a:spLocks noGrp="1"/>
          </p:cNvSpPr>
          <p:nvPr>
            <p:ph type="dt" idx="10"/>
          </p:nvPr>
        </p:nvSpPr>
        <p:spPr/>
        <p:txBody>
          <a:bodyPr/>
          <a:p>
            <a:r>
              <a:rPr lang="en-IN"/>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81"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82"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AE4EA9A-EAA3-4E7B-B6A8-84D1F72458C0}" type="slidenum">
              <a:t>&lt;#&gt;</a:t>
            </a:fld>
          </a:p>
        </p:txBody>
      </p:sp>
      <p:sp>
        <p:nvSpPr>
          <p:cNvPr id="7" name="PlaceHolder 6"/>
          <p:cNvSpPr>
            <a:spLocks noGrp="1"/>
          </p:cNvSpPr>
          <p:nvPr>
            <p:ph type="dt" idx="10"/>
          </p:nvPr>
        </p:nvSpPr>
        <p:spPr/>
        <p:txBody>
          <a:bodyPr/>
          <a:p>
            <a:r>
              <a:rPr lang="en-IN"/>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8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8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8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87"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D19267D8-EB70-45D8-903B-5FD80448198D}" type="slidenum">
              <a:t>&lt;#&gt;</a:t>
            </a:fld>
          </a:p>
        </p:txBody>
      </p:sp>
      <p:sp>
        <p:nvSpPr>
          <p:cNvPr id="9" name="PlaceHolder 8"/>
          <p:cNvSpPr>
            <a:spLocks noGrp="1"/>
          </p:cNvSpPr>
          <p:nvPr>
            <p:ph type="dt" idx="10"/>
          </p:nvPr>
        </p:nvSpPr>
        <p:spPr/>
        <p:txBody>
          <a:bodyPr/>
          <a:p>
            <a:r>
              <a:rPr lang="en-IN"/>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8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89"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90"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91"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92"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93"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94"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7E2013EC-5569-49AD-8D00-2D7BBE9FB958}" type="slidenum">
              <a:t>&lt;#&gt;</a:t>
            </a:fld>
          </a:p>
        </p:txBody>
      </p:sp>
      <p:sp>
        <p:nvSpPr>
          <p:cNvPr id="11" name="PlaceHolder 10"/>
          <p:cNvSpPr>
            <a:spLocks noGrp="1"/>
          </p:cNvSpPr>
          <p:nvPr>
            <p:ph type="dt" idx="10"/>
          </p:nvPr>
        </p:nvSpPr>
        <p:spPr/>
        <p:txBody>
          <a:bodyPr/>
          <a:p>
            <a:r>
              <a:rPr lang="en-IN"/>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242F5DD5-184F-4155-BBF2-1456561302F9}" type="slidenum">
              <a:t>&lt;#&gt;</a:t>
            </a:fld>
          </a:p>
        </p:txBody>
      </p:sp>
      <p:sp>
        <p:nvSpPr>
          <p:cNvPr id="4" name="PlaceHolder 3"/>
          <p:cNvSpPr>
            <a:spLocks noGrp="1"/>
          </p:cNvSpPr>
          <p:nvPr>
            <p:ph type="dt" idx="13"/>
          </p:nvPr>
        </p:nvSpPr>
        <p:spPr/>
        <p:txBody>
          <a:bodyPr/>
          <a:p>
            <a:r>
              <a:rPr lang="en-IN"/>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0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0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1106FFDC-98CD-4C6C-9C25-DAD835C8F71C}" type="slidenum">
              <a:t>&lt;#&gt;</a:t>
            </a:fld>
          </a:p>
        </p:txBody>
      </p:sp>
      <p:sp>
        <p:nvSpPr>
          <p:cNvPr id="6" name="PlaceHolder 5"/>
          <p:cNvSpPr>
            <a:spLocks noGrp="1"/>
          </p:cNvSpPr>
          <p:nvPr>
            <p:ph type="dt" idx="13"/>
          </p:nvPr>
        </p:nvSpPr>
        <p:spPr/>
        <p:txBody>
          <a:bodyPr/>
          <a:p>
            <a:r>
              <a:rPr lang="en-IN"/>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0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B0AFA781-F676-4A80-A360-6158B20FE297}" type="slidenum">
              <a:t>&lt;#&gt;</a:t>
            </a:fld>
          </a:p>
        </p:txBody>
      </p:sp>
      <p:sp>
        <p:nvSpPr>
          <p:cNvPr id="6" name="PlaceHolder 5"/>
          <p:cNvSpPr>
            <a:spLocks noGrp="1"/>
          </p:cNvSpPr>
          <p:nvPr>
            <p:ph type="dt" idx="13"/>
          </p:nvPr>
        </p:nvSpPr>
        <p:spPr/>
        <p:txBody>
          <a:bodyPr/>
          <a:p>
            <a:r>
              <a:rPr lang="en-IN"/>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0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31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28E74858-0365-41BA-A6DE-05629D9BD7EC}" type="slidenum">
              <a:t>&lt;#&gt;</a:t>
            </a:fld>
          </a:p>
        </p:txBody>
      </p:sp>
      <p:sp>
        <p:nvSpPr>
          <p:cNvPr id="7" name="PlaceHolder 6"/>
          <p:cNvSpPr>
            <a:spLocks noGrp="1"/>
          </p:cNvSpPr>
          <p:nvPr>
            <p:ph type="dt" idx="13"/>
          </p:nvPr>
        </p:nvSpPr>
        <p:spPr/>
        <p:txBody>
          <a:bodyPr/>
          <a:p>
            <a:r>
              <a:rPr lang="en-IN"/>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931357A5-867A-4517-9D17-2EF59E98562C}" type="slidenum">
              <a:t>&lt;#&gt;</a:t>
            </a:fld>
          </a:p>
        </p:txBody>
      </p:sp>
      <p:sp>
        <p:nvSpPr>
          <p:cNvPr id="5" name="PlaceHolder 4"/>
          <p:cNvSpPr>
            <a:spLocks noGrp="1"/>
          </p:cNvSpPr>
          <p:nvPr>
            <p:ph type="dt" idx="13"/>
          </p:nvPr>
        </p:nvSpPr>
        <p:spPr/>
        <p:txBody>
          <a:bodyPr/>
          <a:p>
            <a:r>
              <a:rPr lang="en-IN"/>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1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E5DFBF57-492A-4F1D-A6AA-78D300A34EA6}" type="slidenum">
              <a:t>&lt;#&gt;</a:t>
            </a:fld>
          </a:p>
        </p:txBody>
      </p:sp>
      <p:sp>
        <p:nvSpPr>
          <p:cNvPr id="5" name="PlaceHolder 4"/>
          <p:cNvSpPr>
            <a:spLocks noGrp="1"/>
          </p:cNvSpPr>
          <p:nvPr>
            <p:ph type="dt" idx="13"/>
          </p:nvPr>
        </p:nvSpPr>
        <p:spPr/>
        <p:txBody>
          <a:bodyPr/>
          <a:p>
            <a:r>
              <a:rPr lang="en-IN"/>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1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1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31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D063FB7A-4B85-447E-9748-50829C5EF351}" type="slidenum">
              <a:t>&lt;#&gt;</a:t>
            </a:fld>
          </a:p>
        </p:txBody>
      </p:sp>
      <p:sp>
        <p:nvSpPr>
          <p:cNvPr id="8" name="PlaceHolder 7"/>
          <p:cNvSpPr>
            <a:spLocks noGrp="1"/>
          </p:cNvSpPr>
          <p:nvPr>
            <p:ph type="dt" idx="13"/>
          </p:nvPr>
        </p:nvSpPr>
        <p:spPr/>
        <p:txBody>
          <a:bodyPr/>
          <a:p>
            <a:r>
              <a:rPr lang="en-IN"/>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1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31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2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E791033A-E674-4BB8-8F4C-CF72EAC81A21}" type="slidenum">
              <a:t>&lt;#&gt;</a:t>
            </a:fld>
          </a:p>
        </p:txBody>
      </p:sp>
      <p:sp>
        <p:nvSpPr>
          <p:cNvPr id="8" name="PlaceHolder 7"/>
          <p:cNvSpPr>
            <a:spLocks noGrp="1"/>
          </p:cNvSpPr>
          <p:nvPr>
            <p:ph type="dt" idx="13"/>
          </p:nvPr>
        </p:nvSpPr>
        <p:spPr/>
        <p:txBody>
          <a:bodyPr/>
          <a:p>
            <a:r>
              <a:rPr lang="en-IN"/>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2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2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2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24409C54-B49F-421D-AF5F-82333886F7B7}" type="slidenum">
              <a:t>&lt;#&gt;</a:t>
            </a:fld>
          </a:p>
        </p:txBody>
      </p:sp>
      <p:sp>
        <p:nvSpPr>
          <p:cNvPr id="8" name="PlaceHolder 7"/>
          <p:cNvSpPr>
            <a:spLocks noGrp="1"/>
          </p:cNvSpPr>
          <p:nvPr>
            <p:ph type="dt" idx="13"/>
          </p:nvPr>
        </p:nvSpPr>
        <p:spPr/>
        <p:txBody>
          <a:bodyPr/>
          <a:p>
            <a:r>
              <a:rPr lang="en-IN"/>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2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2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F62A06BB-880E-4888-A460-911B278994FD}" type="slidenum">
              <a:t>&lt;#&gt;</a:t>
            </a:fld>
          </a:p>
        </p:txBody>
      </p:sp>
      <p:sp>
        <p:nvSpPr>
          <p:cNvPr id="7" name="PlaceHolder 6"/>
          <p:cNvSpPr>
            <a:spLocks noGrp="1"/>
          </p:cNvSpPr>
          <p:nvPr>
            <p:ph type="dt" idx="13"/>
          </p:nvPr>
        </p:nvSpPr>
        <p:spPr/>
        <p:txBody>
          <a:bodyPr/>
          <a:p>
            <a:r>
              <a:rPr lang="en-IN"/>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2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3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3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3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FE1FB2C-F0D6-4BB2-97E6-32F9B78DF29C}" type="slidenum">
              <a:t>&lt;#&gt;</a:t>
            </a:fld>
          </a:p>
        </p:txBody>
      </p:sp>
      <p:sp>
        <p:nvSpPr>
          <p:cNvPr id="9" name="PlaceHolder 8"/>
          <p:cNvSpPr>
            <a:spLocks noGrp="1"/>
          </p:cNvSpPr>
          <p:nvPr>
            <p:ph type="dt" idx="13"/>
          </p:nvPr>
        </p:nvSpPr>
        <p:spPr/>
        <p:txBody>
          <a:bodyPr/>
          <a:p>
            <a:r>
              <a:rPr lang="en-IN"/>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3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3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3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3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3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3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3B69118C-22DB-474E-A8CE-A007F5DAE2EA}" type="slidenum">
              <a:t>&lt;#&gt;</a:t>
            </a:fld>
          </a:p>
        </p:txBody>
      </p:sp>
      <p:sp>
        <p:nvSpPr>
          <p:cNvPr id="11" name="PlaceHolder 10"/>
          <p:cNvSpPr>
            <a:spLocks noGrp="1"/>
          </p:cNvSpPr>
          <p:nvPr>
            <p:ph type="dt" idx="13"/>
          </p:nvPr>
        </p:nvSpPr>
        <p:spPr/>
        <p:txBody>
          <a:bodyPr/>
          <a:p>
            <a:r>
              <a:rPr lang="en-IN"/>
              <a:t/>
            </a: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ECE4DF02-EBB9-4E0F-9EC6-52C34CD61F01}" type="slidenum">
              <a:t>&lt;#&gt;</a:t>
            </a:fld>
          </a:p>
        </p:txBody>
      </p:sp>
      <p:sp>
        <p:nvSpPr>
          <p:cNvPr id="4" name="PlaceHolder 3"/>
          <p:cNvSpPr>
            <a:spLocks noGrp="1"/>
          </p:cNvSpPr>
          <p:nvPr>
            <p:ph type="dt" idx="16"/>
          </p:nvPr>
        </p:nvSpPr>
        <p:spPr/>
        <p:txBody>
          <a:bodyPr/>
          <a:p>
            <a:r>
              <a:rPr lang="en-IN"/>
              <a:t/>
            </a:r>
          </a:p>
        </p:txBody>
      </p:sp>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5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5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97FF18CC-B065-4492-AEB7-769D5540DD95}" type="slidenum">
              <a:t>&lt;#&gt;</a:t>
            </a:fld>
          </a:p>
        </p:txBody>
      </p:sp>
      <p:sp>
        <p:nvSpPr>
          <p:cNvPr id="6" name="PlaceHolder 5"/>
          <p:cNvSpPr>
            <a:spLocks noGrp="1"/>
          </p:cNvSpPr>
          <p:nvPr>
            <p:ph type="dt" idx="16"/>
          </p:nvPr>
        </p:nvSpPr>
        <p:spPr/>
        <p:txBody>
          <a:bodyPr/>
          <a:p>
            <a:r>
              <a:rPr lang="en-IN"/>
              <a:t/>
            </a: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5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4983679E-2B0A-4739-9EA6-270A13E0DF0A}" type="slidenum">
              <a:t>&lt;#&gt;</a:t>
            </a:fld>
          </a:p>
        </p:txBody>
      </p:sp>
      <p:sp>
        <p:nvSpPr>
          <p:cNvPr id="6" name="PlaceHolder 5"/>
          <p:cNvSpPr>
            <a:spLocks noGrp="1"/>
          </p:cNvSpPr>
          <p:nvPr>
            <p:ph type="dt" idx="16"/>
          </p:nvPr>
        </p:nvSpPr>
        <p:spPr/>
        <p:txBody>
          <a:bodyPr/>
          <a:p>
            <a:r>
              <a:rPr lang="en-IN"/>
              <a:t/>
            </a: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5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35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963204FD-4FA5-4E26-9C6B-6F5C342A68B6}" type="slidenum">
              <a:t>&lt;#&gt;</a:t>
            </a:fld>
          </a:p>
        </p:txBody>
      </p:sp>
      <p:sp>
        <p:nvSpPr>
          <p:cNvPr id="7" name="PlaceHolder 6"/>
          <p:cNvSpPr>
            <a:spLocks noGrp="1"/>
          </p:cNvSpPr>
          <p:nvPr>
            <p:ph type="dt" idx="16"/>
          </p:nvPr>
        </p:nvSpPr>
        <p:spPr/>
        <p:txBody>
          <a:bodyPr/>
          <a:p>
            <a:r>
              <a:rPr lang="en-IN"/>
              <a:t/>
            </a: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5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8DC9ECD5-76F1-4939-B373-B87F3D1A69DB}" type="slidenum">
              <a:t>&lt;#&gt;</a:t>
            </a:fld>
          </a:p>
        </p:txBody>
      </p:sp>
      <p:sp>
        <p:nvSpPr>
          <p:cNvPr id="5" name="PlaceHolder 4"/>
          <p:cNvSpPr>
            <a:spLocks noGrp="1"/>
          </p:cNvSpPr>
          <p:nvPr>
            <p:ph type="dt" idx="16"/>
          </p:nvPr>
        </p:nvSpPr>
        <p:spPr/>
        <p:txBody>
          <a:bodyPr/>
          <a:p>
            <a:r>
              <a:rPr lang="en-IN"/>
              <a:t/>
            </a: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59"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7031CF5E-B32D-4190-A2DC-8B8FB08F036A}" type="slidenum">
              <a:t>&lt;#&gt;</a:t>
            </a:fld>
          </a:p>
        </p:txBody>
      </p:sp>
      <p:sp>
        <p:nvSpPr>
          <p:cNvPr id="5" name="PlaceHolder 4"/>
          <p:cNvSpPr>
            <a:spLocks noGrp="1"/>
          </p:cNvSpPr>
          <p:nvPr>
            <p:ph type="dt" idx="16"/>
          </p:nvPr>
        </p:nvSpPr>
        <p:spPr/>
        <p:txBody>
          <a:bodyPr/>
          <a:p>
            <a:r>
              <a:rPr lang="en-IN"/>
              <a:t/>
            </a: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6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6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36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9FAB17E-A72A-4C32-AC9E-26CD21889E83}" type="slidenum">
              <a:t>&lt;#&gt;</a:t>
            </a:fld>
          </a:p>
        </p:txBody>
      </p:sp>
      <p:sp>
        <p:nvSpPr>
          <p:cNvPr id="8" name="PlaceHolder 7"/>
          <p:cNvSpPr>
            <a:spLocks noGrp="1"/>
          </p:cNvSpPr>
          <p:nvPr>
            <p:ph type="dt" idx="16"/>
          </p:nvPr>
        </p:nvSpPr>
        <p:spPr/>
        <p:txBody>
          <a:bodyPr/>
          <a:p>
            <a:r>
              <a:rPr lang="en-IN"/>
              <a:t/>
            </a: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6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36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67"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3F9D852A-1380-4655-8ED0-F73F840BB606}" type="slidenum">
              <a:t>&lt;#&gt;</a:t>
            </a:fld>
          </a:p>
        </p:txBody>
      </p:sp>
      <p:sp>
        <p:nvSpPr>
          <p:cNvPr id="8" name="PlaceHolder 7"/>
          <p:cNvSpPr>
            <a:spLocks noGrp="1"/>
          </p:cNvSpPr>
          <p:nvPr>
            <p:ph type="dt" idx="16"/>
          </p:nvPr>
        </p:nvSpPr>
        <p:spPr/>
        <p:txBody>
          <a:bodyPr/>
          <a:p>
            <a:r>
              <a:rPr lang="en-IN"/>
              <a:t/>
            </a: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6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7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71"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70420B1A-8492-422C-87CC-1F079F75DA9F}" type="slidenum">
              <a:t>&lt;#&gt;</a:t>
            </a:fld>
          </a:p>
        </p:txBody>
      </p:sp>
      <p:sp>
        <p:nvSpPr>
          <p:cNvPr id="8" name="PlaceHolder 7"/>
          <p:cNvSpPr>
            <a:spLocks noGrp="1"/>
          </p:cNvSpPr>
          <p:nvPr>
            <p:ph type="dt" idx="16"/>
          </p:nvPr>
        </p:nvSpPr>
        <p:spPr/>
        <p:txBody>
          <a:bodyPr/>
          <a:p>
            <a:r>
              <a:rPr lang="en-IN"/>
              <a:t/>
            </a: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73"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74"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48A5A2F1-CC53-4CC8-86AC-0EF386C10774}" type="slidenum">
              <a:t>&lt;#&gt;</a:t>
            </a:fld>
          </a:p>
        </p:txBody>
      </p:sp>
      <p:sp>
        <p:nvSpPr>
          <p:cNvPr id="7" name="PlaceHolder 6"/>
          <p:cNvSpPr>
            <a:spLocks noGrp="1"/>
          </p:cNvSpPr>
          <p:nvPr>
            <p:ph type="dt" idx="16"/>
          </p:nvPr>
        </p:nvSpPr>
        <p:spPr/>
        <p:txBody>
          <a:bodyPr/>
          <a:p>
            <a:r>
              <a:rPr lang="en-IN"/>
              <a:t/>
            </a: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7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7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7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79"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72C09096-5398-44D0-B721-F1896ADB3292}" type="slidenum">
              <a:t>&lt;#&gt;</a:t>
            </a:fld>
          </a:p>
        </p:txBody>
      </p:sp>
      <p:sp>
        <p:nvSpPr>
          <p:cNvPr id="9" name="PlaceHolder 8"/>
          <p:cNvSpPr>
            <a:spLocks noGrp="1"/>
          </p:cNvSpPr>
          <p:nvPr>
            <p:ph type="dt" idx="16"/>
          </p:nvPr>
        </p:nvSpPr>
        <p:spPr/>
        <p:txBody>
          <a:bodyPr/>
          <a:p>
            <a:r>
              <a:rPr lang="en-IN"/>
              <a:t/>
            </a: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81"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82"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83"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84"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85"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86"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6E400113-7731-4F98-BD24-2C09CEAEE228}" type="slidenum">
              <a:t>&lt;#&gt;</a:t>
            </a:fld>
          </a:p>
        </p:txBody>
      </p:sp>
      <p:sp>
        <p:nvSpPr>
          <p:cNvPr id="11" name="PlaceHolder 10"/>
          <p:cNvSpPr>
            <a:spLocks noGrp="1"/>
          </p:cNvSpPr>
          <p:nvPr>
            <p:ph type="dt" idx="16"/>
          </p:nvPr>
        </p:nvSpPr>
        <p:spPr/>
        <p:txBody>
          <a:bodyPr/>
          <a:p>
            <a:r>
              <a:rPr lang="en-IN"/>
              <a:t/>
            </a: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9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9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9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9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9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9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0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0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0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0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0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0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0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0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0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1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1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1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1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1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1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2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2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2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2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2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2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2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2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9c369"/>
        </a:solidFill>
      </p:bgPr>
    </p:bg>
    <p:spTree>
      <p:nvGrpSpPr>
        <p:cNvPr id="1" name=""/>
        <p:cNvGrpSpPr/>
        <p:nvPr/>
      </p:nvGrpSpPr>
      <p:grpSpPr>
        <a:xfrm>
          <a:off x="0" y="0"/>
          <a:ext cx="0" cy="0"/>
          <a:chOff x="0" y="0"/>
          <a:chExt cx="0" cy="0"/>
        </a:xfrm>
      </p:grpSpPr>
      <p:sp>
        <p:nvSpPr>
          <p:cNvPr id="0" name="Straight Connector 7"/>
          <p:cNvSpPr/>
          <p:nvPr/>
        </p:nvSpPr>
        <p:spPr>
          <a:xfrm>
            <a:off x="0" y="6535800"/>
            <a:ext cx="8380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1" name="Straight Connector 13"/>
          <p:cNvSpPr/>
          <p:nvPr/>
        </p:nvSpPr>
        <p:spPr>
          <a:xfrm>
            <a:off x="1204920" y="6535800"/>
            <a:ext cx="416052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 name="Straight Connector 15"/>
          <p:cNvSpPr/>
          <p:nvPr/>
        </p:nvSpPr>
        <p:spPr>
          <a:xfrm>
            <a:off x="6801840" y="6528600"/>
            <a:ext cx="38404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3" name="Straight Connector 19"/>
          <p:cNvSpPr/>
          <p:nvPr/>
        </p:nvSpPr>
        <p:spPr>
          <a:xfrm>
            <a:off x="11276280" y="6528600"/>
            <a:ext cx="91440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4" name="Google Shape;327;p33"/>
          <p:cNvSpPr/>
          <p:nvPr/>
        </p:nvSpPr>
        <p:spPr>
          <a:xfrm>
            <a:off x="1062720" y="1161360"/>
            <a:ext cx="10220040" cy="4830840"/>
          </a:xfrm>
          <a:prstGeom prst="rect">
            <a:avLst/>
          </a:prstGeom>
          <a:solidFill>
            <a:schemeClr val="accent3"/>
          </a:solidFill>
          <a:ln w="25400">
            <a:solidFill>
              <a:srgbClr val="000000"/>
            </a:solidFill>
            <a:miter/>
          </a:ln>
        </p:spPr>
        <p:style>
          <a:lnRef idx="0"/>
          <a:fillRef idx="0"/>
          <a:effectRef idx="0"/>
          <a:fontRef idx="minor"/>
        </p:style>
      </p:sp>
      <p:sp>
        <p:nvSpPr>
          <p:cNvPr id="5" name="Google Shape;328;p33"/>
          <p:cNvSpPr/>
          <p:nvPr/>
        </p:nvSpPr>
        <p:spPr>
          <a:xfrm>
            <a:off x="858240" y="800280"/>
            <a:ext cx="10220040" cy="4951800"/>
          </a:xfrm>
          <a:prstGeom prst="rect">
            <a:avLst/>
          </a:prstGeom>
          <a:solidFill>
            <a:schemeClr val="accent5"/>
          </a:solidFill>
          <a:ln w="25400">
            <a:solidFill>
              <a:srgbClr val="000000"/>
            </a:solidFill>
            <a:miter/>
          </a:ln>
        </p:spPr>
        <p:style>
          <a:lnRef idx="0"/>
          <a:fillRef idx="0"/>
          <a:effectRef idx="0"/>
          <a:fontRef idx="minor"/>
        </p:style>
      </p:sp>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d6cd"/>
        </a:solidFill>
      </p:bgPr>
    </p:bg>
    <p:spTree>
      <p:nvGrpSpPr>
        <p:cNvPr id="1" name=""/>
        <p:cNvGrpSpPr/>
        <p:nvPr/>
      </p:nvGrpSpPr>
      <p:grpSpPr>
        <a:xfrm>
          <a:off x="0" y="0"/>
          <a:ext cx="0" cy="0"/>
          <a:chOff x="0" y="0"/>
          <a:chExt cx="0" cy="0"/>
        </a:xfrm>
      </p:grpSpPr>
      <p:sp>
        <p:nvSpPr>
          <p:cNvPr id="44" name="Straight Connector 7"/>
          <p:cNvSpPr/>
          <p:nvPr/>
        </p:nvSpPr>
        <p:spPr>
          <a:xfrm>
            <a:off x="0" y="6535800"/>
            <a:ext cx="8380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45" name="Straight Connector 13"/>
          <p:cNvSpPr/>
          <p:nvPr/>
        </p:nvSpPr>
        <p:spPr>
          <a:xfrm>
            <a:off x="1204920" y="6535800"/>
            <a:ext cx="416052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46" name="Straight Connector 15"/>
          <p:cNvSpPr/>
          <p:nvPr/>
        </p:nvSpPr>
        <p:spPr>
          <a:xfrm>
            <a:off x="6801840" y="6528600"/>
            <a:ext cx="38404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47" name="Straight Connector 19"/>
          <p:cNvSpPr/>
          <p:nvPr/>
        </p:nvSpPr>
        <p:spPr>
          <a:xfrm>
            <a:off x="11276280" y="6528600"/>
            <a:ext cx="91440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48" name="PlaceHolder 1"/>
          <p:cNvSpPr>
            <a:spLocks noGrp="1"/>
          </p:cNvSpPr>
          <p:nvPr>
            <p:ph type="ftr" idx="1"/>
          </p:nvPr>
        </p:nvSpPr>
        <p:spPr>
          <a:xfrm>
            <a:off x="5364360" y="6400800"/>
            <a:ext cx="146196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&lt;footer&gt;</a:t>
            </a:r>
            <a:endParaRPr b="0" lang="en-IN" sz="1000" spc="-1" strike="noStrike">
              <a:latin typeface="Times New Roman"/>
            </a:endParaRPr>
          </a:p>
        </p:txBody>
      </p:sp>
      <p:sp>
        <p:nvSpPr>
          <p:cNvPr id="49" name="PlaceHolder 2"/>
          <p:cNvSpPr>
            <a:spLocks noGrp="1"/>
          </p:cNvSpPr>
          <p:nvPr>
            <p:ph type="sldNum" idx="2"/>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184FEE8A-89E1-4903-9530-3D6647D682D7}"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50" name="PlaceHolder 3"/>
          <p:cNvSpPr>
            <a:spLocks noGrp="1"/>
          </p:cNvSpPr>
          <p:nvPr>
            <p:ph type="dt" idx="3"/>
          </p:nvPr>
        </p:nvSpPr>
        <p:spPr>
          <a:xfrm>
            <a:off x="10629000" y="6400800"/>
            <a:ext cx="639000" cy="245880"/>
          </a:xfrm>
          <a:prstGeom prst="rect">
            <a:avLst/>
          </a:prstGeom>
          <a:noFill/>
          <a:ln w="0">
            <a:noFill/>
          </a:ln>
        </p:spPr>
        <p:txBody>
          <a:bodyPr lIns="0" rIns="0" tIns="45000" bIns="45000"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51"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5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a:t>
            </a:r>
            <a:r>
              <a:rPr b="0" lang="en-IN" sz="3200" spc="-1" strike="noStrike">
                <a:latin typeface="Arial"/>
              </a:rPr>
              <a:t>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9d8f"/>
        </a:solidFill>
      </p:bgPr>
    </p:bg>
    <p:spTree>
      <p:nvGrpSpPr>
        <p:cNvPr id="1" name=""/>
        <p:cNvGrpSpPr/>
        <p:nvPr/>
      </p:nvGrpSpPr>
      <p:grpSpPr>
        <a:xfrm>
          <a:off x="0" y="0"/>
          <a:ext cx="0" cy="0"/>
          <a:chOff x="0" y="0"/>
          <a:chExt cx="0" cy="0"/>
        </a:xfrm>
      </p:grpSpPr>
      <p:sp>
        <p:nvSpPr>
          <p:cNvPr id="89" name="Straight Connector 7"/>
          <p:cNvSpPr/>
          <p:nvPr/>
        </p:nvSpPr>
        <p:spPr>
          <a:xfrm>
            <a:off x="0" y="6535800"/>
            <a:ext cx="8380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90" name="Straight Connector 13"/>
          <p:cNvSpPr/>
          <p:nvPr/>
        </p:nvSpPr>
        <p:spPr>
          <a:xfrm>
            <a:off x="1204920" y="6535800"/>
            <a:ext cx="416052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91" name="Straight Connector 15"/>
          <p:cNvSpPr/>
          <p:nvPr/>
        </p:nvSpPr>
        <p:spPr>
          <a:xfrm>
            <a:off x="6801840" y="6528600"/>
            <a:ext cx="38404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92" name="Straight Connector 19"/>
          <p:cNvSpPr/>
          <p:nvPr/>
        </p:nvSpPr>
        <p:spPr>
          <a:xfrm>
            <a:off x="11276280" y="6528600"/>
            <a:ext cx="91440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93" name="Google Shape;327;p33"/>
          <p:cNvSpPr/>
          <p:nvPr/>
        </p:nvSpPr>
        <p:spPr>
          <a:xfrm>
            <a:off x="1087200" y="1161360"/>
            <a:ext cx="10220040" cy="4830840"/>
          </a:xfrm>
          <a:prstGeom prst="rect">
            <a:avLst/>
          </a:prstGeom>
          <a:solidFill>
            <a:schemeClr val="accent5"/>
          </a:solidFill>
          <a:ln w="25400">
            <a:solidFill>
              <a:srgbClr val="000000"/>
            </a:solidFill>
            <a:miter/>
          </a:ln>
        </p:spPr>
        <p:style>
          <a:lnRef idx="0"/>
          <a:fillRef idx="0"/>
          <a:effectRef idx="0"/>
          <a:fontRef idx="minor"/>
        </p:style>
      </p:sp>
      <p:sp>
        <p:nvSpPr>
          <p:cNvPr id="94" name="Google Shape;328;p33"/>
          <p:cNvSpPr/>
          <p:nvPr/>
        </p:nvSpPr>
        <p:spPr>
          <a:xfrm>
            <a:off x="858240" y="800280"/>
            <a:ext cx="10220040" cy="4951800"/>
          </a:xfrm>
          <a:prstGeom prst="rect">
            <a:avLst/>
          </a:prstGeom>
          <a:solidFill>
            <a:schemeClr val="accent4"/>
          </a:solidFill>
          <a:ln w="25400">
            <a:solidFill>
              <a:srgbClr val="000000"/>
            </a:solidFill>
            <a:miter/>
          </a:ln>
        </p:spPr>
        <p:style>
          <a:lnRef idx="0"/>
          <a:fillRef idx="0"/>
          <a:effectRef idx="0"/>
          <a:fontRef idx="minor"/>
        </p:style>
      </p:sp>
      <p:sp>
        <p:nvSpPr>
          <p:cNvPr id="95" name="PlaceHolder 1"/>
          <p:cNvSpPr>
            <a:spLocks noGrp="1"/>
          </p:cNvSpPr>
          <p:nvPr>
            <p:ph type="ftr" idx="4"/>
          </p:nvPr>
        </p:nvSpPr>
        <p:spPr>
          <a:xfrm>
            <a:off x="5364360" y="6400800"/>
            <a:ext cx="146196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&lt;footer&gt;</a:t>
            </a:r>
            <a:endParaRPr b="0" lang="en-IN" sz="1000" spc="-1" strike="noStrike">
              <a:latin typeface="Times New Roman"/>
            </a:endParaRPr>
          </a:p>
        </p:txBody>
      </p:sp>
      <p:sp>
        <p:nvSpPr>
          <p:cNvPr id="96" name="PlaceHolder 2"/>
          <p:cNvSpPr>
            <a:spLocks noGrp="1"/>
          </p:cNvSpPr>
          <p:nvPr>
            <p:ph type="sldNum" idx="5"/>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36048EF8-DE47-4183-8C3E-DEEB602256A0}"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97" name="PlaceHolder 3"/>
          <p:cNvSpPr>
            <a:spLocks noGrp="1"/>
          </p:cNvSpPr>
          <p:nvPr>
            <p:ph type="dt" idx="6"/>
          </p:nvPr>
        </p:nvSpPr>
        <p:spPr>
          <a:xfrm>
            <a:off x="10629000" y="6400800"/>
            <a:ext cx="639000" cy="245880"/>
          </a:xfrm>
          <a:prstGeom prst="rect">
            <a:avLst/>
          </a:prstGeom>
          <a:noFill/>
          <a:ln w="0">
            <a:noFill/>
          </a:ln>
        </p:spPr>
        <p:txBody>
          <a:bodyPr lIns="0" rIns="0" tIns="45000" bIns="45000"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9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Click to </a:t>
            </a:r>
            <a:r>
              <a:rPr b="0" lang="en-IN" sz="4400" spc="-1" strike="noStrike">
                <a:latin typeface="Arial"/>
              </a:rPr>
              <a:t>edit the </a:t>
            </a:r>
            <a:r>
              <a:rPr b="0" lang="en-IN" sz="4400" spc="-1" strike="noStrike">
                <a:latin typeface="Arial"/>
              </a:rPr>
              <a:t>title </a:t>
            </a:r>
            <a:r>
              <a:rPr b="0" lang="en-IN" sz="4400" spc="-1" strike="noStrike">
                <a:latin typeface="Arial"/>
              </a:rPr>
              <a:t>text </a:t>
            </a:r>
            <a:r>
              <a:rPr b="0" lang="en-IN" sz="4400" spc="-1" strike="noStrike">
                <a:latin typeface="Arial"/>
              </a:rPr>
              <a:t>format</a:t>
            </a:r>
            <a:endParaRPr b="0" lang="en-IN" sz="4400" spc="-1" strike="noStrike">
              <a:latin typeface="Arial"/>
            </a:endParaRPr>
          </a:p>
        </p:txBody>
      </p:sp>
      <p:sp>
        <p:nvSpPr>
          <p:cNvPr id="9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a:t>
            </a:r>
            <a:r>
              <a:rPr b="0" lang="en-IN" sz="3200" spc="-1" strike="noStrike">
                <a:latin typeface="Arial"/>
              </a:rPr>
              <a:t>outline text </a:t>
            </a:r>
            <a:r>
              <a:rPr b="0" lang="en-IN" sz="3200" spc="-1" strike="noStrike">
                <a:latin typeface="Arial"/>
              </a:rPr>
              <a:t>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a:t>
            </a:r>
            <a:r>
              <a:rPr b="0" lang="en-IN" sz="2800" spc="-1" strike="noStrike">
                <a:latin typeface="Arial"/>
              </a:rPr>
              <a:t>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a:t>
            </a:r>
            <a:r>
              <a:rPr b="0" lang="en-IN" sz="2400" spc="-1" strike="noStrike">
                <a:latin typeface="Arial"/>
              </a:rPr>
              <a:t>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a:t>
            </a:r>
            <a:r>
              <a:rPr b="0" lang="en-IN" sz="2000" spc="-1" strike="noStrike">
                <a:latin typeface="Arial"/>
              </a:rPr>
              <a:t>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a:t>
            </a:r>
            <a:r>
              <a:rPr b="0" lang="en-IN" sz="2000" spc="-1" strike="noStrike">
                <a:latin typeface="Arial"/>
              </a:rPr>
              <a:t>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a:t>
            </a:r>
            <a:r>
              <a:rPr b="0" lang="en-IN" sz="2000" spc="-1" strike="noStrike">
                <a:latin typeface="Arial"/>
              </a:rPr>
              <a:t>Outline </a:t>
            </a:r>
            <a:r>
              <a:rPr b="0" lang="en-IN" sz="2000" spc="-1" strike="noStrike">
                <a:latin typeface="Arial"/>
              </a:rPr>
              <a:t>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a:t>
            </a:r>
            <a:r>
              <a:rPr b="0" lang="en-IN" sz="2000" spc="-1" strike="noStrike">
                <a:latin typeface="Arial"/>
              </a:rPr>
              <a:t>nth </a:t>
            </a:r>
            <a:r>
              <a:rPr b="0" lang="en-IN" sz="2000" spc="-1" strike="noStrike">
                <a:latin typeface="Arial"/>
              </a:rPr>
              <a:t>Outli</a:t>
            </a:r>
            <a:r>
              <a:rPr b="0" lang="en-IN" sz="2000" spc="-1" strike="noStrike">
                <a:latin typeface="Arial"/>
              </a:rPr>
              <a:t>ne </a:t>
            </a:r>
            <a:r>
              <a:rPr b="0" lang="en-IN" sz="2000" spc="-1" strike="noStrike">
                <a:latin typeface="Arial"/>
              </a:rPr>
              <a:t>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d6cd"/>
        </a:solidFill>
      </p:bgPr>
    </p:bg>
    <p:spTree>
      <p:nvGrpSpPr>
        <p:cNvPr id="1" name=""/>
        <p:cNvGrpSpPr/>
        <p:nvPr/>
      </p:nvGrpSpPr>
      <p:grpSpPr>
        <a:xfrm>
          <a:off x="0" y="0"/>
          <a:ext cx="0" cy="0"/>
          <a:chOff x="0" y="0"/>
          <a:chExt cx="0" cy="0"/>
        </a:xfrm>
      </p:grpSpPr>
      <p:sp>
        <p:nvSpPr>
          <p:cNvPr id="136" name="Straight Connector 7"/>
          <p:cNvSpPr/>
          <p:nvPr/>
        </p:nvSpPr>
        <p:spPr>
          <a:xfrm>
            <a:off x="0" y="6535800"/>
            <a:ext cx="8380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137" name="Straight Connector 13"/>
          <p:cNvSpPr/>
          <p:nvPr/>
        </p:nvSpPr>
        <p:spPr>
          <a:xfrm>
            <a:off x="1204920" y="6535800"/>
            <a:ext cx="416052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138" name="Straight Connector 15"/>
          <p:cNvSpPr/>
          <p:nvPr/>
        </p:nvSpPr>
        <p:spPr>
          <a:xfrm>
            <a:off x="6801840" y="6528600"/>
            <a:ext cx="38404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139" name="Straight Connector 19"/>
          <p:cNvSpPr/>
          <p:nvPr/>
        </p:nvSpPr>
        <p:spPr>
          <a:xfrm>
            <a:off x="11276280" y="6528600"/>
            <a:ext cx="91440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140" name="Google Shape;1247;p56"/>
          <p:cNvSpPr/>
          <p:nvPr/>
        </p:nvSpPr>
        <p:spPr>
          <a:xfrm>
            <a:off x="5607000" y="347040"/>
            <a:ext cx="6280920" cy="1038600"/>
          </a:xfrm>
          <a:prstGeom prst="rect">
            <a:avLst/>
          </a:prstGeom>
          <a:solidFill>
            <a:schemeClr val="accent3"/>
          </a:solidFill>
          <a:ln w="25400">
            <a:solidFill>
              <a:srgbClr val="000000"/>
            </a:solidFill>
            <a:miter/>
          </a:ln>
        </p:spPr>
        <p:style>
          <a:lnRef idx="0"/>
          <a:fillRef idx="0"/>
          <a:effectRef idx="0"/>
          <a:fontRef idx="minor"/>
        </p:style>
      </p:sp>
      <p:sp>
        <p:nvSpPr>
          <p:cNvPr id="141" name="Google Shape;1264;p56"/>
          <p:cNvSpPr/>
          <p:nvPr/>
        </p:nvSpPr>
        <p:spPr>
          <a:xfrm>
            <a:off x="5607000" y="1623600"/>
            <a:ext cx="6280920" cy="1038600"/>
          </a:xfrm>
          <a:prstGeom prst="rect">
            <a:avLst/>
          </a:prstGeom>
          <a:solidFill>
            <a:schemeClr val="accent3"/>
          </a:solidFill>
          <a:ln w="25400">
            <a:solidFill>
              <a:srgbClr val="000000"/>
            </a:solidFill>
            <a:miter/>
          </a:ln>
        </p:spPr>
        <p:style>
          <a:lnRef idx="0"/>
          <a:fillRef idx="0"/>
          <a:effectRef idx="0"/>
          <a:fontRef idx="minor"/>
        </p:style>
      </p:sp>
      <p:sp>
        <p:nvSpPr>
          <p:cNvPr id="142" name="Google Shape;1278;p56"/>
          <p:cNvSpPr/>
          <p:nvPr/>
        </p:nvSpPr>
        <p:spPr>
          <a:xfrm>
            <a:off x="5607000" y="2926080"/>
            <a:ext cx="6280920" cy="1038600"/>
          </a:xfrm>
          <a:prstGeom prst="rect">
            <a:avLst/>
          </a:prstGeom>
          <a:solidFill>
            <a:schemeClr val="accent3"/>
          </a:solidFill>
          <a:ln w="25400">
            <a:solidFill>
              <a:srgbClr val="000000"/>
            </a:solidFill>
            <a:miter/>
          </a:ln>
        </p:spPr>
        <p:style>
          <a:lnRef idx="0"/>
          <a:fillRef idx="0"/>
          <a:effectRef idx="0"/>
          <a:fontRef idx="minor"/>
        </p:style>
      </p:sp>
      <p:sp>
        <p:nvSpPr>
          <p:cNvPr id="143" name="Google Shape;1278;p56"/>
          <p:cNvSpPr/>
          <p:nvPr/>
        </p:nvSpPr>
        <p:spPr>
          <a:xfrm>
            <a:off x="5607000" y="4223160"/>
            <a:ext cx="6280920" cy="1038600"/>
          </a:xfrm>
          <a:prstGeom prst="rect">
            <a:avLst/>
          </a:prstGeom>
          <a:solidFill>
            <a:schemeClr val="accent3"/>
          </a:solidFill>
          <a:ln w="25400">
            <a:solidFill>
              <a:srgbClr val="000000"/>
            </a:solidFill>
            <a:miter/>
          </a:ln>
        </p:spPr>
        <p:style>
          <a:lnRef idx="0"/>
          <a:fillRef idx="0"/>
          <a:effectRef idx="0"/>
          <a:fontRef idx="minor"/>
        </p:style>
      </p:sp>
      <p:sp>
        <p:nvSpPr>
          <p:cNvPr id="144" name="Google Shape;1278;p56"/>
          <p:cNvSpPr/>
          <p:nvPr/>
        </p:nvSpPr>
        <p:spPr>
          <a:xfrm>
            <a:off x="5607000" y="5519520"/>
            <a:ext cx="6280920" cy="1038600"/>
          </a:xfrm>
          <a:prstGeom prst="rect">
            <a:avLst/>
          </a:prstGeom>
          <a:solidFill>
            <a:schemeClr val="accent3"/>
          </a:solidFill>
          <a:ln w="25400">
            <a:solidFill>
              <a:srgbClr val="000000"/>
            </a:solidFill>
            <a:miter/>
          </a:ln>
        </p:spPr>
        <p:style>
          <a:lnRef idx="0"/>
          <a:fillRef idx="0"/>
          <a:effectRef idx="0"/>
          <a:fontRef idx="minor"/>
        </p:style>
      </p:sp>
      <p:sp>
        <p:nvSpPr>
          <p:cNvPr id="145" name="Google Shape;1268;p56"/>
          <p:cNvSpPr/>
          <p:nvPr/>
        </p:nvSpPr>
        <p:spPr>
          <a:xfrm>
            <a:off x="4348800" y="1637640"/>
            <a:ext cx="968760" cy="968760"/>
          </a:xfrm>
          <a:prstGeom prst="ellipse">
            <a:avLst/>
          </a:prstGeom>
          <a:solidFill>
            <a:schemeClr val="accent3"/>
          </a:solidFill>
          <a:ln w="25400">
            <a:solidFill>
              <a:srgbClr val="000000"/>
            </a:solidFill>
            <a:miter/>
          </a:ln>
        </p:spPr>
        <p:style>
          <a:lnRef idx="0"/>
          <a:fillRef idx="0"/>
          <a:effectRef idx="0"/>
          <a:fontRef idx="minor"/>
        </p:style>
      </p:sp>
      <p:sp>
        <p:nvSpPr>
          <p:cNvPr id="146" name="Google Shape;1282;p56"/>
          <p:cNvSpPr/>
          <p:nvPr/>
        </p:nvSpPr>
        <p:spPr>
          <a:xfrm>
            <a:off x="4348800" y="2927160"/>
            <a:ext cx="968760" cy="968760"/>
          </a:xfrm>
          <a:prstGeom prst="ellipse">
            <a:avLst/>
          </a:prstGeom>
          <a:solidFill>
            <a:schemeClr val="accent3"/>
          </a:solidFill>
          <a:ln w="25400">
            <a:solidFill>
              <a:srgbClr val="000000"/>
            </a:solidFill>
            <a:miter/>
          </a:ln>
        </p:spPr>
        <p:style>
          <a:lnRef idx="0"/>
          <a:fillRef idx="0"/>
          <a:effectRef idx="0"/>
          <a:fontRef idx="minor"/>
        </p:style>
      </p:sp>
      <p:sp>
        <p:nvSpPr>
          <p:cNvPr id="147" name="Google Shape;1282;p56"/>
          <p:cNvSpPr/>
          <p:nvPr/>
        </p:nvSpPr>
        <p:spPr>
          <a:xfrm>
            <a:off x="4348800" y="4277160"/>
            <a:ext cx="968760" cy="968760"/>
          </a:xfrm>
          <a:prstGeom prst="ellipse">
            <a:avLst/>
          </a:prstGeom>
          <a:solidFill>
            <a:schemeClr val="accent3"/>
          </a:solidFill>
          <a:ln w="25400">
            <a:solidFill>
              <a:srgbClr val="000000"/>
            </a:solidFill>
            <a:miter/>
          </a:ln>
        </p:spPr>
        <p:style>
          <a:lnRef idx="0"/>
          <a:fillRef idx="0"/>
          <a:effectRef idx="0"/>
          <a:fontRef idx="minor"/>
        </p:style>
      </p:sp>
      <p:sp>
        <p:nvSpPr>
          <p:cNvPr id="148" name="Google Shape;1282;p56"/>
          <p:cNvSpPr/>
          <p:nvPr/>
        </p:nvSpPr>
        <p:spPr>
          <a:xfrm>
            <a:off x="4348800" y="5568480"/>
            <a:ext cx="968760" cy="968760"/>
          </a:xfrm>
          <a:prstGeom prst="ellipse">
            <a:avLst/>
          </a:prstGeom>
          <a:solidFill>
            <a:schemeClr val="accent3"/>
          </a:solidFill>
          <a:ln w="25400">
            <a:solidFill>
              <a:srgbClr val="000000"/>
            </a:solidFill>
            <a:miter/>
          </a:ln>
        </p:spPr>
        <p:style>
          <a:lnRef idx="0"/>
          <a:fillRef idx="0"/>
          <a:effectRef idx="0"/>
          <a:fontRef idx="minor"/>
        </p:style>
      </p:sp>
      <p:sp>
        <p:nvSpPr>
          <p:cNvPr id="149" name="Google Shape;1251;p56"/>
          <p:cNvSpPr/>
          <p:nvPr/>
        </p:nvSpPr>
        <p:spPr>
          <a:xfrm>
            <a:off x="4348800" y="361080"/>
            <a:ext cx="968760" cy="968760"/>
          </a:xfrm>
          <a:prstGeom prst="ellipse">
            <a:avLst/>
          </a:prstGeom>
          <a:solidFill>
            <a:schemeClr val="accent3"/>
          </a:solidFill>
          <a:ln w="25400">
            <a:solidFill>
              <a:srgbClr val="000000"/>
            </a:solidFill>
            <a:miter/>
          </a:ln>
        </p:spPr>
        <p:style>
          <a:lnRef idx="0"/>
          <a:fillRef idx="0"/>
          <a:effectRef idx="0"/>
          <a:fontRef idx="minor"/>
        </p:style>
      </p:sp>
      <p:sp>
        <p:nvSpPr>
          <p:cNvPr id="150" name="Google Shape;1248;p56"/>
          <p:cNvSpPr/>
          <p:nvPr/>
        </p:nvSpPr>
        <p:spPr>
          <a:xfrm>
            <a:off x="5512320" y="241560"/>
            <a:ext cx="6280920" cy="1038600"/>
          </a:xfrm>
          <a:prstGeom prst="rect">
            <a:avLst/>
          </a:prstGeom>
          <a:solidFill>
            <a:schemeClr val="accent5"/>
          </a:solidFill>
          <a:ln w="25400">
            <a:solidFill>
              <a:srgbClr val="000000"/>
            </a:solidFill>
            <a:miter/>
          </a:ln>
        </p:spPr>
        <p:style>
          <a:lnRef idx="0"/>
          <a:fillRef idx="0"/>
          <a:effectRef idx="0"/>
          <a:fontRef idx="minor"/>
        </p:style>
      </p:sp>
      <p:sp>
        <p:nvSpPr>
          <p:cNvPr id="151" name="Google Shape;1265;p56"/>
          <p:cNvSpPr/>
          <p:nvPr/>
        </p:nvSpPr>
        <p:spPr>
          <a:xfrm>
            <a:off x="5512320" y="1518120"/>
            <a:ext cx="6280920" cy="1038600"/>
          </a:xfrm>
          <a:prstGeom prst="rect">
            <a:avLst/>
          </a:prstGeom>
          <a:solidFill>
            <a:schemeClr val="accent5"/>
          </a:solidFill>
          <a:ln w="25400">
            <a:solidFill>
              <a:srgbClr val="000000"/>
            </a:solidFill>
            <a:miter/>
          </a:ln>
        </p:spPr>
        <p:style>
          <a:lnRef idx="0"/>
          <a:fillRef idx="0"/>
          <a:effectRef idx="0"/>
          <a:fontRef idx="minor"/>
        </p:style>
      </p:sp>
      <p:sp>
        <p:nvSpPr>
          <p:cNvPr id="152" name="Google Shape;1279;p56"/>
          <p:cNvSpPr/>
          <p:nvPr/>
        </p:nvSpPr>
        <p:spPr>
          <a:xfrm>
            <a:off x="5512320" y="2807640"/>
            <a:ext cx="6280920" cy="1038600"/>
          </a:xfrm>
          <a:prstGeom prst="rect">
            <a:avLst/>
          </a:prstGeom>
          <a:solidFill>
            <a:schemeClr val="accent5"/>
          </a:solidFill>
          <a:ln w="25400">
            <a:solidFill>
              <a:srgbClr val="000000"/>
            </a:solidFill>
            <a:miter/>
          </a:ln>
        </p:spPr>
        <p:style>
          <a:lnRef idx="0"/>
          <a:fillRef idx="0"/>
          <a:effectRef idx="0"/>
          <a:fontRef idx="minor"/>
        </p:style>
      </p:sp>
      <p:sp>
        <p:nvSpPr>
          <p:cNvPr id="153" name="Google Shape;1279;p56"/>
          <p:cNvSpPr/>
          <p:nvPr/>
        </p:nvSpPr>
        <p:spPr>
          <a:xfrm>
            <a:off x="5512320" y="4117320"/>
            <a:ext cx="6280920" cy="1038600"/>
          </a:xfrm>
          <a:prstGeom prst="rect">
            <a:avLst/>
          </a:prstGeom>
          <a:solidFill>
            <a:schemeClr val="accent5"/>
          </a:solidFill>
          <a:ln w="25400">
            <a:solidFill>
              <a:srgbClr val="000000"/>
            </a:solidFill>
            <a:miter/>
          </a:ln>
        </p:spPr>
        <p:style>
          <a:lnRef idx="0"/>
          <a:fillRef idx="0"/>
          <a:effectRef idx="0"/>
          <a:fontRef idx="minor"/>
        </p:style>
      </p:sp>
      <p:sp>
        <p:nvSpPr>
          <p:cNvPr id="154" name="Google Shape;1279;p56"/>
          <p:cNvSpPr/>
          <p:nvPr/>
        </p:nvSpPr>
        <p:spPr>
          <a:xfrm>
            <a:off x="5512320" y="5413680"/>
            <a:ext cx="6280920" cy="1038600"/>
          </a:xfrm>
          <a:prstGeom prst="rect">
            <a:avLst/>
          </a:prstGeom>
          <a:solidFill>
            <a:schemeClr val="accent5"/>
          </a:solidFill>
          <a:ln w="25400">
            <a:solidFill>
              <a:srgbClr val="000000"/>
            </a:solidFill>
            <a:miter/>
          </a:ln>
        </p:spPr>
        <p:style>
          <a:lnRef idx="0"/>
          <a:fillRef idx="0"/>
          <a:effectRef idx="0"/>
          <a:fontRef idx="minor"/>
        </p:style>
      </p:sp>
      <p:sp>
        <p:nvSpPr>
          <p:cNvPr id="155" name="Google Shape;1251;p56"/>
          <p:cNvSpPr/>
          <p:nvPr/>
        </p:nvSpPr>
        <p:spPr>
          <a:xfrm>
            <a:off x="4290480" y="303120"/>
            <a:ext cx="968760" cy="968760"/>
          </a:xfrm>
          <a:prstGeom prst="ellipse">
            <a:avLst/>
          </a:prstGeom>
          <a:solidFill>
            <a:schemeClr val="accent5"/>
          </a:solidFill>
          <a:ln w="25400">
            <a:solidFill>
              <a:srgbClr val="000000"/>
            </a:solidFill>
            <a:miter/>
          </a:ln>
        </p:spPr>
        <p:style>
          <a:lnRef idx="0"/>
          <a:fillRef idx="0"/>
          <a:effectRef idx="0"/>
          <a:fontRef idx="minor"/>
        </p:style>
      </p:sp>
      <p:sp>
        <p:nvSpPr>
          <p:cNvPr id="156" name="Google Shape;1268;p56"/>
          <p:cNvSpPr/>
          <p:nvPr/>
        </p:nvSpPr>
        <p:spPr>
          <a:xfrm>
            <a:off x="4290480" y="1579680"/>
            <a:ext cx="968760" cy="968760"/>
          </a:xfrm>
          <a:prstGeom prst="ellipse">
            <a:avLst/>
          </a:prstGeom>
          <a:solidFill>
            <a:schemeClr val="accent5"/>
          </a:solidFill>
          <a:ln w="25400">
            <a:solidFill>
              <a:srgbClr val="000000"/>
            </a:solidFill>
            <a:miter/>
          </a:ln>
        </p:spPr>
        <p:style>
          <a:lnRef idx="0"/>
          <a:fillRef idx="0"/>
          <a:effectRef idx="0"/>
          <a:fontRef idx="minor"/>
        </p:style>
      </p:sp>
      <p:sp>
        <p:nvSpPr>
          <p:cNvPr id="157" name="Google Shape;1282;p56"/>
          <p:cNvSpPr/>
          <p:nvPr/>
        </p:nvSpPr>
        <p:spPr>
          <a:xfrm>
            <a:off x="4290480" y="2869200"/>
            <a:ext cx="968760" cy="968760"/>
          </a:xfrm>
          <a:prstGeom prst="ellipse">
            <a:avLst/>
          </a:prstGeom>
          <a:solidFill>
            <a:schemeClr val="accent5"/>
          </a:solidFill>
          <a:ln w="25400">
            <a:solidFill>
              <a:srgbClr val="000000"/>
            </a:solidFill>
            <a:miter/>
          </a:ln>
        </p:spPr>
        <p:style>
          <a:lnRef idx="0"/>
          <a:fillRef idx="0"/>
          <a:effectRef idx="0"/>
          <a:fontRef idx="minor"/>
        </p:style>
      </p:sp>
      <p:sp>
        <p:nvSpPr>
          <p:cNvPr id="158" name="Google Shape;1282;p56"/>
          <p:cNvSpPr/>
          <p:nvPr/>
        </p:nvSpPr>
        <p:spPr>
          <a:xfrm>
            <a:off x="4290480" y="4217760"/>
            <a:ext cx="968760" cy="968760"/>
          </a:xfrm>
          <a:prstGeom prst="ellipse">
            <a:avLst/>
          </a:prstGeom>
          <a:solidFill>
            <a:schemeClr val="accent5"/>
          </a:solidFill>
          <a:ln w="25400">
            <a:solidFill>
              <a:srgbClr val="000000"/>
            </a:solidFill>
            <a:miter/>
          </a:ln>
        </p:spPr>
        <p:style>
          <a:lnRef idx="0"/>
          <a:fillRef idx="0"/>
          <a:effectRef idx="0"/>
          <a:fontRef idx="minor"/>
        </p:style>
      </p:sp>
      <p:sp>
        <p:nvSpPr>
          <p:cNvPr id="159" name="Google Shape;1282;p56"/>
          <p:cNvSpPr/>
          <p:nvPr/>
        </p:nvSpPr>
        <p:spPr>
          <a:xfrm>
            <a:off x="4290480" y="5510520"/>
            <a:ext cx="968760" cy="968760"/>
          </a:xfrm>
          <a:prstGeom prst="ellipse">
            <a:avLst/>
          </a:prstGeom>
          <a:solidFill>
            <a:schemeClr val="accent5"/>
          </a:solidFill>
          <a:ln w="25400">
            <a:solidFill>
              <a:srgbClr val="000000"/>
            </a:solidFill>
            <a:miter/>
          </a:ln>
        </p:spPr>
        <p:style>
          <a:lnRef idx="0"/>
          <a:fillRef idx="0"/>
          <a:effectRef idx="0"/>
          <a:fontRef idx="minor"/>
        </p:style>
      </p:sp>
      <p:sp>
        <p:nvSpPr>
          <p:cNvPr id="1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Click to </a:t>
            </a:r>
            <a:r>
              <a:rPr b="0" lang="en-IN" sz="4400" spc="-1" strike="noStrike">
                <a:latin typeface="Arial"/>
              </a:rPr>
              <a:t>edit the </a:t>
            </a:r>
            <a:r>
              <a:rPr b="0" lang="en-IN" sz="4400" spc="-1" strike="noStrike">
                <a:latin typeface="Arial"/>
              </a:rPr>
              <a:t>title </a:t>
            </a:r>
            <a:r>
              <a:rPr b="0" lang="en-IN" sz="4400" spc="-1" strike="noStrike">
                <a:latin typeface="Arial"/>
              </a:rPr>
              <a:t>text </a:t>
            </a:r>
            <a:r>
              <a:rPr b="0" lang="en-IN" sz="4400" spc="-1" strike="noStrike">
                <a:latin typeface="Arial"/>
              </a:rPr>
              <a:t>format</a:t>
            </a:r>
            <a:endParaRPr b="0" lang="en-IN" sz="4400" spc="-1" strike="noStrike">
              <a:latin typeface="Arial"/>
            </a:endParaRPr>
          </a:p>
        </p:txBody>
      </p:sp>
      <p:sp>
        <p:nvSpPr>
          <p:cNvPr id="16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9c369"/>
        </a:solidFill>
      </p:bgPr>
    </p:bg>
    <p:spTree>
      <p:nvGrpSpPr>
        <p:cNvPr id="1" name=""/>
        <p:cNvGrpSpPr/>
        <p:nvPr/>
      </p:nvGrpSpPr>
      <p:grpSpPr>
        <a:xfrm>
          <a:off x="0" y="0"/>
          <a:ext cx="0" cy="0"/>
          <a:chOff x="0" y="0"/>
          <a:chExt cx="0" cy="0"/>
        </a:xfrm>
      </p:grpSpPr>
      <p:sp>
        <p:nvSpPr>
          <p:cNvPr id="198" name="Straight Connector 7"/>
          <p:cNvSpPr/>
          <p:nvPr/>
        </p:nvSpPr>
        <p:spPr>
          <a:xfrm>
            <a:off x="0" y="6535800"/>
            <a:ext cx="8380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199" name="Straight Connector 13"/>
          <p:cNvSpPr/>
          <p:nvPr/>
        </p:nvSpPr>
        <p:spPr>
          <a:xfrm>
            <a:off x="1204920" y="6535800"/>
            <a:ext cx="416052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00" name="Straight Connector 15"/>
          <p:cNvSpPr/>
          <p:nvPr/>
        </p:nvSpPr>
        <p:spPr>
          <a:xfrm>
            <a:off x="6801840" y="6528600"/>
            <a:ext cx="38404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01" name="Straight Connector 19"/>
          <p:cNvSpPr/>
          <p:nvPr/>
        </p:nvSpPr>
        <p:spPr>
          <a:xfrm>
            <a:off x="11276280" y="6528600"/>
            <a:ext cx="91440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02" name="Google Shape;327;p33"/>
          <p:cNvSpPr/>
          <p:nvPr/>
        </p:nvSpPr>
        <p:spPr>
          <a:xfrm>
            <a:off x="5400720" y="1198440"/>
            <a:ext cx="6113520" cy="4793400"/>
          </a:xfrm>
          <a:prstGeom prst="rect">
            <a:avLst/>
          </a:prstGeom>
          <a:solidFill>
            <a:schemeClr val="accent2"/>
          </a:solidFill>
          <a:ln w="25400">
            <a:solidFill>
              <a:srgbClr val="000000"/>
            </a:solidFill>
            <a:miter/>
          </a:ln>
        </p:spPr>
        <p:style>
          <a:lnRef idx="0"/>
          <a:fillRef idx="0"/>
          <a:effectRef idx="0"/>
          <a:fontRef idx="minor"/>
        </p:style>
      </p:sp>
      <p:sp>
        <p:nvSpPr>
          <p:cNvPr id="203" name="Google Shape;328;p33"/>
          <p:cNvSpPr/>
          <p:nvPr/>
        </p:nvSpPr>
        <p:spPr>
          <a:xfrm>
            <a:off x="5196600" y="838080"/>
            <a:ext cx="6113520" cy="4914000"/>
          </a:xfrm>
          <a:prstGeom prst="rect">
            <a:avLst/>
          </a:prstGeom>
          <a:solidFill>
            <a:schemeClr val="accent5"/>
          </a:solidFill>
          <a:ln w="25400">
            <a:solidFill>
              <a:srgbClr val="000000"/>
            </a:solidFill>
            <a:miter/>
          </a:ln>
        </p:spPr>
        <p:style>
          <a:lnRef idx="0"/>
          <a:fillRef idx="0"/>
          <a:effectRef idx="0"/>
          <a:fontRef idx="minor"/>
        </p:style>
      </p:sp>
      <p:sp>
        <p:nvSpPr>
          <p:cNvPr id="204" name="Straight Connector 20"/>
          <p:cNvSpPr/>
          <p:nvPr/>
        </p:nvSpPr>
        <p:spPr>
          <a:xfrm>
            <a:off x="4350960" y="6532560"/>
            <a:ext cx="369324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05" name="Straight Connector 22"/>
          <p:cNvSpPr/>
          <p:nvPr/>
        </p:nvSpPr>
        <p:spPr>
          <a:xfrm>
            <a:off x="8467200" y="6526800"/>
            <a:ext cx="3724560" cy="57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06" name="PlaceHolder 1"/>
          <p:cNvSpPr>
            <a:spLocks noGrp="1"/>
          </p:cNvSpPr>
          <p:nvPr>
            <p:ph type="sldNum" idx="7"/>
          </p:nvPr>
        </p:nvSpPr>
        <p:spPr>
          <a:xfrm>
            <a:off x="807300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3CA988E1-7AAF-4B5F-8D5C-EE94631E5282}"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207"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Click to </a:t>
            </a:r>
            <a:r>
              <a:rPr b="0" lang="en-IN" sz="4400" spc="-1" strike="noStrike">
                <a:latin typeface="Arial"/>
              </a:rPr>
              <a:t>edit the </a:t>
            </a:r>
            <a:r>
              <a:rPr b="0" lang="en-IN" sz="4400" spc="-1" strike="noStrike">
                <a:latin typeface="Arial"/>
              </a:rPr>
              <a:t>title </a:t>
            </a:r>
            <a:r>
              <a:rPr b="0" lang="en-IN" sz="4400" spc="-1" strike="noStrike">
                <a:latin typeface="Arial"/>
              </a:rPr>
              <a:t>text </a:t>
            </a:r>
            <a:r>
              <a:rPr b="0" lang="en-IN" sz="4400" spc="-1" strike="noStrike">
                <a:latin typeface="Arial"/>
              </a:rPr>
              <a:t>format</a:t>
            </a:r>
            <a:endParaRPr b="0" lang="en-IN" sz="4400" spc="-1" strike="noStrike">
              <a:latin typeface="Arial"/>
            </a:endParaRPr>
          </a:p>
        </p:txBody>
      </p:sp>
      <p:sp>
        <p:nvSpPr>
          <p:cNvPr id="208"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be8"/>
        </a:solidFill>
      </p:bgPr>
    </p:bg>
    <p:spTree>
      <p:nvGrpSpPr>
        <p:cNvPr id="1" name=""/>
        <p:cNvGrpSpPr/>
        <p:nvPr/>
      </p:nvGrpSpPr>
      <p:grpSpPr>
        <a:xfrm>
          <a:off x="0" y="0"/>
          <a:ext cx="0" cy="0"/>
          <a:chOff x="0" y="0"/>
          <a:chExt cx="0" cy="0"/>
        </a:xfrm>
      </p:grpSpPr>
      <p:sp>
        <p:nvSpPr>
          <p:cNvPr id="245" name="Straight Connector 7"/>
          <p:cNvSpPr/>
          <p:nvPr/>
        </p:nvSpPr>
        <p:spPr>
          <a:xfrm>
            <a:off x="0" y="6535800"/>
            <a:ext cx="8380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46" name="Straight Connector 13"/>
          <p:cNvSpPr/>
          <p:nvPr/>
        </p:nvSpPr>
        <p:spPr>
          <a:xfrm>
            <a:off x="1204920" y="6535800"/>
            <a:ext cx="416052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47" name="Straight Connector 15"/>
          <p:cNvSpPr/>
          <p:nvPr/>
        </p:nvSpPr>
        <p:spPr>
          <a:xfrm>
            <a:off x="6801840" y="6528600"/>
            <a:ext cx="38404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48" name="Straight Connector 19"/>
          <p:cNvSpPr/>
          <p:nvPr/>
        </p:nvSpPr>
        <p:spPr>
          <a:xfrm>
            <a:off x="11276280" y="6528600"/>
            <a:ext cx="91440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49" name="Google Shape;1251;p56"/>
          <p:cNvSpPr/>
          <p:nvPr/>
        </p:nvSpPr>
        <p:spPr>
          <a:xfrm>
            <a:off x="1072440" y="2549880"/>
            <a:ext cx="1621440" cy="1621440"/>
          </a:xfrm>
          <a:prstGeom prst="ellipse">
            <a:avLst/>
          </a:prstGeom>
          <a:solidFill>
            <a:schemeClr val="accent3">
              <a:lumMod val="20000"/>
              <a:lumOff val="80000"/>
            </a:schemeClr>
          </a:solidFill>
          <a:ln w="25400">
            <a:solidFill>
              <a:srgbClr val="000000"/>
            </a:solidFill>
            <a:miter/>
          </a:ln>
        </p:spPr>
        <p:style>
          <a:lnRef idx="0"/>
          <a:fillRef idx="0"/>
          <a:effectRef idx="0"/>
          <a:fontRef idx="minor"/>
        </p:style>
      </p:sp>
      <p:sp>
        <p:nvSpPr>
          <p:cNvPr id="250" name="Google Shape;1251;p56"/>
          <p:cNvSpPr/>
          <p:nvPr/>
        </p:nvSpPr>
        <p:spPr>
          <a:xfrm>
            <a:off x="3235680" y="2522520"/>
            <a:ext cx="1621440" cy="1621440"/>
          </a:xfrm>
          <a:prstGeom prst="ellipse">
            <a:avLst/>
          </a:prstGeom>
          <a:solidFill>
            <a:schemeClr val="accent3">
              <a:lumMod val="20000"/>
              <a:lumOff val="80000"/>
            </a:schemeClr>
          </a:solidFill>
          <a:ln w="25400">
            <a:solidFill>
              <a:srgbClr val="000000"/>
            </a:solidFill>
            <a:miter/>
          </a:ln>
        </p:spPr>
        <p:style>
          <a:lnRef idx="0"/>
          <a:fillRef idx="0"/>
          <a:effectRef idx="0"/>
          <a:fontRef idx="minor"/>
        </p:style>
      </p:sp>
      <p:sp>
        <p:nvSpPr>
          <p:cNvPr id="251" name="Google Shape;1251;p56"/>
          <p:cNvSpPr/>
          <p:nvPr/>
        </p:nvSpPr>
        <p:spPr>
          <a:xfrm>
            <a:off x="5415120" y="2513880"/>
            <a:ext cx="1621440" cy="1621440"/>
          </a:xfrm>
          <a:prstGeom prst="ellipse">
            <a:avLst/>
          </a:prstGeom>
          <a:solidFill>
            <a:schemeClr val="accent3">
              <a:lumMod val="20000"/>
              <a:lumOff val="80000"/>
            </a:schemeClr>
          </a:solidFill>
          <a:ln w="25400">
            <a:solidFill>
              <a:srgbClr val="000000"/>
            </a:solidFill>
            <a:miter/>
          </a:ln>
        </p:spPr>
        <p:style>
          <a:lnRef idx="0"/>
          <a:fillRef idx="0"/>
          <a:effectRef idx="0"/>
          <a:fontRef idx="minor"/>
        </p:style>
      </p:sp>
      <p:sp>
        <p:nvSpPr>
          <p:cNvPr id="252" name="Google Shape;1251;p56"/>
          <p:cNvSpPr/>
          <p:nvPr/>
        </p:nvSpPr>
        <p:spPr>
          <a:xfrm>
            <a:off x="7530480" y="2525040"/>
            <a:ext cx="1621440" cy="1621440"/>
          </a:xfrm>
          <a:prstGeom prst="ellipse">
            <a:avLst/>
          </a:prstGeom>
          <a:solidFill>
            <a:schemeClr val="accent3">
              <a:lumMod val="20000"/>
              <a:lumOff val="80000"/>
            </a:schemeClr>
          </a:solidFill>
          <a:ln w="25400">
            <a:solidFill>
              <a:srgbClr val="000000"/>
            </a:solidFill>
            <a:miter/>
          </a:ln>
        </p:spPr>
        <p:style>
          <a:lnRef idx="0"/>
          <a:fillRef idx="0"/>
          <a:effectRef idx="0"/>
          <a:fontRef idx="minor"/>
        </p:style>
      </p:sp>
      <p:sp>
        <p:nvSpPr>
          <p:cNvPr id="253" name="Google Shape;1251;p56"/>
          <p:cNvSpPr/>
          <p:nvPr/>
        </p:nvSpPr>
        <p:spPr>
          <a:xfrm>
            <a:off x="9709920" y="2516400"/>
            <a:ext cx="1621440" cy="1621440"/>
          </a:xfrm>
          <a:prstGeom prst="ellipse">
            <a:avLst/>
          </a:prstGeom>
          <a:solidFill>
            <a:schemeClr val="accent3">
              <a:lumMod val="20000"/>
              <a:lumOff val="80000"/>
            </a:schemeClr>
          </a:solidFill>
          <a:ln w="25400">
            <a:solidFill>
              <a:srgbClr val="000000"/>
            </a:solidFill>
            <a:miter/>
          </a:ln>
        </p:spPr>
        <p:style>
          <a:lnRef idx="0"/>
          <a:fillRef idx="0"/>
          <a:effectRef idx="0"/>
          <a:fontRef idx="minor"/>
        </p:style>
      </p:sp>
      <p:sp>
        <p:nvSpPr>
          <p:cNvPr id="254" name="PlaceHolder 1"/>
          <p:cNvSpPr>
            <a:spLocks noGrp="1"/>
          </p:cNvSpPr>
          <p:nvPr>
            <p:ph type="ftr" idx="8"/>
          </p:nvPr>
        </p:nvSpPr>
        <p:spPr>
          <a:xfrm>
            <a:off x="5364360" y="6400800"/>
            <a:ext cx="146196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&lt;footer&gt;</a:t>
            </a:r>
            <a:endParaRPr b="0" lang="en-IN" sz="1000" spc="-1" strike="noStrike">
              <a:latin typeface="Times New Roman"/>
            </a:endParaRPr>
          </a:p>
        </p:txBody>
      </p:sp>
      <p:sp>
        <p:nvSpPr>
          <p:cNvPr id="255" name="PlaceHolder 2"/>
          <p:cNvSpPr>
            <a:spLocks noGrp="1"/>
          </p:cNvSpPr>
          <p:nvPr>
            <p:ph type="sldNum" idx="9"/>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38972CD9-F1CA-4563-9873-32E79655891D}"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256" name="PlaceHolder 3"/>
          <p:cNvSpPr>
            <a:spLocks noGrp="1"/>
          </p:cNvSpPr>
          <p:nvPr>
            <p:ph type="dt" idx="10"/>
          </p:nvPr>
        </p:nvSpPr>
        <p:spPr>
          <a:xfrm>
            <a:off x="10629000" y="6400800"/>
            <a:ext cx="639000" cy="245880"/>
          </a:xfrm>
          <a:prstGeom prst="rect">
            <a:avLst/>
          </a:prstGeom>
          <a:noFill/>
          <a:ln w="0">
            <a:noFill/>
          </a:ln>
        </p:spPr>
        <p:txBody>
          <a:bodyPr lIns="0" rIns="0" tIns="45000" bIns="45000"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257"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25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a:t>
            </a:r>
            <a:r>
              <a:rPr b="0" lang="en-IN" sz="3200" spc="-1" strike="noStrike">
                <a:latin typeface="Arial"/>
              </a:rPr>
              <a:t>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be8"/>
        </a:solidFill>
      </p:bgPr>
    </p:bg>
    <p:spTree>
      <p:nvGrpSpPr>
        <p:cNvPr id="1" name=""/>
        <p:cNvGrpSpPr/>
        <p:nvPr/>
      </p:nvGrpSpPr>
      <p:grpSpPr>
        <a:xfrm>
          <a:off x="0" y="0"/>
          <a:ext cx="0" cy="0"/>
          <a:chOff x="0" y="0"/>
          <a:chExt cx="0" cy="0"/>
        </a:xfrm>
      </p:grpSpPr>
      <p:sp>
        <p:nvSpPr>
          <p:cNvPr id="295" name="Straight Connector 7"/>
          <p:cNvSpPr/>
          <p:nvPr/>
        </p:nvSpPr>
        <p:spPr>
          <a:xfrm>
            <a:off x="0" y="6535800"/>
            <a:ext cx="8380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96" name="Straight Connector 13"/>
          <p:cNvSpPr/>
          <p:nvPr/>
        </p:nvSpPr>
        <p:spPr>
          <a:xfrm>
            <a:off x="1204920" y="6535800"/>
            <a:ext cx="416052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97" name="Straight Connector 15"/>
          <p:cNvSpPr/>
          <p:nvPr/>
        </p:nvSpPr>
        <p:spPr>
          <a:xfrm>
            <a:off x="6801840" y="6528600"/>
            <a:ext cx="38404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98" name="Straight Connector 19"/>
          <p:cNvSpPr/>
          <p:nvPr/>
        </p:nvSpPr>
        <p:spPr>
          <a:xfrm>
            <a:off x="11276280" y="6528600"/>
            <a:ext cx="91440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299" name="PlaceHolder 1"/>
          <p:cNvSpPr>
            <a:spLocks noGrp="1"/>
          </p:cNvSpPr>
          <p:nvPr>
            <p:ph type="ftr" idx="11"/>
          </p:nvPr>
        </p:nvSpPr>
        <p:spPr>
          <a:xfrm>
            <a:off x="5364360" y="6400800"/>
            <a:ext cx="146196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&lt;footer&gt;</a:t>
            </a:r>
            <a:endParaRPr b="0" lang="en-IN" sz="1000" spc="-1" strike="noStrike">
              <a:latin typeface="Times New Roman"/>
            </a:endParaRPr>
          </a:p>
        </p:txBody>
      </p:sp>
      <p:sp>
        <p:nvSpPr>
          <p:cNvPr id="300" name="PlaceHolder 2"/>
          <p:cNvSpPr>
            <a:spLocks noGrp="1"/>
          </p:cNvSpPr>
          <p:nvPr>
            <p:ph type="sldNum" idx="12"/>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8638D44B-D1B7-4698-8F32-9B4FD8CCEF16}"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301" name="PlaceHolder 3"/>
          <p:cNvSpPr>
            <a:spLocks noGrp="1"/>
          </p:cNvSpPr>
          <p:nvPr>
            <p:ph type="dt" idx="13"/>
          </p:nvPr>
        </p:nvSpPr>
        <p:spPr>
          <a:xfrm>
            <a:off x="10629000" y="6400800"/>
            <a:ext cx="639000" cy="245880"/>
          </a:xfrm>
          <a:prstGeom prst="rect">
            <a:avLst/>
          </a:prstGeom>
          <a:noFill/>
          <a:ln w="0">
            <a:noFill/>
          </a:ln>
        </p:spPr>
        <p:txBody>
          <a:bodyPr lIns="0" rIns="0" tIns="45000" bIns="45000"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30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30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a:t>
            </a:r>
            <a:r>
              <a:rPr b="0" lang="en-IN" sz="3200" spc="-1" strike="noStrike">
                <a:latin typeface="Arial"/>
              </a:rPr>
              <a:t>outline text </a:t>
            </a:r>
            <a:r>
              <a:rPr b="0" lang="en-IN" sz="3200" spc="-1" strike="noStrike">
                <a:latin typeface="Arial"/>
              </a:rPr>
              <a:t>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a:t>
            </a:r>
            <a:r>
              <a:rPr b="0" lang="en-IN" sz="2800" spc="-1" strike="noStrike">
                <a:latin typeface="Arial"/>
              </a:rPr>
              <a:t>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a:t>
            </a:r>
            <a:r>
              <a:rPr b="0" lang="en-IN" sz="2400" spc="-1" strike="noStrike">
                <a:latin typeface="Arial"/>
              </a:rPr>
              <a:t>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a:t>
            </a:r>
            <a:r>
              <a:rPr b="0" lang="en-IN" sz="2000" spc="-1" strike="noStrike">
                <a:latin typeface="Arial"/>
              </a:rPr>
              <a:t>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a:t>
            </a:r>
            <a:r>
              <a:rPr b="0" lang="en-IN" sz="2000" spc="-1" strike="noStrike">
                <a:latin typeface="Arial"/>
              </a:rPr>
              <a:t>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a:t>
            </a:r>
            <a:r>
              <a:rPr b="0" lang="en-IN" sz="2000" spc="-1" strike="noStrike">
                <a:latin typeface="Arial"/>
              </a:rPr>
              <a:t>Outline </a:t>
            </a:r>
            <a:r>
              <a:rPr b="0" lang="en-IN" sz="2000" spc="-1" strike="noStrike">
                <a:latin typeface="Arial"/>
              </a:rPr>
              <a:t>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a:t>
            </a:r>
            <a:r>
              <a:rPr b="0" lang="en-IN" sz="2000" spc="-1" strike="noStrike">
                <a:latin typeface="Arial"/>
              </a:rPr>
              <a:t>nth </a:t>
            </a:r>
            <a:r>
              <a:rPr b="0" lang="en-IN" sz="2000" spc="-1" strike="noStrike">
                <a:latin typeface="Arial"/>
              </a:rPr>
              <a:t>Outli</a:t>
            </a:r>
            <a:r>
              <a:rPr b="0" lang="en-IN" sz="2000" spc="-1" strike="noStrike">
                <a:latin typeface="Arial"/>
              </a:rPr>
              <a:t>ne </a:t>
            </a:r>
            <a:r>
              <a:rPr b="0" lang="en-IN" sz="2000" spc="-1" strike="noStrike">
                <a:latin typeface="Arial"/>
              </a:rPr>
              <a:t>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d6cd"/>
        </a:solidFill>
      </p:bgPr>
    </p:bg>
    <p:spTree>
      <p:nvGrpSpPr>
        <p:cNvPr id="1" name=""/>
        <p:cNvGrpSpPr/>
        <p:nvPr/>
      </p:nvGrpSpPr>
      <p:grpSpPr>
        <a:xfrm>
          <a:off x="0" y="0"/>
          <a:ext cx="0" cy="0"/>
          <a:chOff x="0" y="0"/>
          <a:chExt cx="0" cy="0"/>
        </a:xfrm>
      </p:grpSpPr>
      <p:sp>
        <p:nvSpPr>
          <p:cNvPr id="340" name="Straight Connector 7"/>
          <p:cNvSpPr/>
          <p:nvPr/>
        </p:nvSpPr>
        <p:spPr>
          <a:xfrm>
            <a:off x="0" y="6535800"/>
            <a:ext cx="8380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341" name="Straight Connector 13"/>
          <p:cNvSpPr/>
          <p:nvPr/>
        </p:nvSpPr>
        <p:spPr>
          <a:xfrm>
            <a:off x="1204920" y="6535800"/>
            <a:ext cx="416052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342" name="Straight Connector 15"/>
          <p:cNvSpPr/>
          <p:nvPr/>
        </p:nvSpPr>
        <p:spPr>
          <a:xfrm>
            <a:off x="6801840" y="6528600"/>
            <a:ext cx="38404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343" name="Straight Connector 19"/>
          <p:cNvSpPr/>
          <p:nvPr/>
        </p:nvSpPr>
        <p:spPr>
          <a:xfrm>
            <a:off x="11276280" y="6528600"/>
            <a:ext cx="91440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344" name="Google Shape;1148;p53"/>
          <p:cNvSpPr/>
          <p:nvPr/>
        </p:nvSpPr>
        <p:spPr>
          <a:xfrm>
            <a:off x="6481080" y="2106000"/>
            <a:ext cx="5055480" cy="3985920"/>
          </a:xfrm>
          <a:prstGeom prst="rect">
            <a:avLst/>
          </a:prstGeom>
          <a:solidFill>
            <a:schemeClr val="accent2"/>
          </a:solidFill>
          <a:ln w="25400">
            <a:solidFill>
              <a:srgbClr val="000000"/>
            </a:solidFill>
            <a:miter/>
          </a:ln>
        </p:spPr>
        <p:style>
          <a:lnRef idx="0"/>
          <a:fillRef idx="0"/>
          <a:effectRef idx="0"/>
          <a:fontRef idx="minor"/>
        </p:style>
      </p:sp>
      <p:sp>
        <p:nvSpPr>
          <p:cNvPr id="345" name="Google Shape;1148;p53"/>
          <p:cNvSpPr/>
          <p:nvPr/>
        </p:nvSpPr>
        <p:spPr>
          <a:xfrm>
            <a:off x="808200" y="2106000"/>
            <a:ext cx="5053320" cy="3985920"/>
          </a:xfrm>
          <a:prstGeom prst="rect">
            <a:avLst/>
          </a:prstGeom>
          <a:solidFill>
            <a:schemeClr val="accent2"/>
          </a:solidFill>
          <a:ln w="25400">
            <a:solidFill>
              <a:srgbClr val="000000"/>
            </a:solidFill>
            <a:miter/>
          </a:ln>
        </p:spPr>
        <p:style>
          <a:lnRef idx="0"/>
          <a:fillRef idx="0"/>
          <a:effectRef idx="0"/>
          <a:fontRef idx="minor"/>
        </p:style>
      </p:sp>
      <p:sp>
        <p:nvSpPr>
          <p:cNvPr id="346" name="PlaceHolder 1"/>
          <p:cNvSpPr>
            <a:spLocks noGrp="1"/>
          </p:cNvSpPr>
          <p:nvPr>
            <p:ph type="ftr" idx="14"/>
          </p:nvPr>
        </p:nvSpPr>
        <p:spPr>
          <a:xfrm>
            <a:off x="5364360" y="6400800"/>
            <a:ext cx="146196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&lt;footer&gt;</a:t>
            </a:r>
            <a:endParaRPr b="0" lang="en-IN" sz="1000" spc="-1" strike="noStrike">
              <a:latin typeface="Times New Roman"/>
            </a:endParaRPr>
          </a:p>
        </p:txBody>
      </p:sp>
      <p:sp>
        <p:nvSpPr>
          <p:cNvPr id="347" name="PlaceHolder 2"/>
          <p:cNvSpPr>
            <a:spLocks noGrp="1"/>
          </p:cNvSpPr>
          <p:nvPr>
            <p:ph type="sldNum" idx="15"/>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63E6C551-2E65-41D3-BFFF-4AC227448CCD}"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348" name="PlaceHolder 3"/>
          <p:cNvSpPr>
            <a:spLocks noGrp="1"/>
          </p:cNvSpPr>
          <p:nvPr>
            <p:ph type="dt" idx="16"/>
          </p:nvPr>
        </p:nvSpPr>
        <p:spPr>
          <a:xfrm>
            <a:off x="10629000" y="6400800"/>
            <a:ext cx="639000" cy="245880"/>
          </a:xfrm>
          <a:prstGeom prst="rect">
            <a:avLst/>
          </a:prstGeom>
          <a:noFill/>
          <a:ln w="0">
            <a:noFill/>
          </a:ln>
        </p:spPr>
        <p:txBody>
          <a:bodyPr lIns="0" rIns="0" tIns="45000" bIns="45000"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349"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350"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d6cd"/>
        </a:solidFill>
      </p:bgPr>
    </p:bg>
    <p:spTree>
      <p:nvGrpSpPr>
        <p:cNvPr id="1" name=""/>
        <p:cNvGrpSpPr/>
        <p:nvPr/>
      </p:nvGrpSpPr>
      <p:grpSpPr>
        <a:xfrm>
          <a:off x="0" y="0"/>
          <a:ext cx="0" cy="0"/>
          <a:chOff x="0" y="0"/>
          <a:chExt cx="0" cy="0"/>
        </a:xfrm>
      </p:grpSpPr>
      <p:sp>
        <p:nvSpPr>
          <p:cNvPr id="387" name="Straight Connector 7"/>
          <p:cNvSpPr/>
          <p:nvPr/>
        </p:nvSpPr>
        <p:spPr>
          <a:xfrm>
            <a:off x="0" y="6535800"/>
            <a:ext cx="8380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388" name="Straight Connector 13"/>
          <p:cNvSpPr/>
          <p:nvPr/>
        </p:nvSpPr>
        <p:spPr>
          <a:xfrm>
            <a:off x="1204920" y="6535800"/>
            <a:ext cx="416052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389" name="Straight Connector 15"/>
          <p:cNvSpPr/>
          <p:nvPr/>
        </p:nvSpPr>
        <p:spPr>
          <a:xfrm>
            <a:off x="6801840" y="6528600"/>
            <a:ext cx="384048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390" name="Straight Connector 19"/>
          <p:cNvSpPr/>
          <p:nvPr/>
        </p:nvSpPr>
        <p:spPr>
          <a:xfrm>
            <a:off x="11276280" y="6528600"/>
            <a:ext cx="914400" cy="360"/>
          </a:xfrm>
          <a:prstGeom prst="line">
            <a:avLst/>
          </a:prstGeom>
          <a:ln w="12700">
            <a:solidFill>
              <a:srgbClr val="000000"/>
            </a:solidFill>
          </a:ln>
        </p:spPr>
        <p:style>
          <a:lnRef idx="1">
            <a:schemeClr val="accent1"/>
          </a:lnRef>
          <a:fillRef idx="0">
            <a:schemeClr val="accent1"/>
          </a:fillRef>
          <a:effectRef idx="0">
            <a:schemeClr val="accent1"/>
          </a:effectRef>
          <a:fontRef idx="minor"/>
        </p:style>
      </p:sp>
      <p:sp>
        <p:nvSpPr>
          <p:cNvPr id="391" name="Google Shape;1251;p56"/>
          <p:cNvSpPr/>
          <p:nvPr/>
        </p:nvSpPr>
        <p:spPr>
          <a:xfrm>
            <a:off x="5102280" y="597240"/>
            <a:ext cx="5948640" cy="5948640"/>
          </a:xfrm>
          <a:prstGeom prst="ellipse">
            <a:avLst/>
          </a:prstGeom>
          <a:solidFill>
            <a:schemeClr val="accent2"/>
          </a:solidFill>
          <a:ln w="25400">
            <a:solidFill>
              <a:srgbClr val="000000"/>
            </a:solidFill>
            <a:miter/>
          </a:ln>
        </p:spPr>
        <p:style>
          <a:lnRef idx="0"/>
          <a:fillRef idx="0"/>
          <a:effectRef idx="0"/>
          <a:fontRef idx="minor"/>
        </p:style>
      </p:sp>
      <p:sp>
        <p:nvSpPr>
          <p:cNvPr id="39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a:t>
            </a:r>
            <a:r>
              <a:rPr b="0" lang="en-IN" sz="4400" spc="-1" strike="noStrike">
                <a:latin typeface="Arial"/>
              </a:rPr>
              <a:t>ic</a:t>
            </a:r>
            <a:r>
              <a:rPr b="0" lang="en-IN" sz="4400" spc="-1" strike="noStrike">
                <a:latin typeface="Arial"/>
              </a:rPr>
              <a:t>k </a:t>
            </a:r>
            <a:r>
              <a:rPr b="0" lang="en-IN" sz="4400" spc="-1" strike="noStrike">
                <a:latin typeface="Arial"/>
              </a:rPr>
              <a:t>to </a:t>
            </a:r>
            <a:r>
              <a:rPr b="0" lang="en-IN" sz="4400" spc="-1" strike="noStrike">
                <a:latin typeface="Arial"/>
              </a:rPr>
              <a:t>ed</a:t>
            </a:r>
            <a:r>
              <a:rPr b="0" lang="en-IN" sz="4400" spc="-1" strike="noStrike">
                <a:latin typeface="Arial"/>
              </a:rPr>
              <a:t>it </a:t>
            </a:r>
            <a:r>
              <a:rPr b="0" lang="en-IN" sz="4400" spc="-1" strike="noStrike">
                <a:latin typeface="Arial"/>
              </a:rPr>
              <a:t>th</a:t>
            </a:r>
            <a:r>
              <a:rPr b="0" lang="en-IN" sz="4400" spc="-1" strike="noStrike">
                <a:latin typeface="Arial"/>
              </a:rPr>
              <a:t>e </a:t>
            </a:r>
            <a:r>
              <a:rPr b="0" lang="en-IN" sz="4400" spc="-1" strike="noStrike">
                <a:latin typeface="Arial"/>
              </a:rPr>
              <a:t>titl</a:t>
            </a:r>
            <a:r>
              <a:rPr b="0" lang="en-IN" sz="4400" spc="-1" strike="noStrike">
                <a:latin typeface="Arial"/>
              </a:rPr>
              <a:t>e </a:t>
            </a:r>
            <a:r>
              <a:rPr b="0" lang="en-IN" sz="4400" spc="-1" strike="noStrike">
                <a:latin typeface="Arial"/>
              </a:rPr>
              <a:t>te</a:t>
            </a:r>
            <a:r>
              <a:rPr b="0" lang="en-IN" sz="4400" spc="-1" strike="noStrike">
                <a:latin typeface="Arial"/>
              </a:rPr>
              <a:t>xt </a:t>
            </a:r>
            <a:r>
              <a:rPr b="0" lang="en-IN" sz="4400" spc="-1" strike="noStrike">
                <a:latin typeface="Arial"/>
              </a:rPr>
              <a:t>fo</a:t>
            </a:r>
            <a:r>
              <a:rPr b="0" lang="en-IN" sz="4400" spc="-1" strike="noStrike">
                <a:latin typeface="Arial"/>
              </a:rPr>
              <a:t>r</a:t>
            </a:r>
            <a:r>
              <a:rPr b="0" lang="en-IN" sz="4400" spc="-1" strike="noStrike">
                <a:latin typeface="Arial"/>
              </a:rPr>
              <a:t>m</a:t>
            </a:r>
            <a:r>
              <a:rPr b="0" lang="en-IN" sz="4400" spc="-1" strike="noStrike">
                <a:latin typeface="Arial"/>
              </a:rPr>
              <a:t>at</a:t>
            </a:r>
            <a:endParaRPr b="0" lang="en-IN" sz="4400" spc="-1" strike="noStrike">
              <a:latin typeface="Arial"/>
            </a:endParaRPr>
          </a:p>
        </p:txBody>
      </p:sp>
      <p:sp>
        <p:nvSpPr>
          <p:cNvPr id="39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hyperlink" Target="https://kavalkaran.github.io/redict" TargetMode="External"/><Relationship Id="rId7" Type="http://schemas.openxmlformats.org/officeDocument/2006/relationships/slideLayout" Target="../slideLayouts/slideLayout37.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slideLayout" Target="../slideLayouts/slideLayout37.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9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6" name="Picture 1" descr=""/>
          <p:cNvPicPr/>
          <p:nvPr/>
        </p:nvPicPr>
        <p:blipFill>
          <a:blip r:embed="rId1"/>
          <a:stretch/>
        </p:blipFill>
        <p:spPr>
          <a:xfrm>
            <a:off x="567720" y="303840"/>
            <a:ext cx="11055600" cy="6248880"/>
          </a:xfrm>
          <a:prstGeom prst="rect">
            <a:avLst/>
          </a:prstGeom>
          <a:ln w="0">
            <a:noFill/>
          </a:ln>
        </p:spPr>
      </p:pic>
      <p:sp>
        <p:nvSpPr>
          <p:cNvPr id="437" name="PlaceHolder 1"/>
          <p:cNvSpPr>
            <a:spLocks noGrp="1"/>
          </p:cNvSpPr>
          <p:nvPr>
            <p:ph type="title"/>
          </p:nvPr>
        </p:nvSpPr>
        <p:spPr>
          <a:xfrm>
            <a:off x="3403080" y="921600"/>
            <a:ext cx="5306040" cy="1997280"/>
          </a:xfrm>
          <a:prstGeom prst="rect">
            <a:avLst/>
          </a:prstGeom>
          <a:noFill/>
          <a:ln w="0">
            <a:noFill/>
          </a:ln>
        </p:spPr>
        <p:txBody>
          <a:bodyPr lIns="90000" rIns="90000" tIns="45000" bIns="45000" anchor="b">
            <a:noAutofit/>
          </a:bodyPr>
          <a:p>
            <a:pPr>
              <a:lnSpc>
                <a:spcPct val="90000"/>
              </a:lnSpc>
              <a:buNone/>
              <a:tabLst>
                <a:tab algn="l" pos="0"/>
              </a:tabLst>
            </a:pPr>
            <a:r>
              <a:rPr b="0" lang="en-US" sz="6000" spc="-1" strike="noStrike">
                <a:solidFill>
                  <a:srgbClr val="f3ebe8"/>
                </a:solidFill>
                <a:latin typeface="Courier New"/>
              </a:rPr>
              <a:t>KAVALKARAN</a:t>
            </a:r>
            <a:endParaRPr b="0" lang="en-IN" sz="6000" spc="-1" strike="noStrike">
              <a:latin typeface="Arial"/>
            </a:endParaRPr>
          </a:p>
        </p:txBody>
      </p:sp>
      <p:sp>
        <p:nvSpPr>
          <p:cNvPr id="438" name="PlaceHolder 2"/>
          <p:cNvSpPr>
            <a:spLocks noGrp="1"/>
          </p:cNvSpPr>
          <p:nvPr>
            <p:ph type="subTitle"/>
          </p:nvPr>
        </p:nvSpPr>
        <p:spPr>
          <a:xfrm>
            <a:off x="1176480" y="3537720"/>
            <a:ext cx="8812440" cy="2713680"/>
          </a:xfrm>
          <a:prstGeom prst="rect">
            <a:avLst/>
          </a:prstGeom>
          <a:noFill/>
          <a:ln w="0">
            <a:noFill/>
          </a:ln>
        </p:spPr>
        <p:txBody>
          <a:bodyPr lIns="90000" rIns="90000" tIns="45000" bIns="45000" anchor="t">
            <a:noAutofit/>
          </a:bodyPr>
          <a:p>
            <a:pPr marL="54720">
              <a:lnSpc>
                <a:spcPct val="120000"/>
              </a:lnSpc>
              <a:buNone/>
              <a:tabLst>
                <a:tab algn="l" pos="0"/>
              </a:tabLst>
            </a:pPr>
            <a:r>
              <a:rPr b="0" lang="en-US" sz="2000" spc="-1" strike="noStrike">
                <a:solidFill>
                  <a:srgbClr val="ffffff"/>
                </a:solidFill>
                <a:latin typeface="Univers Condensed Light"/>
              </a:rPr>
              <a:t>Id : 1123742 , group: kavalkaran_team_cyber_security</a:t>
            </a:r>
            <a:endParaRPr b="0" lang="en-IN" sz="2000" spc="-1" strike="noStrike">
              <a:latin typeface="Arial"/>
            </a:endParaRPr>
          </a:p>
          <a:p>
            <a:pPr marL="54720">
              <a:lnSpc>
                <a:spcPct val="120000"/>
              </a:lnSpc>
              <a:buNone/>
              <a:tabLst>
                <a:tab algn="l" pos="0"/>
              </a:tabLst>
            </a:pPr>
            <a:r>
              <a:rPr b="0" lang="en-US" sz="2000" spc="-1" strike="noStrike">
                <a:solidFill>
                  <a:srgbClr val="ffffff"/>
                </a:solidFill>
                <a:latin typeface="Univers Condensed Light"/>
              </a:rPr>
              <a:t>Them : Good Governance and Public service delivary</a:t>
            </a:r>
            <a:endParaRPr b="0" lang="en-IN" sz="2000" spc="-1" strike="noStrike">
              <a:latin typeface="Arial"/>
            </a:endParaRPr>
          </a:p>
          <a:p>
            <a:pPr marL="54720">
              <a:lnSpc>
                <a:spcPct val="120000"/>
              </a:lnSpc>
              <a:buNone/>
              <a:tabLst>
                <a:tab algn="l" pos="0"/>
              </a:tabLst>
            </a:pPr>
            <a:r>
              <a:rPr b="0" lang="en-US" sz="2000" spc="-1" strike="noStrike">
                <a:solidFill>
                  <a:srgbClr val="ffffff"/>
                </a:solidFill>
                <a:latin typeface="Univers Condensed Light"/>
              </a:rPr>
              <a:t>(Athul vinod .M)  Contact : Phone – 9539218900 , mail : athul.back.is.now@gmail.com</a:t>
            </a:r>
            <a:endParaRPr b="0" lang="en-IN" sz="2000" spc="-1" strike="noStrike">
              <a:latin typeface="Arial"/>
            </a:endParaRPr>
          </a:p>
          <a:p>
            <a:pPr marL="54720">
              <a:lnSpc>
                <a:spcPct val="120000"/>
              </a:lnSpc>
              <a:buNone/>
              <a:tabLst>
                <a:tab algn="l" pos="0"/>
              </a:tabLst>
            </a:pPr>
            <a:r>
              <a:rPr b="0" lang="en-US" sz="2000" spc="-1" strike="noStrike">
                <a:solidFill>
                  <a:srgbClr val="ffffff"/>
                </a:solidFill>
                <a:latin typeface="Univers Condensed Light"/>
              </a:rPr>
              <a:t>Institution : R.M.H.S.S Melattur</a:t>
            </a:r>
            <a:endParaRPr b="0" lang="en-IN" sz="2000" spc="-1" strike="noStrike">
              <a:latin typeface="Arial"/>
            </a:endParaRPr>
          </a:p>
          <a:p>
            <a:pPr marL="54720">
              <a:lnSpc>
                <a:spcPct val="120000"/>
              </a:lnSpc>
              <a:buNone/>
              <a:tabLst>
                <a:tab algn="l" pos="0"/>
              </a:tabLst>
            </a:pPr>
            <a:r>
              <a:rPr b="0" lang="en-US" sz="2000" spc="-1" strike="noStrike">
                <a:solidFill>
                  <a:srgbClr val="ffffff"/>
                </a:solidFill>
                <a:latin typeface="Univers Condensed Light"/>
              </a:rPr>
              <a:t>District : Malappuram</a:t>
            </a:r>
            <a:endParaRPr b="0" lang="en-IN" sz="2000" spc="-1" strike="noStrike">
              <a:latin typeface="Arial"/>
            </a:endParaRPr>
          </a:p>
        </p:txBody>
      </p:sp>
    </p:spTree>
  </p:cSld>
  <mc:AlternateContent>
    <mc:Choice Requires="p14">
      <p:transition spd="slow" advTm="70000" p14:dur="2000">
        <p:zoom dir="out"/>
      </p:transition>
    </mc:Choice>
    <mc:Fallback>
      <p:transition spd="slow" advTm="70000">
        <p:zoom dir="out"/>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9" name="Picture 4" descr=""/>
          <p:cNvPicPr/>
          <p:nvPr/>
        </p:nvPicPr>
        <p:blipFill>
          <a:blip r:embed="rId1"/>
          <a:stretch/>
        </p:blipFill>
        <p:spPr>
          <a:xfrm>
            <a:off x="0" y="-39240"/>
            <a:ext cx="12649680" cy="7083360"/>
          </a:xfrm>
          <a:prstGeom prst="rect">
            <a:avLst/>
          </a:prstGeom>
          <a:ln w="0">
            <a:noFill/>
          </a:ln>
        </p:spPr>
      </p:pic>
      <p:sp>
        <p:nvSpPr>
          <p:cNvPr id="440" name="PlaceHolder 1"/>
          <p:cNvSpPr>
            <a:spLocks noGrp="1"/>
          </p:cNvSpPr>
          <p:nvPr>
            <p:ph type="title"/>
          </p:nvPr>
        </p:nvSpPr>
        <p:spPr>
          <a:xfrm>
            <a:off x="-180000" y="0"/>
            <a:ext cx="12538800" cy="2129400"/>
          </a:xfrm>
          <a:prstGeom prst="rect">
            <a:avLst/>
          </a:prstGeom>
          <a:noFill/>
          <a:ln w="0">
            <a:noFill/>
          </a:ln>
        </p:spPr>
        <p:txBody>
          <a:bodyPr lIns="0" rIns="0" tIns="0" bIns="0" anchor="t">
            <a:noAutofit/>
          </a:bodyPr>
          <a:p>
            <a:pPr algn="ctr">
              <a:lnSpc>
                <a:spcPct val="100000"/>
              </a:lnSpc>
              <a:buNone/>
            </a:pPr>
            <a:r>
              <a:rPr b="0" lang="en-US" sz="6000" spc="-1" strike="noStrike">
                <a:solidFill>
                  <a:srgbClr val="ffffff"/>
                </a:solidFill>
                <a:latin typeface="Century Gothic"/>
              </a:rPr>
              <a:t>Problem statement</a:t>
            </a:r>
            <a:endParaRPr b="0" lang="en-IN" sz="6000" spc="-1" strike="noStrike">
              <a:latin typeface="Arial"/>
            </a:endParaRPr>
          </a:p>
        </p:txBody>
      </p:sp>
      <p:sp>
        <p:nvSpPr>
          <p:cNvPr id="441" name="PlaceHolder 2"/>
          <p:cNvSpPr>
            <a:spLocks noGrp="1"/>
          </p:cNvSpPr>
          <p:nvPr>
            <p:ph/>
          </p:nvPr>
        </p:nvSpPr>
        <p:spPr>
          <a:xfrm rot="21575400">
            <a:off x="795600" y="992160"/>
            <a:ext cx="11247840" cy="4366800"/>
          </a:xfrm>
          <a:prstGeom prst="rect">
            <a:avLst/>
          </a:prstGeom>
          <a:noFill/>
          <a:ln w="0">
            <a:noFill/>
          </a:ln>
        </p:spPr>
        <p:txBody>
          <a:bodyPr lIns="0" rIns="0" tIns="0" bIns="0" anchor="t">
            <a:noAutofit/>
          </a:bodyPr>
          <a:p>
            <a:pPr marL="228600" indent="-228600">
              <a:lnSpc>
                <a:spcPct val="90000"/>
              </a:lnSpc>
              <a:spcBef>
                <a:spcPts val="1001"/>
              </a:spcBef>
              <a:buClr>
                <a:srgbClr val="c00000"/>
              </a:buClr>
              <a:buFont typeface="Arial"/>
              <a:buChar char="•"/>
            </a:pPr>
            <a:r>
              <a:rPr b="1" lang="en-US" sz="2400" spc="-1" strike="noStrike">
                <a:solidFill>
                  <a:srgbClr val="c00000"/>
                </a:solidFill>
                <a:latin typeface="Univers Condensed Light"/>
              </a:rPr>
              <a:t>8.7 percentage of </a:t>
            </a:r>
            <a:r>
              <a:rPr b="1" lang="en-US" sz="2400" spc="-1" strike="noStrike">
                <a:solidFill>
                  <a:srgbClr val="c00000"/>
                </a:solidFill>
                <a:latin typeface="Univers Condensed Light"/>
              </a:rPr>
              <a:t>under teenagers </a:t>
            </a:r>
            <a:r>
              <a:rPr b="1" lang="en-US" sz="2400" spc="-1" strike="noStrike">
                <a:solidFill>
                  <a:srgbClr val="c00000"/>
                </a:solidFill>
                <a:latin typeface="Univers Condensed Light"/>
              </a:rPr>
              <a:t>dead by the suicide </a:t>
            </a:r>
            <a:r>
              <a:rPr b="1" lang="en-US" sz="2400" spc="-1" strike="noStrike">
                <a:solidFill>
                  <a:srgbClr val="c00000"/>
                </a:solidFill>
                <a:latin typeface="Univers Condensed Light"/>
              </a:rPr>
              <a:t>by the cyber </a:t>
            </a:r>
            <a:r>
              <a:rPr b="1" lang="en-US" sz="2400" spc="-1" strike="noStrike">
                <a:solidFill>
                  <a:srgbClr val="c00000"/>
                </a:solidFill>
                <a:latin typeface="Univers Condensed Light"/>
              </a:rPr>
              <a:t>bulling (Proof : </a:t>
            </a:r>
            <a:r>
              <a:rPr b="1" lang="en-US" sz="2400" spc="-1" strike="noStrike">
                <a:solidFill>
                  <a:srgbClr val="c00000"/>
                </a:solidFill>
                <a:latin typeface="Univers Condensed Light"/>
              </a:rPr>
              <a:t>Figure 3.0)</a:t>
            </a:r>
            <a:endParaRPr b="0" lang="en-IN" sz="2400" spc="-1" strike="noStrike">
              <a:latin typeface="Arial"/>
            </a:endParaRPr>
          </a:p>
          <a:p>
            <a:pPr marL="228600" indent="-228600">
              <a:lnSpc>
                <a:spcPct val="90000"/>
              </a:lnSpc>
              <a:spcBef>
                <a:spcPts val="1001"/>
              </a:spcBef>
              <a:buClr>
                <a:srgbClr val="c00000"/>
              </a:buClr>
              <a:buFont typeface="Arial"/>
              <a:buChar char="•"/>
            </a:pPr>
            <a:r>
              <a:rPr b="1" lang="en-US" sz="2400" spc="-1" strike="noStrike">
                <a:solidFill>
                  <a:srgbClr val="c00000"/>
                </a:solidFill>
                <a:latin typeface="Univers Condensed Light"/>
              </a:rPr>
              <a:t>Cyber security is </a:t>
            </a:r>
            <a:r>
              <a:rPr b="1" lang="en-US" sz="2400" spc="-1" strike="noStrike">
                <a:solidFill>
                  <a:srgbClr val="c00000"/>
                </a:solidFill>
                <a:latin typeface="Univers Condensed Light"/>
              </a:rPr>
              <a:t>the one of the </a:t>
            </a:r>
            <a:r>
              <a:rPr b="1" lang="en-IN" sz="2400" spc="-1" strike="noStrike">
                <a:solidFill>
                  <a:srgbClr val="c00000"/>
                </a:solidFill>
                <a:latin typeface="Univers Condensed Light"/>
              </a:rPr>
              <a:t>dangerous problem </a:t>
            </a:r>
            <a:r>
              <a:rPr b="1" lang="en-IN" sz="2400" spc="-1" strike="noStrike">
                <a:solidFill>
                  <a:srgbClr val="c00000"/>
                </a:solidFill>
                <a:latin typeface="Univers Condensed Light"/>
              </a:rPr>
              <a:t>ever seen by the </a:t>
            </a:r>
            <a:r>
              <a:rPr b="1" lang="en-IN" sz="2400" spc="-1" strike="noStrike">
                <a:solidFill>
                  <a:srgbClr val="c00000"/>
                </a:solidFill>
                <a:latin typeface="Univers Condensed Light"/>
              </a:rPr>
              <a:t>whole humans</a:t>
            </a:r>
            <a:endParaRPr b="0" lang="en-IN" sz="2400" spc="-1" strike="noStrike">
              <a:latin typeface="Arial"/>
            </a:endParaRPr>
          </a:p>
          <a:p>
            <a:pPr marL="228600" indent="-228600">
              <a:lnSpc>
                <a:spcPct val="90000"/>
              </a:lnSpc>
              <a:spcBef>
                <a:spcPts val="1001"/>
              </a:spcBef>
              <a:buClr>
                <a:srgbClr val="c00000"/>
              </a:buClr>
              <a:buFont typeface="Arial"/>
              <a:buChar char="•"/>
            </a:pPr>
            <a:r>
              <a:rPr b="1" lang="en-US" sz="2400" spc="-1" strike="noStrike">
                <a:solidFill>
                  <a:srgbClr val="c00000"/>
                </a:solidFill>
                <a:latin typeface="Univers Condensed Light"/>
              </a:rPr>
              <a:t>1.12 Billions of </a:t>
            </a:r>
            <a:r>
              <a:rPr b="1" lang="en-US" sz="2400" spc="-1" strike="noStrike">
                <a:solidFill>
                  <a:srgbClr val="c00000"/>
                </a:solidFill>
                <a:latin typeface="Univers Condensed Light"/>
              </a:rPr>
              <a:t>cellular mobile </a:t>
            </a:r>
            <a:r>
              <a:rPr b="1" lang="en-US" sz="2400" spc="-1" strike="noStrike">
                <a:solidFill>
                  <a:srgbClr val="c00000"/>
                </a:solidFill>
                <a:latin typeface="Univers Condensed Light"/>
              </a:rPr>
              <a:t>connection have </a:t>
            </a:r>
            <a:r>
              <a:rPr b="1" lang="en-US" sz="2400" spc="-1" strike="noStrike">
                <a:solidFill>
                  <a:srgbClr val="c00000"/>
                </a:solidFill>
                <a:latin typeface="Univers Condensed Light"/>
              </a:rPr>
              <a:t>active in 2025 , </a:t>
            </a:r>
            <a:r>
              <a:rPr b="1" lang="en-US" sz="2400" spc="-1" strike="noStrike">
                <a:solidFill>
                  <a:srgbClr val="c00000"/>
                </a:solidFill>
                <a:latin typeface="Univers Condensed Light"/>
              </a:rPr>
              <a:t>That is the 76.6 of </a:t>
            </a:r>
            <a:r>
              <a:rPr b="1" lang="en-US" sz="2400" spc="-1" strike="noStrike">
                <a:solidFill>
                  <a:srgbClr val="c00000"/>
                </a:solidFill>
                <a:latin typeface="Univers Condensed Light"/>
              </a:rPr>
              <a:t>total people (Proof </a:t>
            </a:r>
            <a:r>
              <a:rPr b="1" lang="en-US" sz="2400" spc="-1" strike="noStrike">
                <a:solidFill>
                  <a:srgbClr val="c00000"/>
                </a:solidFill>
                <a:latin typeface="Univers Condensed Light"/>
              </a:rPr>
              <a:t>Attached in last </a:t>
            </a:r>
            <a:r>
              <a:rPr b="1" lang="en-US" sz="2400" spc="-1" strike="noStrike">
                <a:solidFill>
                  <a:srgbClr val="c00000"/>
                </a:solidFill>
                <a:latin typeface="Univers Condensed Light"/>
              </a:rPr>
              <a:t>figure 2.0)</a:t>
            </a:r>
            <a:endParaRPr b="0" lang="en-IN" sz="2400" spc="-1" strike="noStrike">
              <a:latin typeface="Arial"/>
            </a:endParaRPr>
          </a:p>
          <a:p>
            <a:pPr marL="228600" indent="-228600">
              <a:lnSpc>
                <a:spcPct val="90000"/>
              </a:lnSpc>
              <a:spcBef>
                <a:spcPts val="1001"/>
              </a:spcBef>
              <a:buClr>
                <a:srgbClr val="c00000"/>
              </a:buClr>
              <a:buFont typeface="Arial"/>
              <a:buChar char="•"/>
            </a:pPr>
            <a:r>
              <a:rPr b="1" lang="en-US" sz="2400" spc="-1" strike="noStrike">
                <a:solidFill>
                  <a:srgbClr val="c00000"/>
                </a:solidFill>
                <a:latin typeface="Univers Condensed Light"/>
              </a:rPr>
              <a:t>In India 20,41,360 </a:t>
            </a:r>
            <a:r>
              <a:rPr b="1" lang="en-US" sz="2400" spc="-1" strike="noStrike">
                <a:solidFill>
                  <a:srgbClr val="c00000"/>
                </a:solidFill>
                <a:latin typeface="Univers Condensed Light"/>
              </a:rPr>
              <a:t>incidents reported </a:t>
            </a:r>
            <a:r>
              <a:rPr b="1" lang="en-US" sz="2400" spc="-1" strike="noStrike">
                <a:solidFill>
                  <a:srgbClr val="c00000"/>
                </a:solidFill>
                <a:latin typeface="Univers Condensed Light"/>
              </a:rPr>
              <a:t>at 2024 (Figure 1.0 </a:t>
            </a:r>
            <a:r>
              <a:rPr b="1" lang="en-US" sz="2400" spc="-1" strike="noStrike">
                <a:solidFill>
                  <a:srgbClr val="c00000"/>
                </a:solidFill>
                <a:latin typeface="Univers Condensed Light"/>
              </a:rPr>
              <a:t>[In the last]) </a:t>
            </a:r>
            <a:endParaRPr b="0" lang="en-IN" sz="2400" spc="-1" strike="noStrike">
              <a:latin typeface="Arial"/>
            </a:endParaRPr>
          </a:p>
          <a:p>
            <a:pPr marL="228600" indent="-228600">
              <a:lnSpc>
                <a:spcPct val="90000"/>
              </a:lnSpc>
              <a:spcBef>
                <a:spcPts val="1001"/>
              </a:spcBef>
              <a:buClr>
                <a:srgbClr val="c00000"/>
              </a:buClr>
              <a:buFont typeface="Arial"/>
              <a:buChar char="•"/>
            </a:pPr>
            <a:r>
              <a:rPr b="1" lang="en-US" sz="2400" spc="-1" strike="noStrike">
                <a:solidFill>
                  <a:srgbClr val="c00000"/>
                </a:solidFill>
                <a:latin typeface="Univers Condensed Light"/>
              </a:rPr>
              <a:t>We are trying to </a:t>
            </a:r>
            <a:r>
              <a:rPr b="1" lang="en-US" sz="2400" spc="-1" strike="noStrike">
                <a:solidFill>
                  <a:srgbClr val="c00000"/>
                </a:solidFill>
                <a:latin typeface="Univers Condensed Light"/>
              </a:rPr>
              <a:t>address the entire </a:t>
            </a:r>
            <a:r>
              <a:rPr b="1" lang="en-US" sz="2400" spc="-1" strike="noStrike">
                <a:solidFill>
                  <a:srgbClr val="c00000"/>
                </a:solidFill>
                <a:latin typeface="Univers Condensed Light"/>
              </a:rPr>
              <a:t>Cyber attacks </a:t>
            </a:r>
            <a:r>
              <a:rPr b="1" lang="en-US" sz="2400" spc="-1" strike="noStrike">
                <a:solidFill>
                  <a:srgbClr val="c00000"/>
                </a:solidFill>
                <a:latin typeface="Univers Condensed Light"/>
              </a:rPr>
              <a:t>which includes </a:t>
            </a:r>
            <a:r>
              <a:rPr b="1" lang="en-US" sz="2400" spc="-1" strike="noStrike">
                <a:solidFill>
                  <a:srgbClr val="c00000"/>
                </a:solidFill>
                <a:latin typeface="Univers Condensed Light"/>
              </a:rPr>
              <a:t>phishing, banking </a:t>
            </a:r>
            <a:r>
              <a:rPr b="1" lang="en-US" sz="2400" spc="-1" strike="noStrike">
                <a:solidFill>
                  <a:srgbClr val="c00000"/>
                </a:solidFill>
                <a:latin typeface="Univers Condensed Light"/>
              </a:rPr>
              <a:t>attacks, cyber </a:t>
            </a:r>
            <a:r>
              <a:rPr b="1" lang="en-US" sz="2400" spc="-1" strike="noStrike">
                <a:solidFill>
                  <a:srgbClr val="c00000"/>
                </a:solidFill>
                <a:latin typeface="Univers Condensed Light"/>
              </a:rPr>
              <a:t>fraud, spamming </a:t>
            </a:r>
            <a:r>
              <a:rPr b="1" lang="en-US" sz="2400" spc="-1" strike="noStrike">
                <a:solidFill>
                  <a:srgbClr val="c00000"/>
                </a:solidFill>
                <a:latin typeface="Univers Condensed Light"/>
              </a:rPr>
              <a:t>and much more </a:t>
            </a:r>
            <a:r>
              <a:rPr b="1" lang="en-US" sz="2400" spc="-1" strike="noStrike">
                <a:solidFill>
                  <a:srgbClr val="c00000"/>
                </a:solidFill>
                <a:latin typeface="Univers Condensed Light"/>
              </a:rPr>
              <a:t>with that a man </a:t>
            </a:r>
            <a:r>
              <a:rPr b="1" lang="en-US" sz="2400" spc="-1" strike="noStrike">
                <a:solidFill>
                  <a:srgbClr val="c00000"/>
                </a:solidFill>
                <a:latin typeface="Univers Condensed Light"/>
              </a:rPr>
              <a:t>lose his privacy </a:t>
            </a:r>
            <a:r>
              <a:rPr b="1" lang="en-US" sz="2400" spc="-1" strike="noStrike">
                <a:solidFill>
                  <a:srgbClr val="c00000"/>
                </a:solidFill>
                <a:latin typeface="Univers Condensed Light"/>
              </a:rPr>
              <a:t>and right to </a:t>
            </a:r>
            <a:r>
              <a:rPr b="1" lang="en-US" sz="2400" spc="-1" strike="noStrike">
                <a:solidFill>
                  <a:srgbClr val="c00000"/>
                </a:solidFill>
                <a:latin typeface="Univers Condensed Light"/>
              </a:rPr>
              <a:t>dignity, or any </a:t>
            </a:r>
            <a:r>
              <a:rPr b="1" lang="en-US" sz="2400" spc="-1" strike="noStrike">
                <a:solidFill>
                  <a:srgbClr val="c00000"/>
                </a:solidFill>
                <a:latin typeface="Univers Condensed Light"/>
              </a:rPr>
              <a:t>other right </a:t>
            </a:r>
            <a:endParaRPr b="0" lang="en-IN" sz="2400" spc="-1" strike="noStrike">
              <a:latin typeface="Arial"/>
            </a:endParaRPr>
          </a:p>
          <a:p>
            <a:pPr marL="228600" indent="-228600">
              <a:lnSpc>
                <a:spcPct val="90000"/>
              </a:lnSpc>
              <a:spcBef>
                <a:spcPts val="1001"/>
              </a:spcBef>
              <a:buClr>
                <a:srgbClr val="c00000"/>
              </a:buClr>
              <a:buFont typeface="Arial"/>
              <a:buChar char="•"/>
            </a:pPr>
            <a:r>
              <a:rPr b="1" lang="en-US" sz="2400" spc="-1" strike="noStrike">
                <a:solidFill>
                  <a:srgbClr val="c00000"/>
                </a:solidFill>
                <a:latin typeface="Univers Condensed Light"/>
              </a:rPr>
              <a:t>This attacks make a </a:t>
            </a:r>
            <a:r>
              <a:rPr b="1" lang="en-US" sz="2400" spc="-1" strike="noStrike">
                <a:solidFill>
                  <a:srgbClr val="c00000"/>
                </a:solidFill>
                <a:latin typeface="Univers Condensed Light"/>
              </a:rPr>
              <a:t>large the flow </a:t>
            </a:r>
            <a:r>
              <a:rPr b="1" lang="en-US" sz="2400" spc="-1" strike="noStrike">
                <a:solidFill>
                  <a:srgbClr val="c00000"/>
                </a:solidFill>
                <a:latin typeface="Univers Condensed Light"/>
              </a:rPr>
              <a:t>which can lead to </a:t>
            </a:r>
            <a:r>
              <a:rPr b="1" lang="en-US" sz="2400" spc="-1" strike="noStrike">
                <a:solidFill>
                  <a:srgbClr val="c00000"/>
                </a:solidFill>
                <a:latin typeface="Univers Condensed Light"/>
              </a:rPr>
              <a:t>suicide or anything </a:t>
            </a:r>
            <a:r>
              <a:rPr b="1" lang="en-US" sz="2400" spc="-1" strike="noStrike">
                <a:solidFill>
                  <a:srgbClr val="c00000"/>
                </a:solidFill>
                <a:latin typeface="Univers Condensed Light"/>
              </a:rPr>
              <a:t>hard, hence this </a:t>
            </a:r>
            <a:r>
              <a:rPr b="1" lang="en-US" sz="2400" spc="-1" strike="noStrike">
                <a:solidFill>
                  <a:srgbClr val="c00000"/>
                </a:solidFill>
                <a:latin typeface="Univers Condensed Light"/>
              </a:rPr>
              <a:t>problem is even </a:t>
            </a:r>
            <a:r>
              <a:rPr b="1" lang="en-US" sz="2400" spc="-1" strike="noStrike">
                <a:solidFill>
                  <a:srgbClr val="c00000"/>
                </a:solidFill>
                <a:latin typeface="Univers Condensed Light"/>
              </a:rPr>
              <a:t>capable  to lose the </a:t>
            </a:r>
            <a:r>
              <a:rPr b="1" lang="en-US" sz="2400" spc="-1" strike="noStrike">
                <a:solidFill>
                  <a:srgbClr val="c00000"/>
                </a:solidFill>
                <a:latin typeface="Univers Condensed Light"/>
              </a:rPr>
              <a:t>life of a human.</a:t>
            </a:r>
            <a:endParaRPr b="0" lang="en-IN" sz="2400" spc="-1" strike="noStrike">
              <a:latin typeface="Arial"/>
            </a:endParaRPr>
          </a:p>
        </p:txBody>
      </p:sp>
      <p:sp>
        <p:nvSpPr>
          <p:cNvPr id="4" name="PlaceHolder 3"/>
          <p:cNvSpPr>
            <a:spLocks noGrp="1"/>
          </p:cNvSpPr>
          <p:nvPr>
            <p:ph type="sldNum" idx="2"/>
          </p:nvPr>
        </p:nvSpPr>
        <p:spPr/>
        <p:txBody>
          <a:bodyPr/>
          <a:p>
            <a:fld id="{86B6D69C-0F7B-4078-AFF9-FEDF3870204C}" type="slidenum">
              <a:t>2</a:t>
            </a:fld>
          </a:p>
        </p:txBody>
      </p:sp>
    </p:spTree>
  </p:cSld>
  <mc:AlternateContent>
    <mc:Choice Requires="p14">
      <p:transition spd="slow" advTm="142000" p14:dur="2000">
        <p:pull dir="d"/>
      </p:transition>
    </mc:Choice>
    <mc:Fallback>
      <p:transition spd="slow" advTm="142000">
        <p:pull dir="d"/>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3339720" y="934200"/>
            <a:ext cx="5995440" cy="833760"/>
          </a:xfrm>
          <a:prstGeom prst="rect">
            <a:avLst/>
          </a:prstGeom>
          <a:noFill/>
          <a:ln w="0">
            <a:noFill/>
          </a:ln>
        </p:spPr>
        <p:txBody>
          <a:bodyPr lIns="90000" rIns="90000" tIns="45000" bIns="45000" anchor="ctr">
            <a:noAutofit/>
          </a:bodyPr>
          <a:p>
            <a:pPr>
              <a:lnSpc>
                <a:spcPct val="90000"/>
              </a:lnSpc>
              <a:buNone/>
            </a:pPr>
            <a:r>
              <a:rPr b="0" lang="en-US" sz="4000" spc="-1" strike="noStrike">
                <a:solidFill>
                  <a:srgbClr val="000000"/>
                </a:solidFill>
                <a:latin typeface="Century Gothic"/>
              </a:rPr>
              <a:t>Idea Summary</a:t>
            </a:r>
            <a:endParaRPr b="0" lang="en-IN" sz="4000" spc="-1" strike="noStrike">
              <a:latin typeface="Arial"/>
            </a:endParaRPr>
          </a:p>
        </p:txBody>
      </p:sp>
      <p:sp>
        <p:nvSpPr>
          <p:cNvPr id="443" name="PlaceHolder 2"/>
          <p:cNvSpPr>
            <a:spLocks noGrp="1"/>
          </p:cNvSpPr>
          <p:nvPr>
            <p:ph/>
          </p:nvPr>
        </p:nvSpPr>
        <p:spPr>
          <a:xfrm>
            <a:off x="1203840" y="1769040"/>
            <a:ext cx="9564480" cy="2752200"/>
          </a:xfrm>
          <a:prstGeom prst="rect">
            <a:avLst/>
          </a:prstGeom>
          <a:noFill/>
          <a:ln w="0">
            <a:noFill/>
          </a:ln>
        </p:spPr>
        <p:txBody>
          <a:bodyPr lIns="90000" rIns="90000" tIns="45000" bIns="45000" anchor="t">
            <a:noAutofit/>
          </a:bodyPr>
          <a:p>
            <a:pPr>
              <a:lnSpc>
                <a:spcPct val="100000"/>
              </a:lnSpc>
              <a:buNone/>
              <a:tabLst>
                <a:tab algn="l" pos="0"/>
              </a:tabLst>
            </a:pPr>
            <a:r>
              <a:rPr b="0" lang="en-US" sz="2000" spc="-1" strike="noStrike">
                <a:solidFill>
                  <a:srgbClr val="000000"/>
                </a:solidFill>
                <a:latin typeface="Bahnschrift"/>
              </a:rPr>
              <a:t>My idea is to give a power </a:t>
            </a:r>
            <a:r>
              <a:rPr b="0" lang="en-US" sz="2000" spc="-1" strike="noStrike">
                <a:solidFill>
                  <a:srgbClr val="000000"/>
                </a:solidFill>
                <a:latin typeface="Bahnschrift"/>
              </a:rPr>
              <a:t>full tool for common people </a:t>
            </a:r>
            <a:r>
              <a:rPr b="0" lang="en-US" sz="2000" spc="-1" strike="noStrike">
                <a:solidFill>
                  <a:srgbClr val="000000"/>
                </a:solidFill>
                <a:latin typeface="Bahnschrift"/>
              </a:rPr>
              <a:t>which entirely developed </a:t>
            </a:r>
            <a:r>
              <a:rPr b="0" lang="en-US" sz="2000" spc="-1" strike="noStrike">
                <a:solidFill>
                  <a:srgbClr val="000000"/>
                </a:solidFill>
                <a:latin typeface="Bahnschrift"/>
              </a:rPr>
              <a:t>for common people but no </a:t>
            </a:r>
            <a:r>
              <a:rPr b="0" lang="en-US" sz="2000" spc="-1" strike="noStrike">
                <a:solidFill>
                  <a:srgbClr val="000000"/>
                </a:solidFill>
                <a:latin typeface="Bahnschrift"/>
              </a:rPr>
              <a:t>excuses in working and </a:t>
            </a:r>
            <a:r>
              <a:rPr b="0" lang="en-US" sz="2000" spc="-1" strike="noStrike">
                <a:solidFill>
                  <a:srgbClr val="000000"/>
                </a:solidFill>
                <a:latin typeface="Bahnschrift"/>
              </a:rPr>
              <a:t>safety. Which I developed is </a:t>
            </a:r>
            <a:r>
              <a:rPr b="0" lang="en-US" sz="2000" spc="-1" strike="noStrike">
                <a:solidFill>
                  <a:srgbClr val="000000"/>
                </a:solidFill>
                <a:latin typeface="Bahnschrift"/>
              </a:rPr>
              <a:t>a web tool with access of </a:t>
            </a:r>
            <a:r>
              <a:rPr b="0" lang="en-US" sz="2000" spc="-1" strike="noStrike">
                <a:solidFill>
                  <a:srgbClr val="000000"/>
                </a:solidFill>
                <a:latin typeface="Bahnschrift"/>
              </a:rPr>
              <a:t>every one from anywhere , </a:t>
            </a:r>
            <a:r>
              <a:rPr b="0" lang="en-US" sz="2000" spc="-1" strike="noStrike">
                <a:solidFill>
                  <a:srgbClr val="000000"/>
                </a:solidFill>
                <a:latin typeface="Bahnschrift"/>
              </a:rPr>
              <a:t>No download is compulsory.</a:t>
            </a:r>
            <a:endParaRPr b="0" lang="en-IN" sz="2000" spc="-1" strike="noStrike">
              <a:latin typeface="Arial"/>
            </a:endParaRPr>
          </a:p>
          <a:p>
            <a:pPr>
              <a:lnSpc>
                <a:spcPct val="100000"/>
              </a:lnSpc>
              <a:buNone/>
              <a:tabLst>
                <a:tab algn="l" pos="0"/>
              </a:tabLst>
            </a:pPr>
            <a:r>
              <a:rPr b="0" lang="en-US" sz="2000" spc="-1" strike="noStrike">
                <a:solidFill>
                  <a:srgbClr val="000000"/>
                </a:solidFill>
                <a:latin typeface="Bahnschrift"/>
              </a:rPr>
              <a:t>(But optional), Which is </a:t>
            </a:r>
            <a:r>
              <a:rPr b="0" lang="en-US" sz="2000" spc="-1" strike="noStrike">
                <a:solidFill>
                  <a:srgbClr val="000000"/>
                </a:solidFill>
                <a:latin typeface="Bahnschrift"/>
              </a:rPr>
              <a:t>now contains a url scanner </a:t>
            </a:r>
            <a:r>
              <a:rPr b="0" lang="en-US" sz="2000" spc="-1" strike="noStrike">
                <a:solidFill>
                  <a:srgbClr val="000000"/>
                </a:solidFill>
                <a:latin typeface="Bahnschrift"/>
              </a:rPr>
              <a:t>to get safety checks of url </a:t>
            </a:r>
            <a:r>
              <a:rPr b="0" lang="en-US" sz="2000" spc="-1" strike="noStrike">
                <a:solidFill>
                  <a:srgbClr val="000000"/>
                </a:solidFill>
                <a:latin typeface="Bahnschrift"/>
              </a:rPr>
              <a:t>before entering or check </a:t>
            </a:r>
            <a:r>
              <a:rPr b="0" lang="en-US" sz="2000" spc="-1" strike="noStrike">
                <a:solidFill>
                  <a:srgbClr val="000000"/>
                </a:solidFill>
                <a:latin typeface="Bahnschrift"/>
              </a:rPr>
              <a:t>the safety , QR code </a:t>
            </a:r>
            <a:r>
              <a:rPr b="0" lang="en-US" sz="2000" spc="-1" strike="noStrike">
                <a:solidFill>
                  <a:srgbClr val="000000"/>
                </a:solidFill>
                <a:latin typeface="Bahnschrift"/>
              </a:rPr>
              <a:t>checker to not predict but </a:t>
            </a:r>
            <a:r>
              <a:rPr b="0" lang="en-US" sz="2000" spc="-1" strike="noStrike">
                <a:solidFill>
                  <a:srgbClr val="000000"/>
                </a:solidFill>
                <a:latin typeface="Bahnschrift"/>
              </a:rPr>
              <a:t>give direct info of that what </a:t>
            </a:r>
            <a:r>
              <a:rPr b="0" lang="en-US" sz="2000" spc="-1" strike="noStrike">
                <a:solidFill>
                  <a:srgbClr val="000000"/>
                </a:solidFill>
                <a:latin typeface="Bahnschrift"/>
              </a:rPr>
              <a:t>happen by scan , is it safe </a:t>
            </a:r>
            <a:r>
              <a:rPr b="0" lang="en-US" sz="2000" spc="-1" strike="noStrike">
                <a:solidFill>
                  <a:srgbClr val="000000"/>
                </a:solidFill>
                <a:latin typeface="Bahnschrift"/>
              </a:rPr>
              <a:t>and more , Also we </a:t>
            </a:r>
            <a:r>
              <a:rPr b="0" lang="en-US" sz="2000" spc="-1" strike="noStrike">
                <a:solidFill>
                  <a:srgbClr val="000000"/>
                </a:solidFill>
                <a:latin typeface="Bahnschrift"/>
              </a:rPr>
              <a:t>provided a cyber doubts </a:t>
            </a:r>
            <a:r>
              <a:rPr b="0" lang="en-US" sz="2000" spc="-1" strike="noStrike">
                <a:solidFill>
                  <a:srgbClr val="000000"/>
                </a:solidFill>
                <a:latin typeface="Bahnschrift"/>
              </a:rPr>
              <a:t>section and File Locker for </a:t>
            </a:r>
            <a:r>
              <a:rPr b="0" lang="en-US" sz="2000" spc="-1" strike="noStrike">
                <a:solidFill>
                  <a:srgbClr val="000000"/>
                </a:solidFill>
                <a:latin typeface="Bahnschrift"/>
              </a:rPr>
              <a:t>securely encrypt and save </a:t>
            </a:r>
            <a:r>
              <a:rPr b="0" lang="en-US" sz="2000" spc="-1" strike="noStrike">
                <a:solidFill>
                  <a:srgbClr val="000000"/>
                </a:solidFill>
                <a:latin typeface="Bahnschrift"/>
              </a:rPr>
              <a:t>files in browser any hacker </a:t>
            </a:r>
            <a:r>
              <a:rPr b="0" lang="en-US" sz="2000" spc="-1" strike="noStrike">
                <a:solidFill>
                  <a:srgbClr val="000000"/>
                </a:solidFill>
                <a:latin typeface="Bahnschrift"/>
              </a:rPr>
              <a:t>can’t got it , but fully ready </a:t>
            </a:r>
            <a:r>
              <a:rPr b="0" lang="en-US" sz="2000" spc="-1" strike="noStrike">
                <a:solidFill>
                  <a:srgbClr val="000000"/>
                </a:solidFill>
                <a:latin typeface="Bahnschrift"/>
              </a:rPr>
              <a:t>for its author or with his </a:t>
            </a:r>
            <a:r>
              <a:rPr b="0" lang="en-US" sz="2000" spc="-1" strike="noStrike">
                <a:solidFill>
                  <a:srgbClr val="000000"/>
                </a:solidFill>
                <a:latin typeface="Bahnschrift"/>
              </a:rPr>
              <a:t>permission. There are more </a:t>
            </a:r>
            <a:r>
              <a:rPr b="0" lang="en-US" sz="2000" spc="-1" strike="noStrike">
                <a:solidFill>
                  <a:srgbClr val="000000"/>
                </a:solidFill>
                <a:latin typeface="Bahnschrift"/>
              </a:rPr>
              <a:t>features in that digital </a:t>
            </a:r>
            <a:r>
              <a:rPr b="0" lang="en-US" sz="2000" spc="-1" strike="noStrike">
                <a:solidFill>
                  <a:srgbClr val="000000"/>
                </a:solidFill>
                <a:latin typeface="Bahnschrift"/>
              </a:rPr>
              <a:t>sinario. </a:t>
            </a:r>
            <a:endParaRPr b="0" lang="en-IN" sz="2000" spc="-1" strike="noStrike">
              <a:latin typeface="Arial"/>
            </a:endParaRPr>
          </a:p>
        </p:txBody>
      </p:sp>
      <p:sp>
        <p:nvSpPr>
          <p:cNvPr id="444" name="PlaceHolder 3"/>
          <p:cNvSpPr>
            <a:spLocks noGrp="1"/>
          </p:cNvSpPr>
          <p:nvPr>
            <p:ph type="sldNum" idx="20"/>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40B02734-28E9-4AD5-A2B0-6C5F7BEAEBFD}"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445" name="TextBox 2"/>
          <p:cNvSpPr/>
          <p:nvPr/>
        </p:nvSpPr>
        <p:spPr>
          <a:xfrm>
            <a:off x="1098000" y="5040000"/>
            <a:ext cx="12191040" cy="1004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000" spc="-1" strike="noStrike">
                <a:solidFill>
                  <a:srgbClr val="000000"/>
                </a:solidFill>
                <a:latin typeface="Arial Black"/>
                <a:ea typeface="DejaVu Sans"/>
              </a:rPr>
              <a:t>We are Not making the Attackers least ,</a:t>
            </a:r>
            <a:endParaRPr b="0" lang="en-IN" sz="2000" spc="-1" strike="noStrike">
              <a:latin typeface="Arial"/>
            </a:endParaRPr>
          </a:p>
          <a:p>
            <a:pPr>
              <a:lnSpc>
                <a:spcPct val="100000"/>
              </a:lnSpc>
              <a:buNone/>
            </a:pPr>
            <a:r>
              <a:rPr b="0" lang="en-US" sz="2000" spc="-1" strike="noStrike">
                <a:solidFill>
                  <a:srgbClr val="000000"/>
                </a:solidFill>
                <a:latin typeface="Arial Black"/>
                <a:ea typeface="DejaVu Sans"/>
              </a:rPr>
              <a:t>             </a:t>
            </a:r>
            <a:r>
              <a:rPr b="0" lang="en-US" sz="2000" spc="-1" strike="noStrike">
                <a:solidFill>
                  <a:srgbClr val="000000"/>
                </a:solidFill>
                <a:latin typeface="Arial Black"/>
                <a:ea typeface="DejaVu Sans"/>
              </a:rPr>
              <a:t>We are making the victims to defend there self to Attackers !</a:t>
            </a:r>
            <a:endParaRPr b="0" lang="en-IN" sz="2000" spc="-1" strike="noStrike">
              <a:latin typeface="Arial"/>
            </a:endParaRPr>
          </a:p>
          <a:p>
            <a:pPr>
              <a:lnSpc>
                <a:spcPct val="100000"/>
              </a:lnSpc>
              <a:buNone/>
            </a:pPr>
            <a:endParaRPr b="0" lang="en-IN" sz="2000" spc="-1" strike="noStrike">
              <a:latin typeface="Arial"/>
            </a:endParaRPr>
          </a:p>
        </p:txBody>
      </p:sp>
    </p:spTree>
  </p:cSld>
  <mc:AlternateContent>
    <mc:Choice Requires="p14">
      <p:transition spd="slow" advTm="168000" p14:dur="2000">
        <p:fade thruBlk="true"/>
      </p:transition>
    </mc:Choice>
    <mc:Fallback>
      <p:transition spd="slow" advTm="168000">
        <p:fade thruBlk="tru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title"/>
          </p:nvPr>
        </p:nvSpPr>
        <p:spPr>
          <a:xfrm>
            <a:off x="1212840" y="1588320"/>
            <a:ext cx="3208320" cy="2860920"/>
          </a:xfrm>
          <a:prstGeom prst="rect">
            <a:avLst/>
          </a:prstGeom>
          <a:noFill/>
          <a:ln w="0">
            <a:noFill/>
          </a:ln>
        </p:spPr>
        <p:txBody>
          <a:bodyPr lIns="90000" rIns="90000" tIns="45000" bIns="45000" anchor="ctr">
            <a:noAutofit/>
          </a:bodyPr>
          <a:p>
            <a:pPr>
              <a:lnSpc>
                <a:spcPct val="100000"/>
              </a:lnSpc>
              <a:buNone/>
            </a:pPr>
            <a:r>
              <a:rPr b="0" lang="en-US" sz="6000" spc="-1" strike="noStrike">
                <a:solidFill>
                  <a:srgbClr val="000000"/>
                </a:solidFill>
                <a:latin typeface="Century Gothic"/>
              </a:rPr>
              <a:t>SOCIAL</a:t>
            </a:r>
            <a:endParaRPr b="0" lang="en-IN" sz="6000" spc="-1" strike="noStrike">
              <a:latin typeface="Arial"/>
            </a:endParaRPr>
          </a:p>
        </p:txBody>
      </p:sp>
      <p:pic>
        <p:nvPicPr>
          <p:cNvPr id="447" name="Picture Placeholder 81" descr="blueprint icon"/>
          <p:cNvPicPr/>
          <p:nvPr/>
        </p:nvPicPr>
        <p:blipFill>
          <a:blip r:embed="rId1"/>
          <a:stretch/>
        </p:blipFill>
        <p:spPr>
          <a:xfrm>
            <a:off x="4455360" y="468000"/>
            <a:ext cx="639000" cy="639000"/>
          </a:xfrm>
          <a:prstGeom prst="rect">
            <a:avLst/>
          </a:prstGeom>
          <a:ln w="0">
            <a:noFill/>
          </a:ln>
        </p:spPr>
      </p:pic>
      <p:sp>
        <p:nvSpPr>
          <p:cNvPr id="448" name="PlaceHolder 2"/>
          <p:cNvSpPr>
            <a:spLocks noGrp="1"/>
          </p:cNvSpPr>
          <p:nvPr>
            <p:ph/>
          </p:nvPr>
        </p:nvSpPr>
        <p:spPr>
          <a:xfrm>
            <a:off x="5769720" y="457200"/>
            <a:ext cx="3839400" cy="3373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2000" spc="-1" strike="noStrike">
                <a:solidFill>
                  <a:srgbClr val="000000"/>
                </a:solidFill>
                <a:latin typeface="Century Gothic"/>
              </a:rPr>
              <a:t>Social</a:t>
            </a:r>
            <a:endParaRPr b="0" lang="en-IN" sz="2000" spc="-1" strike="noStrike">
              <a:latin typeface="Arial"/>
            </a:endParaRPr>
          </a:p>
        </p:txBody>
      </p:sp>
      <p:sp>
        <p:nvSpPr>
          <p:cNvPr id="449" name="PlaceHolder 3"/>
          <p:cNvSpPr>
            <a:spLocks noGrp="1"/>
          </p:cNvSpPr>
          <p:nvPr>
            <p:ph/>
          </p:nvPr>
        </p:nvSpPr>
        <p:spPr>
          <a:xfrm>
            <a:off x="5769720" y="780480"/>
            <a:ext cx="5028120" cy="337320"/>
          </a:xfrm>
          <a:prstGeom prst="rect">
            <a:avLst/>
          </a:prstGeom>
          <a:noFill/>
          <a:ln w="0">
            <a:noFill/>
          </a:ln>
        </p:spPr>
        <p:txBody>
          <a:bodyPr lIns="90000" rIns="90000" tIns="45000" bIns="45000" anchor="t">
            <a:noAutofit/>
          </a:bodyPr>
          <a:p>
            <a:endParaRPr b="0" lang="en-IN" sz="3200" spc="-1" strike="noStrike">
              <a:latin typeface="Arial"/>
            </a:endParaRPr>
          </a:p>
        </p:txBody>
      </p:sp>
      <p:pic>
        <p:nvPicPr>
          <p:cNvPr id="450" name="Picture Placeholder 83" descr="easel icon"/>
          <p:cNvPicPr/>
          <p:nvPr/>
        </p:nvPicPr>
        <p:blipFill>
          <a:blip r:embed="rId2"/>
          <a:stretch/>
        </p:blipFill>
        <p:spPr>
          <a:xfrm>
            <a:off x="4455360" y="1744560"/>
            <a:ext cx="639000" cy="639000"/>
          </a:xfrm>
          <a:prstGeom prst="rect">
            <a:avLst/>
          </a:prstGeom>
          <a:ln w="0">
            <a:noFill/>
          </a:ln>
        </p:spPr>
      </p:pic>
      <p:sp>
        <p:nvSpPr>
          <p:cNvPr id="451" name="PlaceHolder 4"/>
          <p:cNvSpPr>
            <a:spLocks noGrp="1"/>
          </p:cNvSpPr>
          <p:nvPr>
            <p:ph/>
          </p:nvPr>
        </p:nvSpPr>
        <p:spPr>
          <a:xfrm>
            <a:off x="5580000" y="1462320"/>
            <a:ext cx="3839400" cy="3373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2000" spc="-1" strike="noStrike">
                <a:solidFill>
                  <a:srgbClr val="000000"/>
                </a:solidFill>
                <a:latin typeface="Century Gothic"/>
              </a:rPr>
              <a:t>Benefiters</a:t>
            </a:r>
            <a:endParaRPr b="0" lang="en-IN" sz="2000" spc="-1" strike="noStrike">
              <a:latin typeface="Arial"/>
            </a:endParaRPr>
          </a:p>
        </p:txBody>
      </p:sp>
      <p:sp>
        <p:nvSpPr>
          <p:cNvPr id="452" name="PlaceHolder 5"/>
          <p:cNvSpPr>
            <a:spLocks noGrp="1"/>
          </p:cNvSpPr>
          <p:nvPr>
            <p:ph/>
          </p:nvPr>
        </p:nvSpPr>
        <p:spPr>
          <a:xfrm>
            <a:off x="5580000" y="1963800"/>
            <a:ext cx="6307200" cy="5558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1600" spc="-1" strike="noStrike">
                <a:solidFill>
                  <a:srgbClr val="000000"/>
                </a:solidFill>
                <a:latin typeface="Univers Condensed Light"/>
              </a:rPr>
              <a:t>People across kerala who are using </a:t>
            </a:r>
            <a:r>
              <a:rPr b="0" lang="en-US" sz="1600" spc="-1" strike="noStrike">
                <a:solidFill>
                  <a:srgbClr val="000000"/>
                </a:solidFill>
                <a:latin typeface="Univers Condensed Light"/>
              </a:rPr>
              <a:t>internet, Also IT experts for job </a:t>
            </a:r>
            <a:r>
              <a:rPr b="0" lang="en-US" sz="1600" spc="-1" strike="noStrike">
                <a:solidFill>
                  <a:srgbClr val="000000"/>
                </a:solidFill>
                <a:latin typeface="Univers Condensed Light"/>
              </a:rPr>
              <a:t>opportunity  </a:t>
            </a:r>
            <a:endParaRPr b="0" lang="en-IN" sz="1600" spc="-1" strike="noStrike">
              <a:latin typeface="Arial"/>
            </a:endParaRPr>
          </a:p>
        </p:txBody>
      </p:sp>
      <p:pic>
        <p:nvPicPr>
          <p:cNvPr id="453" name="Picture Placeholder 85" descr="ruler icon"/>
          <p:cNvPicPr/>
          <p:nvPr/>
        </p:nvPicPr>
        <p:blipFill>
          <a:blip r:embed="rId3"/>
          <a:stretch/>
        </p:blipFill>
        <p:spPr>
          <a:xfrm>
            <a:off x="4422240" y="4385160"/>
            <a:ext cx="639000" cy="639000"/>
          </a:xfrm>
          <a:prstGeom prst="rect">
            <a:avLst/>
          </a:prstGeom>
          <a:ln w="0">
            <a:noFill/>
          </a:ln>
        </p:spPr>
      </p:pic>
      <p:sp>
        <p:nvSpPr>
          <p:cNvPr id="454" name="PlaceHolder 6"/>
          <p:cNvSpPr>
            <a:spLocks noGrp="1"/>
          </p:cNvSpPr>
          <p:nvPr>
            <p:ph/>
          </p:nvPr>
        </p:nvSpPr>
        <p:spPr>
          <a:xfrm>
            <a:off x="5700240" y="2869200"/>
            <a:ext cx="3839400" cy="5504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2000" spc="-1" strike="noStrike">
                <a:solidFill>
                  <a:srgbClr val="000000"/>
                </a:solidFill>
                <a:latin typeface="Century Gothic"/>
              </a:rPr>
              <a:t>Unique</a:t>
            </a:r>
            <a:endParaRPr b="0" lang="en-IN" sz="2000" spc="-1" strike="noStrike">
              <a:latin typeface="Arial"/>
            </a:endParaRPr>
          </a:p>
        </p:txBody>
      </p:sp>
      <p:sp>
        <p:nvSpPr>
          <p:cNvPr id="455" name="PlaceHolder 7"/>
          <p:cNvSpPr>
            <a:spLocks noGrp="1"/>
          </p:cNvSpPr>
          <p:nvPr>
            <p:ph/>
          </p:nvPr>
        </p:nvSpPr>
        <p:spPr>
          <a:xfrm>
            <a:off x="5493600" y="3194640"/>
            <a:ext cx="6307200" cy="106776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1050" spc="-1" strike="noStrike">
                <a:solidFill>
                  <a:srgbClr val="000000"/>
                </a:solidFill>
                <a:latin typeface="Univers Condensed Light"/>
              </a:rPr>
              <a:t>We are not doing that same mistake which thinks only </a:t>
            </a:r>
            <a:r>
              <a:rPr b="0" lang="en-US" sz="1050" spc="-1" strike="noStrike">
                <a:solidFill>
                  <a:srgbClr val="000000"/>
                </a:solidFill>
                <a:latin typeface="Univers Condensed Light"/>
              </a:rPr>
              <a:t>about awareness. We are giving real world tools </a:t>
            </a:r>
            <a:r>
              <a:rPr b="0" lang="en-US" sz="1050" spc="-1" strike="noStrike">
                <a:solidFill>
                  <a:srgbClr val="000000"/>
                </a:solidFill>
                <a:latin typeface="Univers Condensed Light"/>
              </a:rPr>
              <a:t>designed and crafted for common people but with </a:t>
            </a:r>
            <a:r>
              <a:rPr b="0" lang="en-US" sz="1050" spc="-1" strike="noStrike">
                <a:solidFill>
                  <a:srgbClr val="000000"/>
                </a:solidFill>
                <a:latin typeface="Univers Condensed Light"/>
              </a:rPr>
              <a:t>also awareness. Our tools can be used by the </a:t>
            </a:r>
            <a:r>
              <a:rPr b="0" lang="en-US" sz="1050" spc="-1" strike="noStrike">
                <a:solidFill>
                  <a:srgbClr val="000000"/>
                </a:solidFill>
                <a:latin typeface="Univers Condensed Light"/>
              </a:rPr>
              <a:t>common people them self and find what to do and </a:t>
            </a:r>
            <a:r>
              <a:rPr b="0" lang="en-US" sz="1050" spc="-1" strike="noStrike">
                <a:solidFill>
                  <a:srgbClr val="000000"/>
                </a:solidFill>
                <a:latin typeface="Univers Condensed Light"/>
              </a:rPr>
              <a:t>what is happening without help of no one and time </a:t>
            </a:r>
            <a:r>
              <a:rPr b="0" lang="en-US" sz="1050" spc="-1" strike="noStrike">
                <a:solidFill>
                  <a:srgbClr val="000000"/>
                </a:solidFill>
                <a:latin typeface="Univers Condensed Light"/>
              </a:rPr>
              <a:t>delay 100% proven way</a:t>
            </a:r>
            <a:endParaRPr b="0" lang="en-IN" sz="1050" spc="-1" strike="noStrike">
              <a:latin typeface="Arial"/>
            </a:endParaRPr>
          </a:p>
        </p:txBody>
      </p:sp>
      <p:pic>
        <p:nvPicPr>
          <p:cNvPr id="456" name="Picture Placeholder 87" descr="strategy icon"/>
          <p:cNvPicPr/>
          <p:nvPr/>
        </p:nvPicPr>
        <p:blipFill>
          <a:blip r:embed="rId4"/>
          <a:srcRect l="0" t="450" r="0" b="450"/>
          <a:stretch/>
        </p:blipFill>
        <p:spPr>
          <a:xfrm>
            <a:off x="4455360" y="3108960"/>
            <a:ext cx="639000" cy="639000"/>
          </a:xfrm>
          <a:prstGeom prst="rect">
            <a:avLst/>
          </a:prstGeom>
          <a:ln w="0">
            <a:noFill/>
          </a:ln>
        </p:spPr>
      </p:pic>
      <p:sp>
        <p:nvSpPr>
          <p:cNvPr id="457" name="PlaceHolder 8"/>
          <p:cNvSpPr>
            <a:spLocks noGrp="1"/>
          </p:cNvSpPr>
          <p:nvPr>
            <p:ph/>
          </p:nvPr>
        </p:nvSpPr>
        <p:spPr>
          <a:xfrm>
            <a:off x="5769720" y="4012200"/>
            <a:ext cx="4913640" cy="5558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2000" spc="-1" strike="noStrike">
                <a:solidFill>
                  <a:srgbClr val="000000"/>
                </a:solidFill>
                <a:latin typeface="Century Gothic"/>
              </a:rPr>
              <a:t>Anyone proposed same Solution</a:t>
            </a:r>
            <a:endParaRPr b="0" lang="en-IN" sz="2000" spc="-1" strike="noStrike">
              <a:latin typeface="Arial"/>
            </a:endParaRPr>
          </a:p>
        </p:txBody>
      </p:sp>
      <p:sp>
        <p:nvSpPr>
          <p:cNvPr id="458" name="PlaceHolder 9"/>
          <p:cNvSpPr>
            <a:spLocks noGrp="1"/>
          </p:cNvSpPr>
          <p:nvPr>
            <p:ph/>
          </p:nvPr>
        </p:nvSpPr>
        <p:spPr>
          <a:xfrm>
            <a:off x="5601600" y="4344480"/>
            <a:ext cx="6307200" cy="69516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1300" spc="-1" strike="noStrike">
                <a:solidFill>
                  <a:srgbClr val="000000"/>
                </a:solidFill>
                <a:latin typeface="Univers Condensed Light"/>
              </a:rPr>
              <a:t>In the internet third party tools are available </a:t>
            </a:r>
            <a:r>
              <a:rPr b="0" lang="en-US" sz="1300" spc="-1" strike="noStrike">
                <a:solidFill>
                  <a:srgbClr val="000000"/>
                </a:solidFill>
                <a:latin typeface="Univers Condensed Light"/>
              </a:rPr>
              <a:t>but that is uses complex language hard to </a:t>
            </a:r>
            <a:r>
              <a:rPr b="0" lang="en-US" sz="1300" spc="-1" strike="noStrike">
                <a:solidFill>
                  <a:srgbClr val="000000"/>
                </a:solidFill>
                <a:latin typeface="Univers Condensed Light"/>
              </a:rPr>
              <a:t>understand even It professional ,Most of </a:t>
            </a:r>
            <a:r>
              <a:rPr b="0" lang="en-US" sz="1300" spc="-1" strike="noStrike">
                <a:solidFill>
                  <a:srgbClr val="000000"/>
                </a:solidFill>
                <a:latin typeface="Univers Condensed Light"/>
              </a:rPr>
              <a:t>them are fake , Every tools are  on another </a:t>
            </a:r>
            <a:r>
              <a:rPr b="0" lang="en-US" sz="1300" spc="-1" strike="noStrike">
                <a:solidFill>
                  <a:srgbClr val="000000"/>
                </a:solidFill>
                <a:latin typeface="Univers Condensed Light"/>
              </a:rPr>
              <a:t>and another platforms so hard to reach and </a:t>
            </a:r>
            <a:r>
              <a:rPr b="0" lang="en-US" sz="1300" spc="-1" strike="noStrike">
                <a:solidFill>
                  <a:srgbClr val="000000"/>
                </a:solidFill>
                <a:latin typeface="Univers Condensed Light"/>
              </a:rPr>
              <a:t>know but we created every thing in one </a:t>
            </a:r>
            <a:r>
              <a:rPr b="0" lang="en-US" sz="1300" spc="-1" strike="noStrike">
                <a:solidFill>
                  <a:srgbClr val="000000"/>
                </a:solidFill>
                <a:latin typeface="Univers Condensed Light"/>
              </a:rPr>
              <a:t>place</a:t>
            </a:r>
            <a:endParaRPr b="0" lang="en-IN" sz="1300" spc="-1" strike="noStrike">
              <a:latin typeface="Arial"/>
            </a:endParaRPr>
          </a:p>
          <a:p>
            <a:pPr>
              <a:lnSpc>
                <a:spcPct val="90000"/>
              </a:lnSpc>
              <a:spcBef>
                <a:spcPts val="1001"/>
              </a:spcBef>
              <a:buNone/>
              <a:tabLst>
                <a:tab algn="l" pos="0"/>
              </a:tabLst>
            </a:pPr>
            <a:endParaRPr b="0" lang="en-IN" sz="1300" spc="-1" strike="noStrike">
              <a:latin typeface="Arial"/>
            </a:endParaRPr>
          </a:p>
        </p:txBody>
      </p:sp>
      <p:pic>
        <p:nvPicPr>
          <p:cNvPr id="459" name="Picture Placeholder 89" descr="airplane icon"/>
          <p:cNvPicPr/>
          <p:nvPr/>
        </p:nvPicPr>
        <p:blipFill>
          <a:blip r:embed="rId5"/>
          <a:stretch/>
        </p:blipFill>
        <p:spPr>
          <a:xfrm>
            <a:off x="4455360" y="5675400"/>
            <a:ext cx="639000" cy="639000"/>
          </a:xfrm>
          <a:prstGeom prst="rect">
            <a:avLst/>
          </a:prstGeom>
          <a:ln w="0">
            <a:noFill/>
          </a:ln>
        </p:spPr>
      </p:pic>
      <p:sp>
        <p:nvSpPr>
          <p:cNvPr id="460" name="PlaceHolder 10"/>
          <p:cNvSpPr>
            <a:spLocks noGrp="1"/>
          </p:cNvSpPr>
          <p:nvPr>
            <p:ph/>
          </p:nvPr>
        </p:nvSpPr>
        <p:spPr>
          <a:xfrm>
            <a:off x="5769720" y="5396040"/>
            <a:ext cx="3839400" cy="5558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2000" spc="-1" strike="noStrike">
                <a:solidFill>
                  <a:srgbClr val="000000"/>
                </a:solidFill>
                <a:latin typeface="Century Gothic"/>
              </a:rPr>
              <a:t>Is we implimented</a:t>
            </a:r>
            <a:endParaRPr b="0" lang="en-IN" sz="2000" spc="-1" strike="noStrike">
              <a:latin typeface="Arial"/>
            </a:endParaRPr>
          </a:p>
        </p:txBody>
      </p:sp>
      <p:sp>
        <p:nvSpPr>
          <p:cNvPr id="461" name="PlaceHolder 11"/>
          <p:cNvSpPr>
            <a:spLocks noGrp="1"/>
          </p:cNvSpPr>
          <p:nvPr>
            <p:ph/>
          </p:nvPr>
        </p:nvSpPr>
        <p:spPr>
          <a:xfrm>
            <a:off x="5605920" y="5675400"/>
            <a:ext cx="5659200" cy="5558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1600" spc="-1" strike="noStrike">
                <a:solidFill>
                  <a:srgbClr val="000000"/>
                </a:solidFill>
                <a:latin typeface="Univers Condensed Light"/>
              </a:rPr>
              <a:t>We are implemented free version. In </a:t>
            </a:r>
            <a:r>
              <a:rPr b="0" lang="en-US" sz="1600" spc="-1" strike="noStrike" u="sng">
                <a:solidFill>
                  <a:srgbClr val="828683"/>
                </a:solidFill>
                <a:uFillTx/>
                <a:latin typeface="Univers Condensed Light"/>
                <a:hlinkClick r:id="rId6"/>
              </a:rPr>
              <a:t>https://kavalkaran.github.io/redict</a:t>
            </a:r>
            <a:endParaRPr b="0" lang="en-IN" sz="1600" spc="-1" strike="noStrike">
              <a:latin typeface="Arial"/>
            </a:endParaRPr>
          </a:p>
          <a:p>
            <a:pPr>
              <a:lnSpc>
                <a:spcPct val="90000"/>
              </a:lnSpc>
              <a:spcBef>
                <a:spcPts val="1001"/>
              </a:spcBef>
              <a:buNone/>
              <a:tabLst>
                <a:tab algn="l" pos="0"/>
              </a:tabLst>
            </a:pPr>
            <a:r>
              <a:rPr b="0" lang="en-US" sz="1600" spc="-1" strike="noStrike">
                <a:solidFill>
                  <a:srgbClr val="000000"/>
                </a:solidFill>
                <a:latin typeface="Univers Condensed Light"/>
              </a:rPr>
              <a:t>Public opensource code in Github</a:t>
            </a:r>
            <a:endParaRPr b="0" lang="en-IN" sz="1600" spc="-1" strike="noStrike">
              <a:latin typeface="Arial"/>
            </a:endParaRPr>
          </a:p>
        </p:txBody>
      </p:sp>
    </p:spTree>
  </p:cSld>
  <mc:AlternateContent>
    <mc:Choice Requires="p14">
      <p:transition spd="slow" advTm="138000" p14:dur="2000">
        <p:random/>
      </p:transition>
    </mc:Choice>
    <mc:Fallback>
      <p:transition spd="slow" advTm="138000">
        <p:random/>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sldNum" idx="21"/>
          </p:nvPr>
        </p:nvSpPr>
        <p:spPr>
          <a:xfrm>
            <a:off x="807300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2665333F-4B12-4604-87AD-C0E09FAFA1D0}"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463" name="TextBox 5"/>
          <p:cNvSpPr/>
          <p:nvPr/>
        </p:nvSpPr>
        <p:spPr>
          <a:xfrm>
            <a:off x="5220000" y="132120"/>
            <a:ext cx="4951440" cy="699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IN" sz="4000" spc="-1" strike="noStrike">
                <a:solidFill>
                  <a:srgbClr val="000000"/>
                </a:solidFill>
                <a:latin typeface="MV Boli"/>
                <a:ea typeface="DejaVu Sans"/>
              </a:rPr>
              <a:t>PROJECT STATUS</a:t>
            </a:r>
            <a:endParaRPr b="0" lang="en-IN" sz="4000" spc="-1" strike="noStrike">
              <a:latin typeface="Arial"/>
            </a:endParaRPr>
          </a:p>
        </p:txBody>
      </p:sp>
      <p:sp>
        <p:nvSpPr>
          <p:cNvPr id="464" name="TextBox 6"/>
          <p:cNvSpPr/>
          <p:nvPr/>
        </p:nvSpPr>
        <p:spPr>
          <a:xfrm>
            <a:off x="5409000" y="1490040"/>
            <a:ext cx="5693400" cy="1918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IN" sz="2400" spc="-1" strike="noStrike">
                <a:solidFill>
                  <a:srgbClr val="000000"/>
                </a:solidFill>
                <a:latin typeface="MV Boli"/>
                <a:ea typeface="DejaVu Sans"/>
              </a:rPr>
              <a:t>Now the free version with all the</a:t>
            </a:r>
            <a:endParaRPr b="0" lang="en-IN" sz="2400" spc="-1" strike="noStrike">
              <a:latin typeface="Arial"/>
            </a:endParaRPr>
          </a:p>
          <a:p>
            <a:pPr>
              <a:lnSpc>
                <a:spcPct val="100000"/>
              </a:lnSpc>
              <a:buNone/>
            </a:pPr>
            <a:r>
              <a:rPr b="0" lang="en-IN" sz="2400" spc="-1" strike="noStrike">
                <a:solidFill>
                  <a:srgbClr val="000000"/>
                </a:solidFill>
                <a:latin typeface="MV Boli"/>
                <a:ea typeface="DejaVu Sans"/>
              </a:rPr>
              <a:t> </a:t>
            </a:r>
            <a:r>
              <a:rPr b="0" lang="en-IN" sz="2400" spc="-1" strike="noStrike">
                <a:solidFill>
                  <a:srgbClr val="000000"/>
                </a:solidFill>
                <a:latin typeface="MV Boli"/>
                <a:ea typeface="DejaVu Sans"/>
              </a:rPr>
              <a:t>features is available but we </a:t>
            </a:r>
            <a:endParaRPr b="0" lang="en-IN" sz="2400" spc="-1" strike="noStrike">
              <a:latin typeface="Arial"/>
            </a:endParaRPr>
          </a:p>
          <a:p>
            <a:pPr>
              <a:lnSpc>
                <a:spcPct val="100000"/>
              </a:lnSpc>
              <a:buNone/>
            </a:pPr>
            <a:r>
              <a:rPr b="0" lang="en-IN" sz="2400" spc="-1" strike="noStrike">
                <a:solidFill>
                  <a:srgbClr val="000000"/>
                </a:solidFill>
                <a:latin typeface="MV Boli"/>
                <a:ea typeface="DejaVu Sans"/>
              </a:rPr>
              <a:t>are not ready stop the development</a:t>
            </a:r>
            <a:endParaRPr b="0" lang="en-IN" sz="2400" spc="-1" strike="noStrike">
              <a:latin typeface="Arial"/>
            </a:endParaRPr>
          </a:p>
          <a:p>
            <a:pPr>
              <a:lnSpc>
                <a:spcPct val="100000"/>
              </a:lnSpc>
              <a:buNone/>
            </a:pPr>
            <a:r>
              <a:rPr b="0" lang="en-IN" sz="2400" spc="-1" strike="noStrike">
                <a:solidFill>
                  <a:srgbClr val="000000"/>
                </a:solidFill>
                <a:latin typeface="MV Boli"/>
                <a:ea typeface="DejaVu Sans"/>
              </a:rPr>
              <a:t>the paid version is coming and</a:t>
            </a:r>
            <a:endParaRPr b="0" lang="en-IN" sz="2400" spc="-1" strike="noStrike">
              <a:latin typeface="Arial"/>
            </a:endParaRPr>
          </a:p>
          <a:p>
            <a:pPr>
              <a:lnSpc>
                <a:spcPct val="100000"/>
              </a:lnSpc>
              <a:buNone/>
            </a:pPr>
            <a:r>
              <a:rPr b="0" lang="en-IN" sz="2400" spc="-1" strike="noStrike">
                <a:solidFill>
                  <a:srgbClr val="000000"/>
                </a:solidFill>
                <a:latin typeface="MV Boli"/>
                <a:ea typeface="DejaVu Sans"/>
              </a:rPr>
              <a:t> </a:t>
            </a:r>
            <a:r>
              <a:rPr b="0" lang="en-IN" sz="2400" spc="-1" strike="noStrike">
                <a:solidFill>
                  <a:srgbClr val="000000"/>
                </a:solidFill>
                <a:latin typeface="MV Boli"/>
                <a:ea typeface="DejaVu Sans"/>
              </a:rPr>
              <a:t>capable to launch In 1 or 2 months</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title"/>
          </p:nvPr>
        </p:nvSpPr>
        <p:spPr>
          <a:xfrm>
            <a:off x="89280" y="347760"/>
            <a:ext cx="4262760" cy="5724000"/>
          </a:xfrm>
          <a:prstGeom prst="rect">
            <a:avLst/>
          </a:prstGeom>
          <a:noFill/>
          <a:ln w="0">
            <a:noFill/>
          </a:ln>
        </p:spPr>
        <p:txBody>
          <a:bodyPr lIns="90000" rIns="90000" tIns="45000" bIns="45000" anchor="ctr">
            <a:noAutofit/>
          </a:bodyPr>
          <a:p>
            <a:pPr>
              <a:lnSpc>
                <a:spcPct val="100000"/>
              </a:lnSpc>
              <a:buNone/>
            </a:pPr>
            <a:r>
              <a:rPr b="1" lang="en-US" sz="6000" spc="-1" strike="noStrike">
                <a:solidFill>
                  <a:srgbClr val="011993"/>
                </a:solidFill>
                <a:latin typeface="Monotype Corsiva"/>
                <a:ea typeface="Belleza"/>
              </a:rPr>
              <a:t>Voice of Stakeholder </a:t>
            </a:r>
            <a:r>
              <a:rPr b="1" lang="en-US" sz="6000" spc="-1" strike="noStrike">
                <a:solidFill>
                  <a:srgbClr val="011993"/>
                </a:solidFill>
                <a:latin typeface="Monotype Corsiva"/>
                <a:ea typeface="MS UI Gothic"/>
              </a:rPr>
              <a:t>Survey</a:t>
            </a:r>
            <a:r>
              <a:rPr b="1" lang="en-US" sz="6000" spc="-1" strike="noStrike">
                <a:solidFill>
                  <a:srgbClr val="011993"/>
                </a:solidFill>
                <a:latin typeface="Monotype Corsiva"/>
                <a:ea typeface="Belleza"/>
              </a:rPr>
              <a:t> </a:t>
            </a:r>
            <a:endParaRPr b="0" lang="en-IN" sz="6000" spc="-1" strike="noStrike">
              <a:latin typeface="Arial"/>
            </a:endParaRPr>
          </a:p>
        </p:txBody>
      </p:sp>
      <p:pic>
        <p:nvPicPr>
          <p:cNvPr id="466" name="Picture Placeholder 81" descr="blueprint icon"/>
          <p:cNvPicPr/>
          <p:nvPr/>
        </p:nvPicPr>
        <p:blipFill>
          <a:blip r:embed="rId1"/>
          <a:stretch/>
        </p:blipFill>
        <p:spPr>
          <a:xfrm>
            <a:off x="4420440" y="1685520"/>
            <a:ext cx="639000" cy="639000"/>
          </a:xfrm>
          <a:prstGeom prst="rect">
            <a:avLst/>
          </a:prstGeom>
          <a:ln w="0">
            <a:noFill/>
          </a:ln>
        </p:spPr>
      </p:pic>
      <p:sp>
        <p:nvSpPr>
          <p:cNvPr id="467" name="PlaceHolder 2"/>
          <p:cNvSpPr>
            <a:spLocks noGrp="1"/>
          </p:cNvSpPr>
          <p:nvPr>
            <p:ph/>
          </p:nvPr>
        </p:nvSpPr>
        <p:spPr>
          <a:xfrm>
            <a:off x="5769720" y="457200"/>
            <a:ext cx="3839400" cy="3373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2000" spc="-1" strike="noStrike">
                <a:solidFill>
                  <a:srgbClr val="000000"/>
                </a:solidFill>
                <a:latin typeface="Century Gothic"/>
              </a:rPr>
              <a:t>Stakeholder</a:t>
            </a:r>
            <a:endParaRPr b="0" lang="en-IN" sz="2000" spc="-1" strike="noStrike">
              <a:latin typeface="Arial"/>
            </a:endParaRPr>
          </a:p>
        </p:txBody>
      </p:sp>
      <p:sp>
        <p:nvSpPr>
          <p:cNvPr id="468" name="PlaceHolder 3"/>
          <p:cNvSpPr>
            <a:spLocks noGrp="1"/>
          </p:cNvSpPr>
          <p:nvPr>
            <p:ph/>
          </p:nvPr>
        </p:nvSpPr>
        <p:spPr>
          <a:xfrm>
            <a:off x="5769720" y="780480"/>
            <a:ext cx="5028120" cy="3373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1600" spc="-1" strike="noStrike">
                <a:solidFill>
                  <a:srgbClr val="000000"/>
                </a:solidFill>
                <a:latin typeface="Univers Condensed Light"/>
              </a:rPr>
              <a:t>Common people In kerala , IT experts , </a:t>
            </a:r>
            <a:endParaRPr b="0" lang="en-IN" sz="1600" spc="-1" strike="noStrike">
              <a:latin typeface="Arial"/>
            </a:endParaRPr>
          </a:p>
        </p:txBody>
      </p:sp>
      <p:pic>
        <p:nvPicPr>
          <p:cNvPr id="469" name="Picture Placeholder 83" descr="easel icon"/>
          <p:cNvPicPr/>
          <p:nvPr/>
        </p:nvPicPr>
        <p:blipFill>
          <a:blip r:embed="rId2"/>
          <a:stretch/>
        </p:blipFill>
        <p:spPr>
          <a:xfrm>
            <a:off x="4455360" y="454320"/>
            <a:ext cx="639000" cy="639000"/>
          </a:xfrm>
          <a:prstGeom prst="rect">
            <a:avLst/>
          </a:prstGeom>
          <a:ln w="0">
            <a:noFill/>
          </a:ln>
        </p:spPr>
      </p:pic>
      <p:sp>
        <p:nvSpPr>
          <p:cNvPr id="470" name="PlaceHolder 4"/>
          <p:cNvSpPr>
            <a:spLocks noGrp="1"/>
          </p:cNvSpPr>
          <p:nvPr>
            <p:ph/>
          </p:nvPr>
        </p:nvSpPr>
        <p:spPr>
          <a:xfrm>
            <a:off x="5769720" y="1555920"/>
            <a:ext cx="3839400" cy="52776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2000" spc="-1" strike="noStrike">
                <a:solidFill>
                  <a:srgbClr val="000000"/>
                </a:solidFill>
                <a:latin typeface="Century Gothic"/>
              </a:rPr>
              <a:t>Google form - survey</a:t>
            </a:r>
            <a:endParaRPr b="0" lang="en-IN" sz="2000" spc="-1" strike="noStrike">
              <a:latin typeface="Arial"/>
            </a:endParaRPr>
          </a:p>
        </p:txBody>
      </p:sp>
      <p:sp>
        <p:nvSpPr>
          <p:cNvPr id="471" name="PlaceHolder 5"/>
          <p:cNvSpPr>
            <a:spLocks noGrp="1"/>
          </p:cNvSpPr>
          <p:nvPr>
            <p:ph/>
          </p:nvPr>
        </p:nvSpPr>
        <p:spPr>
          <a:xfrm>
            <a:off x="5769720" y="1879200"/>
            <a:ext cx="5659200" cy="52776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1600" spc="-1" strike="noStrike">
                <a:solidFill>
                  <a:srgbClr val="000000"/>
                </a:solidFill>
                <a:latin typeface="Univers Condensed Light"/>
              </a:rPr>
              <a:t>We are conducted a google form survey after launching the free version in internet (Document )</a:t>
            </a:r>
            <a:endParaRPr b="0" lang="en-IN" sz="1600" spc="-1" strike="noStrike">
              <a:latin typeface="Arial"/>
            </a:endParaRPr>
          </a:p>
        </p:txBody>
      </p:sp>
      <p:pic>
        <p:nvPicPr>
          <p:cNvPr id="472" name="Picture Placeholder 85" descr="ruler icon"/>
          <p:cNvPicPr/>
          <p:nvPr/>
        </p:nvPicPr>
        <p:blipFill>
          <a:blip r:embed="rId3"/>
          <a:stretch/>
        </p:blipFill>
        <p:spPr>
          <a:xfrm>
            <a:off x="4455360" y="3034080"/>
            <a:ext cx="639000" cy="639000"/>
          </a:xfrm>
          <a:prstGeom prst="rect">
            <a:avLst/>
          </a:prstGeom>
          <a:ln w="0">
            <a:noFill/>
          </a:ln>
        </p:spPr>
      </p:pic>
      <p:sp>
        <p:nvSpPr>
          <p:cNvPr id="473" name="PlaceHolder 6"/>
          <p:cNvSpPr>
            <a:spLocks noGrp="1"/>
          </p:cNvSpPr>
          <p:nvPr>
            <p:ph/>
          </p:nvPr>
        </p:nvSpPr>
        <p:spPr>
          <a:xfrm>
            <a:off x="4800240" y="2880000"/>
            <a:ext cx="3839400" cy="7196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2000" spc="-1" strike="noStrike">
                <a:solidFill>
                  <a:srgbClr val="000000"/>
                </a:solidFill>
                <a:latin typeface="Century Gothic"/>
              </a:rPr>
              <a:t>	</a:t>
            </a:r>
            <a:r>
              <a:rPr b="0" lang="en-US" sz="2000" spc="-1" strike="noStrike">
                <a:solidFill>
                  <a:srgbClr val="000000"/>
                </a:solidFill>
                <a:latin typeface="Century Gothic"/>
              </a:rPr>
              <a:t>Expert feedbacks</a:t>
            </a:r>
            <a:endParaRPr b="0" lang="en-IN" sz="2000" spc="-1" strike="noStrike">
              <a:latin typeface="Arial"/>
            </a:endParaRPr>
          </a:p>
        </p:txBody>
      </p:sp>
      <p:sp>
        <p:nvSpPr>
          <p:cNvPr id="474" name="PlaceHolder 7"/>
          <p:cNvSpPr>
            <a:spLocks noGrp="1"/>
          </p:cNvSpPr>
          <p:nvPr>
            <p:ph/>
          </p:nvPr>
        </p:nvSpPr>
        <p:spPr>
          <a:xfrm>
            <a:off x="5940000" y="3190680"/>
            <a:ext cx="5759640" cy="76896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1100" spc="-1" strike="noStrike">
                <a:solidFill>
                  <a:srgbClr val="000000"/>
                </a:solidFill>
                <a:latin typeface="Univers Condensed Light"/>
              </a:rPr>
              <a:t>We collected feedback from an Ethical Hacker about this idea – Name can’t be </a:t>
            </a:r>
            <a:r>
              <a:rPr b="0" lang="en-IN" sz="1100" spc="-1" strike="noStrike">
                <a:solidFill>
                  <a:srgbClr val="000000"/>
                </a:solidFill>
                <a:latin typeface="Univers Condensed Light"/>
              </a:rPr>
              <a:t>revealable. He says the translation is needed for Non-kerala users and Tech experts. (We will definitally do that)</a:t>
            </a:r>
            <a:endParaRPr b="0" lang="en-IN" sz="1100" spc="-1" strike="noStrike">
              <a:latin typeface="Arial"/>
            </a:endParaRPr>
          </a:p>
        </p:txBody>
      </p:sp>
      <p:pic>
        <p:nvPicPr>
          <p:cNvPr id="475" name="Picture Placeholder 87" descr="strategy icon"/>
          <p:cNvPicPr/>
          <p:nvPr/>
        </p:nvPicPr>
        <p:blipFill>
          <a:blip r:embed="rId4"/>
          <a:srcRect l="0" t="450" r="0" b="450"/>
          <a:stretch/>
        </p:blipFill>
        <p:spPr>
          <a:xfrm>
            <a:off x="4455360" y="4318200"/>
            <a:ext cx="639000" cy="639000"/>
          </a:xfrm>
          <a:prstGeom prst="rect">
            <a:avLst/>
          </a:prstGeom>
          <a:ln w="0">
            <a:noFill/>
          </a:ln>
        </p:spPr>
      </p:pic>
      <p:pic>
        <p:nvPicPr>
          <p:cNvPr id="476" name="Picture Placeholder 89" descr="airplane icon"/>
          <p:cNvPicPr/>
          <p:nvPr/>
        </p:nvPicPr>
        <p:blipFill>
          <a:blip r:embed="rId5"/>
          <a:stretch/>
        </p:blipFill>
        <p:spPr>
          <a:xfrm>
            <a:off x="4455360" y="5675400"/>
            <a:ext cx="639000" cy="639000"/>
          </a:xfrm>
          <a:prstGeom prst="rect">
            <a:avLst/>
          </a:prstGeom>
          <a:ln w="0">
            <a:noFill/>
          </a:ln>
        </p:spPr>
      </p:pic>
    </p:spTree>
  </p:cSld>
  <mc:AlternateContent>
    <mc:Choice Requires="p14">
      <p:transition spd="slow" advTm="75000" p14:dur="2000">
        <p14:flip dir="l"/>
      </p:transition>
    </mc:Choice>
    <mc:Fallback>
      <p:transition spd="slow" advTm="750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Num" idx="22"/>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3E11F995-4774-44E5-AB83-927A6CBB547A}"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478" name="PlaceHolder 2"/>
          <p:cNvSpPr>
            <a:spLocks noGrp="1"/>
          </p:cNvSpPr>
          <p:nvPr>
            <p:ph type="dt" idx="23"/>
          </p:nvPr>
        </p:nvSpPr>
        <p:spPr>
          <a:xfrm>
            <a:off x="10629000" y="6400800"/>
            <a:ext cx="63900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20XX</a:t>
            </a:r>
            <a:endParaRPr b="0" lang="en-IN" sz="1000" spc="-1" strike="noStrike">
              <a:latin typeface="Times New Roman"/>
            </a:endParaRPr>
          </a:p>
        </p:txBody>
      </p:sp>
      <p:pic>
        <p:nvPicPr>
          <p:cNvPr id="479" name="Picture 8" descr=""/>
          <p:cNvPicPr/>
          <p:nvPr/>
        </p:nvPicPr>
        <p:blipFill>
          <a:blip r:embed="rId1"/>
          <a:stretch/>
        </p:blipFill>
        <p:spPr>
          <a:xfrm>
            <a:off x="0" y="126360"/>
            <a:ext cx="12191040" cy="4119480"/>
          </a:xfrm>
          <a:prstGeom prst="rect">
            <a:avLst/>
          </a:prstGeom>
          <a:ln w="0">
            <a:noFill/>
          </a:ln>
        </p:spPr>
      </p:pic>
      <p:sp>
        <p:nvSpPr>
          <p:cNvPr id="480" name="TextBox 9"/>
          <p:cNvSpPr/>
          <p:nvPr/>
        </p:nvSpPr>
        <p:spPr>
          <a:xfrm>
            <a:off x="3866400" y="5068800"/>
            <a:ext cx="71344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000000"/>
                </a:solidFill>
                <a:latin typeface="Univers Condensed Light"/>
                <a:ea typeface="DejaVu Sans"/>
              </a:rPr>
              <a:t>Source : Google spread sheet + Google form</a:t>
            </a:r>
            <a:endParaRPr b="0" lang="en-IN" sz="1800" spc="-1" strike="noStrike">
              <a:latin typeface="Arial"/>
            </a:endParaRPr>
          </a:p>
        </p:txBody>
      </p:sp>
    </p:spTree>
  </p:cSld>
  <mc:AlternateContent>
    <mc:Choice Requires="p14">
      <p:transition spd="slow" advTm="134000" p14:dur="2000"/>
    </mc:Choice>
    <mc:Fallback>
      <p:transition spd="slow" advTm="134000"/>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Num" idx="24"/>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D204D651-FD93-4C25-A0FF-23B4D4E3C6E6}"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482" name="PlaceHolder 2"/>
          <p:cNvSpPr>
            <a:spLocks noGrp="1"/>
          </p:cNvSpPr>
          <p:nvPr>
            <p:ph type="ftr" idx="25"/>
          </p:nvPr>
        </p:nvSpPr>
        <p:spPr>
          <a:xfrm>
            <a:off x="5364360" y="6400800"/>
            <a:ext cx="1461960" cy="245880"/>
          </a:xfrm>
          <a:prstGeom prst="rect">
            <a:avLst/>
          </a:prstGeom>
          <a:noFill/>
          <a:ln w="0">
            <a:noFill/>
          </a:ln>
        </p:spPr>
        <p:txBody>
          <a:bodyPr lIns="0" rIns="0" tIns="45000" bIns="45000" anchor="ctr">
            <a:noAutofit/>
          </a:bodyPr>
          <a:lstStyle>
            <a:lvl1pPr>
              <a:defRPr b="0" lang="en-IN" sz="2400" spc="-1" strike="noStrike">
                <a:latin typeface="Times New Roman"/>
              </a:defRPr>
            </a:lvl1pPr>
          </a:lstStyle>
          <a:p>
            <a:endParaRPr b="0" lang="en-IN" sz="2400" spc="-1" strike="noStrike">
              <a:latin typeface="Times New Roman"/>
            </a:endParaRPr>
          </a:p>
        </p:txBody>
      </p:sp>
      <p:sp>
        <p:nvSpPr>
          <p:cNvPr id="483" name="PlaceHolder 3"/>
          <p:cNvSpPr>
            <a:spLocks noGrp="1"/>
          </p:cNvSpPr>
          <p:nvPr>
            <p:ph type="dt" idx="26"/>
          </p:nvPr>
        </p:nvSpPr>
        <p:spPr>
          <a:xfrm>
            <a:off x="10629000" y="6400800"/>
            <a:ext cx="63900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20XX</a:t>
            </a:r>
            <a:endParaRPr b="0" lang="en-IN" sz="1000" spc="-1" strike="noStrike">
              <a:latin typeface="Times New Roman"/>
            </a:endParaRPr>
          </a:p>
        </p:txBody>
      </p:sp>
      <p:sp>
        <p:nvSpPr>
          <p:cNvPr id="484" name="TextBox 4"/>
          <p:cNvSpPr/>
          <p:nvPr/>
        </p:nvSpPr>
        <p:spPr>
          <a:xfrm>
            <a:off x="4446360" y="240120"/>
            <a:ext cx="3298320" cy="699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IN" sz="4000" spc="-1" strike="noStrike">
                <a:solidFill>
                  <a:srgbClr val="000000"/>
                </a:solidFill>
                <a:latin typeface="Arial Black"/>
                <a:ea typeface="DejaVu Sans"/>
              </a:rPr>
              <a:t>Competitors</a:t>
            </a:r>
            <a:endParaRPr b="0" lang="en-IN" sz="4000" spc="-1" strike="noStrike">
              <a:latin typeface="Arial"/>
            </a:endParaRPr>
          </a:p>
        </p:txBody>
      </p:sp>
      <p:sp>
        <p:nvSpPr>
          <p:cNvPr id="485" name="TextBox 6"/>
          <p:cNvSpPr/>
          <p:nvPr/>
        </p:nvSpPr>
        <p:spPr>
          <a:xfrm>
            <a:off x="178920" y="1217880"/>
            <a:ext cx="6101640" cy="10040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2400" spc="-1" strike="noStrike" u="sng">
                <a:solidFill>
                  <a:srgbClr val="000000"/>
                </a:solidFill>
                <a:uFillTx/>
                <a:latin typeface="Univers Condensed Light"/>
                <a:ea typeface="DejaVu Sans"/>
              </a:rPr>
              <a:t>Competitors</a:t>
            </a:r>
            <a:endParaRPr b="0" lang="en-IN" sz="2400" spc="-1" strike="noStrike">
              <a:latin typeface="Arial"/>
            </a:endParaRPr>
          </a:p>
          <a:p>
            <a:pPr marL="457200" algn="ctr">
              <a:lnSpc>
                <a:spcPct val="100000"/>
              </a:lnSpc>
              <a:buNone/>
            </a:pPr>
            <a:r>
              <a:rPr b="0" lang="en-US" sz="1800" spc="-1" strike="noStrike">
                <a:solidFill>
                  <a:srgbClr val="000000"/>
                </a:solidFill>
                <a:latin typeface="Univers Condensed Light"/>
                <a:ea typeface="DejaVu Sans"/>
              </a:rPr>
              <a:t>There are now so much online tools in English but only widely used by hackers</a:t>
            </a:r>
            <a:endParaRPr b="0" lang="en-IN" sz="1800" spc="-1" strike="noStrike">
              <a:latin typeface="Arial"/>
            </a:endParaRPr>
          </a:p>
        </p:txBody>
      </p:sp>
      <p:sp>
        <p:nvSpPr>
          <p:cNvPr id="486" name="TextBox 8"/>
          <p:cNvSpPr/>
          <p:nvPr/>
        </p:nvSpPr>
        <p:spPr>
          <a:xfrm>
            <a:off x="6102720" y="1120680"/>
            <a:ext cx="6101640" cy="1827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2400" spc="-1" strike="noStrike" u="sng">
                <a:solidFill>
                  <a:srgbClr val="000000"/>
                </a:solidFill>
                <a:uFillTx/>
                <a:latin typeface="Univers Condensed Light"/>
                <a:ea typeface="DejaVu Sans"/>
              </a:rPr>
              <a:t>Differents between competitors</a:t>
            </a:r>
            <a:endParaRPr b="0" lang="en-IN" sz="2400" spc="-1" strike="noStrike">
              <a:latin typeface="Arial"/>
            </a:endParaRPr>
          </a:p>
          <a:p>
            <a:pPr marL="457200" algn="ctr">
              <a:lnSpc>
                <a:spcPct val="100000"/>
              </a:lnSpc>
              <a:buNone/>
            </a:pPr>
            <a:r>
              <a:rPr b="0" lang="en-US" sz="1800" spc="-1" strike="noStrike">
                <a:solidFill>
                  <a:srgbClr val="000000"/>
                </a:solidFill>
                <a:latin typeface="Univers Condensed Light"/>
                <a:ea typeface="DejaVu Sans"/>
              </a:rPr>
              <a:t>They are all of them In English, Most of there are using complex technical words lead to misunderstanding for common people there paid plans are too costly.</a:t>
            </a:r>
            <a:endParaRPr b="0" lang="en-IN" sz="1800" spc="-1" strike="noStrike">
              <a:latin typeface="Arial"/>
            </a:endParaRPr>
          </a:p>
          <a:p>
            <a:pPr marL="457200" algn="ctr">
              <a:lnSpc>
                <a:spcPct val="100000"/>
              </a:lnSpc>
              <a:buNone/>
            </a:pPr>
            <a:r>
              <a:rPr b="0" lang="en-US" sz="1800" spc="-1" strike="noStrike">
                <a:solidFill>
                  <a:srgbClr val="000000"/>
                </a:solidFill>
                <a:latin typeface="Univers Condensed Light"/>
                <a:ea typeface="DejaVu Sans"/>
              </a:rPr>
              <a:t>We are expecting in a low cost</a:t>
            </a:r>
            <a:endParaRPr b="0" lang="en-IN" sz="1800" spc="-1" strike="noStrike">
              <a:latin typeface="Arial"/>
            </a:endParaRPr>
          </a:p>
        </p:txBody>
      </p:sp>
      <p:sp>
        <p:nvSpPr>
          <p:cNvPr id="487" name="TextBox 10"/>
          <p:cNvSpPr/>
          <p:nvPr/>
        </p:nvSpPr>
        <p:spPr>
          <a:xfrm>
            <a:off x="0" y="3325680"/>
            <a:ext cx="6101640" cy="2649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2400" spc="-1" strike="noStrike" u="sng">
                <a:solidFill>
                  <a:srgbClr val="000000"/>
                </a:solidFill>
                <a:uFillTx/>
                <a:latin typeface="Univers Condensed Light"/>
                <a:ea typeface="DejaVu Sans"/>
              </a:rPr>
              <a:t>Niche area</a:t>
            </a:r>
            <a:endParaRPr b="0" lang="en-IN" sz="2400" spc="-1" strike="noStrike">
              <a:latin typeface="Arial"/>
            </a:endParaRPr>
          </a:p>
          <a:p>
            <a:pPr marL="457200" algn="ctr">
              <a:lnSpc>
                <a:spcPct val="100000"/>
              </a:lnSpc>
              <a:buNone/>
            </a:pPr>
            <a:r>
              <a:rPr b="0" lang="en-US" sz="1800" spc="-1" strike="noStrike">
                <a:solidFill>
                  <a:srgbClr val="000000"/>
                </a:solidFill>
                <a:latin typeface="Univers Condensed Light"/>
                <a:ea typeface="DejaVu Sans"/>
              </a:rPr>
              <a:t>Our solution strengthens </a:t>
            </a:r>
            <a:r>
              <a:rPr b="1" lang="en-US" sz="1800" spc="-1" strike="noStrike">
                <a:solidFill>
                  <a:srgbClr val="000000"/>
                </a:solidFill>
                <a:latin typeface="Univers Condensed Light"/>
                <a:ea typeface="DejaVu Sans"/>
              </a:rPr>
              <a:t>Good Governance and Public Service Delivery</a:t>
            </a:r>
            <a:r>
              <a:rPr b="0" lang="en-US" sz="1800" spc="-1" strike="noStrike">
                <a:solidFill>
                  <a:srgbClr val="000000"/>
                </a:solidFill>
                <a:latin typeface="Univers Condensed Light"/>
                <a:ea typeface="DejaVu Sans"/>
              </a:rPr>
              <a:t> by empowering citizens to stay safe online. As digital governance grows, our cyber security tool protects people from fraud, data theft, and scams—building </a:t>
            </a:r>
            <a:r>
              <a:rPr b="1" lang="en-US" sz="1800" spc="-1" strike="noStrike">
                <a:solidFill>
                  <a:srgbClr val="000000"/>
                </a:solidFill>
                <a:latin typeface="Univers Condensed Light"/>
                <a:ea typeface="DejaVu Sans"/>
              </a:rPr>
              <a:t>trust, safety, and confidence</a:t>
            </a:r>
            <a:r>
              <a:rPr b="0" lang="en-US" sz="1800" spc="-1" strike="noStrike">
                <a:solidFill>
                  <a:srgbClr val="000000"/>
                </a:solidFill>
                <a:latin typeface="Univers Condensed Light"/>
                <a:ea typeface="DejaVu Sans"/>
              </a:rPr>
              <a:t> in public digital services.</a:t>
            </a:r>
            <a:endParaRPr b="0" lang="en-IN" sz="1800" spc="-1" strike="noStrike">
              <a:latin typeface="Arial"/>
            </a:endParaRPr>
          </a:p>
          <a:p>
            <a:pPr marL="457200" algn="ctr">
              <a:lnSpc>
                <a:spcPct val="100000"/>
              </a:lnSpc>
              <a:buNone/>
            </a:pPr>
            <a:endParaRPr b="0" lang="en-IN" sz="1800" spc="-1" strike="noStrike">
              <a:latin typeface="Arial"/>
            </a:endParaRPr>
          </a:p>
        </p:txBody>
      </p:sp>
      <p:sp>
        <p:nvSpPr>
          <p:cNvPr id="488" name="TextBox 12"/>
          <p:cNvSpPr/>
          <p:nvPr/>
        </p:nvSpPr>
        <p:spPr>
          <a:xfrm>
            <a:off x="6102720" y="3209760"/>
            <a:ext cx="6101640" cy="29242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2400" spc="-1" strike="noStrike" u="sng">
                <a:solidFill>
                  <a:srgbClr val="000000"/>
                </a:solidFill>
                <a:uFillTx/>
                <a:latin typeface="Univers Condensed Light"/>
                <a:ea typeface="DejaVu Sans"/>
              </a:rPr>
              <a:t>What is your niche area?</a:t>
            </a:r>
            <a:endParaRPr b="0" lang="en-IN" sz="2400" spc="-1" strike="noStrike">
              <a:latin typeface="Arial"/>
            </a:endParaRPr>
          </a:p>
          <a:p>
            <a:pPr algn="ctr">
              <a:lnSpc>
                <a:spcPct val="100000"/>
              </a:lnSpc>
              <a:buNone/>
            </a:pPr>
            <a:r>
              <a:rPr b="0" lang="en-US" sz="1800" spc="-1" strike="noStrike">
                <a:solidFill>
                  <a:srgbClr val="000000"/>
                </a:solidFill>
                <a:latin typeface="Univers Condensed Light"/>
                <a:ea typeface="DejaVu Sans"/>
              </a:rPr>
              <a:t>Our niche area is </a:t>
            </a:r>
            <a:r>
              <a:rPr b="1" lang="en-US" sz="1800" spc="-1" strike="noStrike">
                <a:solidFill>
                  <a:srgbClr val="000000"/>
                </a:solidFill>
                <a:latin typeface="Univers Condensed Light"/>
                <a:ea typeface="DejaVu Sans"/>
              </a:rPr>
              <a:t>Good Governance and Public Service Delivery</a:t>
            </a:r>
            <a:r>
              <a:rPr b="0" lang="en-US" sz="1800" spc="-1" strike="noStrike">
                <a:solidFill>
                  <a:srgbClr val="000000"/>
                </a:solidFill>
                <a:latin typeface="Univers Condensed Light"/>
                <a:ea typeface="DejaVu Sans"/>
              </a:rPr>
              <a:t>.</a:t>
            </a:r>
            <a:endParaRPr b="0" lang="en-IN" sz="1800" spc="-1" strike="noStrike">
              <a:latin typeface="Arial"/>
            </a:endParaRPr>
          </a:p>
          <a:p>
            <a:pPr algn="ctr">
              <a:lnSpc>
                <a:spcPct val="100000"/>
              </a:lnSpc>
              <a:buNone/>
            </a:pPr>
            <a:r>
              <a:rPr b="0" lang="en-US" sz="1800" spc="-1" strike="noStrike">
                <a:solidFill>
                  <a:srgbClr val="000000"/>
                </a:solidFill>
                <a:latin typeface="Univers Condensed Light"/>
                <a:ea typeface="DejaVu Sans"/>
              </a:rPr>
              <a:t>We focus on enhancing </a:t>
            </a:r>
            <a:r>
              <a:rPr b="1" lang="en-US" sz="1800" spc="-1" strike="noStrike">
                <a:solidFill>
                  <a:srgbClr val="000000"/>
                </a:solidFill>
                <a:latin typeface="Univers Condensed Light"/>
                <a:ea typeface="DejaVu Sans"/>
              </a:rPr>
              <a:t>digital safety and trust</a:t>
            </a:r>
            <a:r>
              <a:rPr b="0" lang="en-US" sz="1800" spc="-1" strike="noStrike">
                <a:solidFill>
                  <a:srgbClr val="000000"/>
                </a:solidFill>
                <a:latin typeface="Univers Condensed Light"/>
                <a:ea typeface="DejaVu Sans"/>
              </a:rPr>
              <a:t> in governance by developing a </a:t>
            </a:r>
            <a:r>
              <a:rPr b="1" lang="en-US" sz="1800" spc="-1" strike="noStrike">
                <a:solidFill>
                  <a:srgbClr val="000000"/>
                </a:solidFill>
                <a:latin typeface="Univers Condensed Light"/>
                <a:ea typeface="DejaVu Sans"/>
              </a:rPr>
              <a:t>cyber security tool for common citizens</a:t>
            </a:r>
            <a:r>
              <a:rPr b="0" lang="en-US" sz="1800" spc="-1" strike="noStrike">
                <a:solidFill>
                  <a:srgbClr val="000000"/>
                </a:solidFill>
                <a:latin typeface="Univers Condensed Light"/>
                <a:ea typeface="DejaVu Sans"/>
              </a:rPr>
              <a:t>. The project aims to make public digital platforms more secure and accessible, ensuring that every citizen can confidently use e-Governance and online public services without fear of cyber threats.</a:t>
            </a:r>
            <a:endParaRPr b="0" lang="en-IN" sz="1800" spc="-1" strike="noStrike">
              <a:latin typeface="Arial"/>
            </a:endParaRPr>
          </a:p>
        </p:txBody>
      </p:sp>
    </p:spTree>
  </p:cSld>
  <mc:AlternateContent>
    <mc:Choice Requires="p14">
      <p:transition spd="slow" advTm="87000" p14:dur="2000">
        <p14:honeycomb/>
      </p:transition>
    </mc:Choice>
    <mc:Fallback>
      <p:transition spd="slow" advTm="870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title"/>
          </p:nvPr>
        </p:nvSpPr>
        <p:spPr>
          <a:xfrm>
            <a:off x="1140120" y="511920"/>
            <a:ext cx="9911160" cy="1013760"/>
          </a:xfrm>
          <a:prstGeom prst="rect">
            <a:avLst/>
          </a:prstGeom>
          <a:noFill/>
          <a:ln w="0">
            <a:noFill/>
          </a:ln>
        </p:spPr>
        <p:txBody>
          <a:bodyPr lIns="90000" rIns="90000" tIns="45000" bIns="45000" anchor="t">
            <a:noAutofit/>
          </a:bodyPr>
          <a:p>
            <a:pPr algn="ctr">
              <a:lnSpc>
                <a:spcPct val="100000"/>
              </a:lnSpc>
              <a:buNone/>
            </a:pPr>
            <a:r>
              <a:rPr b="0" lang="en-US" sz="6000" spc="-1" strike="noStrike">
                <a:solidFill>
                  <a:srgbClr val="000000"/>
                </a:solidFill>
                <a:latin typeface="Century Gothic"/>
              </a:rPr>
              <a:t>Tech Stack used</a:t>
            </a:r>
            <a:endParaRPr b="0" lang="en-IN" sz="6000" spc="-1" strike="noStrike">
              <a:latin typeface="Arial"/>
            </a:endParaRPr>
          </a:p>
        </p:txBody>
      </p:sp>
      <p:sp>
        <p:nvSpPr>
          <p:cNvPr id="490" name="PlaceHolder 2"/>
          <p:cNvSpPr>
            <a:spLocks noGrp="1"/>
          </p:cNvSpPr>
          <p:nvPr>
            <p:ph/>
          </p:nvPr>
        </p:nvSpPr>
        <p:spPr>
          <a:xfrm>
            <a:off x="743400" y="2532960"/>
            <a:ext cx="1847160" cy="1621440"/>
          </a:xfrm>
          <a:prstGeom prst="rect">
            <a:avLst/>
          </a:prstGeom>
          <a:solidFill>
            <a:srgbClr val="2a9d8f"/>
          </a:solidFill>
          <a:ln w="25560">
            <a:solidFill>
              <a:srgbClr val="000000"/>
            </a:solidFill>
            <a:round/>
          </a:ln>
        </p:spPr>
        <p:txBody>
          <a:bodyPr lIns="90000" rIns="90000" tIns="45000" bIns="45000" anchor="ctr">
            <a:noAutofit/>
          </a:bodyPr>
          <a:p>
            <a:pPr algn="ctr">
              <a:lnSpc>
                <a:spcPct val="90000"/>
              </a:lnSpc>
              <a:spcBef>
                <a:spcPts val="1001"/>
              </a:spcBef>
              <a:buNone/>
              <a:tabLst>
                <a:tab algn="l" pos="0"/>
              </a:tabLst>
            </a:pPr>
            <a:r>
              <a:rPr b="0" lang="en-US" sz="3600" spc="-1" strike="noStrike">
                <a:solidFill>
                  <a:srgbClr val="ffffff"/>
                </a:solidFill>
                <a:latin typeface="Century Gothic"/>
              </a:rPr>
              <a:t>Html</a:t>
            </a:r>
            <a:endParaRPr b="0" lang="en-IN" sz="3600" spc="-1" strike="noStrike">
              <a:latin typeface="Arial"/>
            </a:endParaRPr>
          </a:p>
        </p:txBody>
      </p:sp>
      <p:sp>
        <p:nvSpPr>
          <p:cNvPr id="491" name="PlaceHolder 3"/>
          <p:cNvSpPr>
            <a:spLocks noGrp="1"/>
          </p:cNvSpPr>
          <p:nvPr>
            <p:ph/>
          </p:nvPr>
        </p:nvSpPr>
        <p:spPr>
          <a:xfrm>
            <a:off x="3154680" y="2441520"/>
            <a:ext cx="1621440" cy="1621440"/>
          </a:xfrm>
          <a:prstGeom prst="rect">
            <a:avLst/>
          </a:prstGeom>
          <a:solidFill>
            <a:srgbClr val="2a9d8f"/>
          </a:solidFill>
          <a:ln w="25560">
            <a:solidFill>
              <a:srgbClr val="000000"/>
            </a:solidFill>
            <a:round/>
          </a:ln>
        </p:spPr>
        <p:txBody>
          <a:bodyPr lIns="90000" rIns="90000" tIns="45000" bIns="45000" anchor="ctr">
            <a:noAutofit/>
          </a:bodyPr>
          <a:p>
            <a:pPr algn="ctr">
              <a:lnSpc>
                <a:spcPct val="90000"/>
              </a:lnSpc>
              <a:spcBef>
                <a:spcPts val="1001"/>
              </a:spcBef>
              <a:buNone/>
              <a:tabLst>
                <a:tab algn="l" pos="0"/>
              </a:tabLst>
            </a:pPr>
            <a:r>
              <a:rPr b="0" lang="en-US" sz="3600" spc="-1" strike="noStrike">
                <a:solidFill>
                  <a:srgbClr val="ffffff"/>
                </a:solidFill>
                <a:latin typeface="Century Gothic"/>
              </a:rPr>
              <a:t>css</a:t>
            </a:r>
            <a:endParaRPr b="0" lang="en-IN" sz="3600" spc="-1" strike="noStrike">
              <a:latin typeface="Arial"/>
            </a:endParaRPr>
          </a:p>
        </p:txBody>
      </p:sp>
      <p:sp>
        <p:nvSpPr>
          <p:cNvPr id="492" name="PlaceHolder 4"/>
          <p:cNvSpPr>
            <a:spLocks noGrp="1"/>
          </p:cNvSpPr>
          <p:nvPr>
            <p:ph/>
          </p:nvPr>
        </p:nvSpPr>
        <p:spPr>
          <a:xfrm>
            <a:off x="5330880" y="2441520"/>
            <a:ext cx="1621440" cy="1621440"/>
          </a:xfrm>
          <a:prstGeom prst="rect">
            <a:avLst/>
          </a:prstGeom>
          <a:solidFill>
            <a:srgbClr val="2a9d8f"/>
          </a:solidFill>
          <a:ln w="25560">
            <a:solidFill>
              <a:srgbClr val="000000"/>
            </a:solidFill>
            <a:round/>
          </a:ln>
        </p:spPr>
        <p:txBody>
          <a:bodyPr lIns="90000" rIns="90000" tIns="45000" bIns="45000" anchor="ctr">
            <a:noAutofit/>
          </a:bodyPr>
          <a:p>
            <a:pPr algn="ctr">
              <a:lnSpc>
                <a:spcPct val="90000"/>
              </a:lnSpc>
              <a:spcBef>
                <a:spcPts val="1001"/>
              </a:spcBef>
              <a:buNone/>
              <a:tabLst>
                <a:tab algn="l" pos="0"/>
              </a:tabLst>
            </a:pPr>
            <a:r>
              <a:rPr b="0" lang="en-US" sz="3600" spc="-1" strike="noStrike">
                <a:solidFill>
                  <a:srgbClr val="ffffff"/>
                </a:solidFill>
                <a:latin typeface="Century Gothic"/>
              </a:rPr>
              <a:t>js</a:t>
            </a:r>
            <a:endParaRPr b="0" lang="en-IN" sz="3600" spc="-1" strike="noStrike">
              <a:latin typeface="Arial"/>
            </a:endParaRPr>
          </a:p>
        </p:txBody>
      </p:sp>
      <p:sp>
        <p:nvSpPr>
          <p:cNvPr id="493" name="PlaceHolder 5"/>
          <p:cNvSpPr>
            <a:spLocks noGrp="1"/>
          </p:cNvSpPr>
          <p:nvPr>
            <p:ph/>
          </p:nvPr>
        </p:nvSpPr>
        <p:spPr>
          <a:xfrm>
            <a:off x="7137000" y="2532960"/>
            <a:ext cx="1948680" cy="1621440"/>
          </a:xfrm>
          <a:prstGeom prst="rect">
            <a:avLst/>
          </a:prstGeom>
          <a:solidFill>
            <a:srgbClr val="2a9d8f"/>
          </a:solidFill>
          <a:ln w="25560">
            <a:solidFill>
              <a:srgbClr val="000000"/>
            </a:solidFill>
            <a:round/>
          </a:ln>
        </p:spPr>
        <p:txBody>
          <a:bodyPr lIns="90000" rIns="90000" tIns="45000" bIns="45000" anchor="ctr">
            <a:noAutofit/>
          </a:bodyPr>
          <a:p>
            <a:pPr algn="ctr">
              <a:lnSpc>
                <a:spcPct val="90000"/>
              </a:lnSpc>
              <a:spcBef>
                <a:spcPts val="1001"/>
              </a:spcBef>
              <a:buNone/>
              <a:tabLst>
                <a:tab algn="l" pos="0"/>
              </a:tabLst>
            </a:pPr>
            <a:r>
              <a:rPr b="0" lang="en-US" sz="2800" spc="-1" strike="noStrike">
                <a:solidFill>
                  <a:srgbClr val="ffffff"/>
                </a:solidFill>
                <a:latin typeface="Century Gothic"/>
              </a:rPr>
              <a:t>Python (flask) </a:t>
            </a:r>
            <a:endParaRPr b="0" lang="en-IN" sz="2800" spc="-1" strike="noStrike">
              <a:latin typeface="Arial"/>
            </a:endParaRPr>
          </a:p>
        </p:txBody>
      </p:sp>
      <p:sp>
        <p:nvSpPr>
          <p:cNvPr id="494" name="PlaceHolder 6"/>
          <p:cNvSpPr>
            <a:spLocks noGrp="1"/>
          </p:cNvSpPr>
          <p:nvPr>
            <p:ph/>
          </p:nvPr>
        </p:nvSpPr>
        <p:spPr>
          <a:xfrm>
            <a:off x="9465840" y="2441520"/>
            <a:ext cx="1783800" cy="1621440"/>
          </a:xfrm>
          <a:prstGeom prst="rect">
            <a:avLst/>
          </a:prstGeom>
          <a:solidFill>
            <a:srgbClr val="2a9d8f"/>
          </a:solidFill>
          <a:ln w="25560">
            <a:solidFill>
              <a:srgbClr val="000000"/>
            </a:solidFill>
            <a:round/>
          </a:ln>
        </p:spPr>
        <p:txBody>
          <a:bodyPr lIns="90000" rIns="90000" tIns="45000" bIns="45000" anchor="ctr">
            <a:noAutofit/>
          </a:bodyPr>
          <a:p>
            <a:pPr algn="ctr">
              <a:lnSpc>
                <a:spcPct val="90000"/>
              </a:lnSpc>
              <a:spcBef>
                <a:spcPts val="1001"/>
              </a:spcBef>
              <a:buNone/>
              <a:tabLst>
                <a:tab algn="l" pos="0"/>
              </a:tabLst>
            </a:pPr>
            <a:r>
              <a:rPr b="0" lang="en-US" sz="5400" spc="-1" strike="noStrike">
                <a:solidFill>
                  <a:srgbClr val="ffffff"/>
                </a:solidFill>
                <a:latin typeface="Century Gothic"/>
              </a:rPr>
              <a:t>API</a:t>
            </a:r>
            <a:endParaRPr b="0" lang="en-IN" sz="5400" spc="-1" strike="noStrike">
              <a:latin typeface="Arial"/>
            </a:endParaRPr>
          </a:p>
        </p:txBody>
      </p:sp>
      <p:sp>
        <p:nvSpPr>
          <p:cNvPr id="495" name="PlaceHolder 7"/>
          <p:cNvSpPr>
            <a:spLocks noGrp="1"/>
          </p:cNvSpPr>
          <p:nvPr>
            <p:ph/>
          </p:nvPr>
        </p:nvSpPr>
        <p:spPr>
          <a:xfrm>
            <a:off x="824040" y="4325040"/>
            <a:ext cx="1946520" cy="1621440"/>
          </a:xfrm>
          <a:prstGeom prst="rect">
            <a:avLst/>
          </a:prstGeom>
          <a:noFill/>
          <a:ln w="0">
            <a:noFill/>
          </a:ln>
        </p:spPr>
        <p:txBody>
          <a:bodyPr lIns="90000" rIns="90000" tIns="45000" bIns="45000" anchor="t">
            <a:noAutofit/>
          </a:bodyPr>
          <a:p>
            <a:pPr algn="ctr">
              <a:lnSpc>
                <a:spcPct val="120000"/>
              </a:lnSpc>
              <a:buNone/>
              <a:tabLst>
                <a:tab algn="l" pos="0"/>
              </a:tabLst>
            </a:pPr>
            <a:r>
              <a:rPr b="0" lang="en-US" sz="2000" spc="-1" strike="noStrike">
                <a:solidFill>
                  <a:srgbClr val="000000"/>
                </a:solidFill>
                <a:latin typeface="Century Gothic"/>
              </a:rPr>
              <a:t>Basically needed to create a website</a:t>
            </a:r>
            <a:endParaRPr b="0" lang="en-IN" sz="2000" spc="-1" strike="noStrike">
              <a:latin typeface="Arial"/>
            </a:endParaRPr>
          </a:p>
        </p:txBody>
      </p:sp>
      <p:sp>
        <p:nvSpPr>
          <p:cNvPr id="496" name="PlaceHolder 8"/>
          <p:cNvSpPr>
            <a:spLocks noGrp="1"/>
          </p:cNvSpPr>
          <p:nvPr>
            <p:ph/>
          </p:nvPr>
        </p:nvSpPr>
        <p:spPr>
          <a:xfrm>
            <a:off x="2991960" y="4326840"/>
            <a:ext cx="1946520" cy="1208160"/>
          </a:xfrm>
          <a:prstGeom prst="rect">
            <a:avLst/>
          </a:prstGeom>
          <a:noFill/>
          <a:ln w="0">
            <a:noFill/>
          </a:ln>
        </p:spPr>
        <p:txBody>
          <a:bodyPr lIns="90000" rIns="90000" tIns="45000" bIns="45000" anchor="t">
            <a:noAutofit/>
          </a:bodyPr>
          <a:p>
            <a:pPr algn="ctr">
              <a:lnSpc>
                <a:spcPct val="120000"/>
              </a:lnSpc>
              <a:buNone/>
              <a:tabLst>
                <a:tab algn="l" pos="0"/>
              </a:tabLst>
            </a:pPr>
            <a:r>
              <a:rPr b="0" lang="en-US" sz="2000" spc="-1" strike="noStrike">
                <a:solidFill>
                  <a:srgbClr val="000000"/>
                </a:solidFill>
                <a:latin typeface="Century Gothic"/>
              </a:rPr>
              <a:t>Styling and be user friendly</a:t>
            </a:r>
            <a:endParaRPr b="0" lang="en-IN" sz="2000" spc="-1" strike="noStrike">
              <a:latin typeface="Arial"/>
            </a:endParaRPr>
          </a:p>
        </p:txBody>
      </p:sp>
      <p:sp>
        <p:nvSpPr>
          <p:cNvPr id="497" name="PlaceHolder 9"/>
          <p:cNvSpPr>
            <a:spLocks noGrp="1"/>
          </p:cNvSpPr>
          <p:nvPr>
            <p:ph/>
          </p:nvPr>
        </p:nvSpPr>
        <p:spPr>
          <a:xfrm>
            <a:off x="5168160" y="4313520"/>
            <a:ext cx="1946520" cy="1013760"/>
          </a:xfrm>
          <a:prstGeom prst="rect">
            <a:avLst/>
          </a:prstGeom>
          <a:noFill/>
          <a:ln w="0">
            <a:noFill/>
          </a:ln>
        </p:spPr>
        <p:txBody>
          <a:bodyPr lIns="90000" rIns="90000" tIns="45000" bIns="45000" anchor="t">
            <a:noAutofit/>
          </a:bodyPr>
          <a:p>
            <a:pPr algn="ctr">
              <a:lnSpc>
                <a:spcPct val="120000"/>
              </a:lnSpc>
              <a:buNone/>
              <a:tabLst>
                <a:tab algn="l" pos="0"/>
              </a:tabLst>
            </a:pPr>
            <a:r>
              <a:rPr b="0" lang="en-US" sz="2000" spc="-1" strike="noStrike">
                <a:solidFill>
                  <a:srgbClr val="000000"/>
                </a:solidFill>
                <a:latin typeface="Century Gothic"/>
              </a:rPr>
              <a:t>For front end logic</a:t>
            </a:r>
            <a:endParaRPr b="0" lang="en-IN" sz="2000" spc="-1" strike="noStrike">
              <a:latin typeface="Arial"/>
            </a:endParaRPr>
          </a:p>
        </p:txBody>
      </p:sp>
      <p:sp>
        <p:nvSpPr>
          <p:cNvPr id="498" name="PlaceHolder 10"/>
          <p:cNvSpPr>
            <a:spLocks noGrp="1"/>
          </p:cNvSpPr>
          <p:nvPr>
            <p:ph/>
          </p:nvPr>
        </p:nvSpPr>
        <p:spPr>
          <a:xfrm>
            <a:off x="7279920" y="4320000"/>
            <a:ext cx="1946520" cy="2079720"/>
          </a:xfrm>
          <a:prstGeom prst="rect">
            <a:avLst/>
          </a:prstGeom>
          <a:noFill/>
          <a:ln w="0">
            <a:noFill/>
          </a:ln>
        </p:spPr>
        <p:txBody>
          <a:bodyPr lIns="90000" rIns="90000" tIns="45000" bIns="45000" anchor="t">
            <a:noAutofit/>
          </a:bodyPr>
          <a:p>
            <a:pPr algn="ctr">
              <a:lnSpc>
                <a:spcPct val="120000"/>
              </a:lnSpc>
              <a:buNone/>
              <a:tabLst>
                <a:tab algn="l" pos="0"/>
              </a:tabLst>
            </a:pPr>
            <a:r>
              <a:rPr b="0" lang="en-US" sz="2000" spc="-1" strike="noStrike">
                <a:solidFill>
                  <a:srgbClr val="000000"/>
                </a:solidFill>
                <a:latin typeface="Century Gothic"/>
              </a:rPr>
              <a:t>Back end systems,</a:t>
            </a:r>
            <a:endParaRPr b="0" lang="en-IN" sz="2000" spc="-1" strike="noStrike">
              <a:latin typeface="Arial"/>
            </a:endParaRPr>
          </a:p>
          <a:p>
            <a:pPr algn="ctr">
              <a:lnSpc>
                <a:spcPct val="120000"/>
              </a:lnSpc>
              <a:buNone/>
              <a:tabLst>
                <a:tab algn="l" pos="0"/>
              </a:tabLst>
            </a:pPr>
            <a:r>
              <a:rPr b="0" lang="en-US" sz="2000" spc="-1" strike="noStrike">
                <a:solidFill>
                  <a:srgbClr val="000000"/>
                </a:solidFill>
                <a:latin typeface="Century Gothic"/>
              </a:rPr>
              <a:t>Authentication etc.</a:t>
            </a:r>
            <a:endParaRPr b="0" lang="en-IN" sz="2000" spc="-1" strike="noStrike">
              <a:latin typeface="Arial"/>
            </a:endParaRPr>
          </a:p>
          <a:p>
            <a:pPr algn="ctr">
              <a:lnSpc>
                <a:spcPct val="120000"/>
              </a:lnSpc>
              <a:buNone/>
              <a:tabLst>
                <a:tab algn="l" pos="0"/>
              </a:tabLst>
            </a:pPr>
            <a:r>
              <a:rPr b="0" lang="en-US" sz="2000" spc="-1" strike="noStrike">
                <a:solidFill>
                  <a:srgbClr val="000000"/>
                </a:solidFill>
                <a:latin typeface="Century Gothic"/>
              </a:rPr>
              <a:t>(paid only)</a:t>
            </a:r>
            <a:endParaRPr b="0" lang="en-IN" sz="2000" spc="-1" strike="noStrike">
              <a:latin typeface="Arial"/>
            </a:endParaRPr>
          </a:p>
          <a:p>
            <a:pPr algn="ctr">
              <a:lnSpc>
                <a:spcPct val="120000"/>
              </a:lnSpc>
              <a:buNone/>
              <a:tabLst>
                <a:tab algn="l" pos="0"/>
              </a:tabLst>
            </a:pPr>
            <a:endParaRPr b="0" lang="en-IN" sz="2000" spc="-1" strike="noStrike">
              <a:latin typeface="Arial"/>
            </a:endParaRPr>
          </a:p>
        </p:txBody>
      </p:sp>
      <p:sp>
        <p:nvSpPr>
          <p:cNvPr id="499" name="PlaceHolder 11"/>
          <p:cNvSpPr>
            <a:spLocks noGrp="1"/>
          </p:cNvSpPr>
          <p:nvPr>
            <p:ph/>
          </p:nvPr>
        </p:nvSpPr>
        <p:spPr>
          <a:xfrm>
            <a:off x="9465840" y="4320000"/>
            <a:ext cx="1946520" cy="1215000"/>
          </a:xfrm>
          <a:prstGeom prst="rect">
            <a:avLst/>
          </a:prstGeom>
          <a:noFill/>
          <a:ln w="0">
            <a:noFill/>
          </a:ln>
        </p:spPr>
        <p:txBody>
          <a:bodyPr lIns="90000" rIns="90000" tIns="45000" bIns="45000" anchor="t">
            <a:noAutofit/>
          </a:bodyPr>
          <a:p>
            <a:pPr algn="ctr">
              <a:lnSpc>
                <a:spcPct val="120000"/>
              </a:lnSpc>
              <a:buNone/>
              <a:tabLst>
                <a:tab algn="l" pos="0"/>
              </a:tabLst>
            </a:pPr>
            <a:r>
              <a:rPr b="0" lang="en-US" sz="2000" spc="-1" strike="noStrike">
                <a:solidFill>
                  <a:srgbClr val="000000"/>
                </a:solidFill>
                <a:latin typeface="Century Gothic"/>
              </a:rPr>
              <a:t>Using open source Api</a:t>
            </a:r>
            <a:endParaRPr b="0" lang="en-IN" sz="2000" spc="-1" strike="noStrike">
              <a:latin typeface="Arial"/>
            </a:endParaRPr>
          </a:p>
        </p:txBody>
      </p:sp>
      <p:sp>
        <p:nvSpPr>
          <p:cNvPr id="500" name="PlaceHolder 12"/>
          <p:cNvSpPr>
            <a:spLocks noGrp="1"/>
          </p:cNvSpPr>
          <p:nvPr>
            <p:ph type="dt" idx="27"/>
          </p:nvPr>
        </p:nvSpPr>
        <p:spPr>
          <a:xfrm>
            <a:off x="10629000" y="6400800"/>
            <a:ext cx="63900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20XX</a:t>
            </a:r>
            <a:endParaRPr b="0" lang="en-IN" sz="1000" spc="-1" strike="noStrike">
              <a:latin typeface="Times New Roman"/>
            </a:endParaRPr>
          </a:p>
        </p:txBody>
      </p:sp>
      <p:sp>
        <p:nvSpPr>
          <p:cNvPr id="14" name="PlaceHolder 13"/>
          <p:cNvSpPr>
            <a:spLocks noGrp="1"/>
          </p:cNvSpPr>
          <p:nvPr>
            <p:ph type="ftr" idx="8"/>
          </p:nvPr>
        </p:nvSpPr>
        <p:spPr/>
        <p:txBody>
          <a:bodyPr/>
          <a:p>
            <a:r>
              <a:t>Presentation title</a:t>
            </a:r>
          </a:p>
        </p:txBody>
      </p:sp>
      <p:sp>
        <p:nvSpPr>
          <p:cNvPr id="15" name="PlaceHolder 14"/>
          <p:cNvSpPr>
            <a:spLocks noGrp="1"/>
          </p:cNvSpPr>
          <p:nvPr>
            <p:ph type="sldNum" idx="9"/>
          </p:nvPr>
        </p:nvSpPr>
        <p:spPr/>
        <p:txBody>
          <a:bodyPr/>
          <a:p>
            <a:fld id="{2308D920-E24D-4C8E-8A99-FE61691FD57B}" type="slidenum">
              <a:t>9</a:t>
            </a:fld>
          </a:p>
        </p:txBody>
      </p:sp>
    </p:spTree>
  </p:cSld>
  <mc:AlternateContent>
    <mc:Choice Requires="p14">
      <p:transition spd="slow" advTm="125000" p14:dur="2000">
        <p:pull dir="d"/>
      </p:transition>
    </mc:Choice>
    <mc:Fallback>
      <p:transition spd="slow" advTm="125000">
        <p:pull dir="d"/>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be8"/>
        </a:solidFill>
      </p:bgPr>
    </p:bg>
    <p:spTree>
      <p:nvGrpSpPr>
        <p:cNvPr id="1" name=""/>
        <p:cNvGrpSpPr/>
        <p:nvPr/>
      </p:nvGrpSpPr>
      <p:grpSpPr>
        <a:xfrm>
          <a:off x="0" y="0"/>
          <a:ext cx="0" cy="0"/>
          <a:chOff x="0" y="0"/>
          <a:chExt cx="0" cy="0"/>
        </a:xfrm>
      </p:grpSpPr>
      <p:sp>
        <p:nvSpPr>
          <p:cNvPr id="501" name="PlaceHolder 1"/>
          <p:cNvSpPr>
            <a:spLocks noGrp="1"/>
          </p:cNvSpPr>
          <p:nvPr>
            <p:ph type="title"/>
          </p:nvPr>
        </p:nvSpPr>
        <p:spPr>
          <a:xfrm>
            <a:off x="0" y="0"/>
            <a:ext cx="12191040" cy="1013760"/>
          </a:xfrm>
          <a:prstGeom prst="rect">
            <a:avLst/>
          </a:prstGeom>
          <a:noFill/>
          <a:ln w="0">
            <a:noFill/>
          </a:ln>
        </p:spPr>
        <p:txBody>
          <a:bodyPr lIns="90000" rIns="90000" tIns="45000" bIns="45000" anchor="t">
            <a:noAutofit/>
          </a:bodyPr>
          <a:p>
            <a:pPr algn="ctr">
              <a:lnSpc>
                <a:spcPct val="100000"/>
              </a:lnSpc>
              <a:buNone/>
            </a:pPr>
            <a:r>
              <a:rPr b="0" lang="en-US" sz="3600" spc="-1" strike="noStrike">
                <a:solidFill>
                  <a:srgbClr val="000000"/>
                </a:solidFill>
                <a:latin typeface="Century Gothic"/>
              </a:rPr>
              <a:t>Investment/Support needed</a:t>
            </a:r>
            <a:endParaRPr b="0" lang="en-IN" sz="3600" spc="-1" strike="noStrike">
              <a:latin typeface="Arial"/>
            </a:endParaRPr>
          </a:p>
        </p:txBody>
      </p:sp>
      <p:graphicFrame>
        <p:nvGraphicFramePr>
          <p:cNvPr id="502" name="Content Placeholder 13"/>
          <p:cNvGraphicFramePr/>
          <p:nvPr/>
        </p:nvGraphicFramePr>
        <p:xfrm>
          <a:off x="1010520" y="621000"/>
          <a:ext cx="10282680" cy="5482800"/>
        </p:xfrm>
        <a:graphic>
          <a:graphicData uri="http://schemas.openxmlformats.org/drawingml/2006/table">
            <a:tbl>
              <a:tblPr/>
              <a:tblGrid>
                <a:gridCol w="2057040"/>
                <a:gridCol w="2057040"/>
                <a:gridCol w="2057040"/>
                <a:gridCol w="2057040"/>
                <a:gridCol w="2054880"/>
              </a:tblGrid>
              <a:tr h="1569600">
                <a:tc>
                  <a:txBody>
                    <a:bodyPr anchor="ctr">
                      <a:noAutofit/>
                    </a:bodyPr>
                    <a:p>
                      <a:pPr algn="ctr">
                        <a:lnSpc>
                          <a:spcPct val="100000"/>
                        </a:lnSpc>
                        <a:buNone/>
                      </a:pPr>
                      <a:r>
                        <a:rPr b="0" lang="en-US" sz="2000" spc="-1" strike="noStrike">
                          <a:solidFill>
                            <a:srgbClr val="000000"/>
                          </a:solidFill>
                          <a:latin typeface="Univers Condensed Light"/>
                        </a:rPr>
                        <a:t>SL no.</a:t>
                      </a:r>
                      <a:endParaRPr b="0" lang="en-IN" sz="2000" spc="-1" strike="noStrike">
                        <a:latin typeface="Arial"/>
                      </a:endParaRPr>
                    </a:p>
                  </a:txBody>
                  <a:tcPr anchor="ctr" marL="91440" marR="91440">
                    <a:lnL w="12240">
                      <a:noFill/>
                    </a:lnL>
                    <a:lnR w="12240">
                      <a:noFill/>
                    </a:lnR>
                    <a:lnT w="12240">
                      <a:noFill/>
                    </a:lnT>
                    <a:lnB w="18720">
                      <a:solidFill>
                        <a:srgbClr val="000000"/>
                      </a:solidFill>
                    </a:lnB>
                    <a:solidFill>
                      <a:srgbClr val="f3d6cd"/>
                    </a:solidFill>
                  </a:tcPr>
                </a:tc>
                <a:tc>
                  <a:txBody>
                    <a:bodyPr anchor="ctr">
                      <a:noAutofit/>
                    </a:bodyPr>
                    <a:p>
                      <a:pPr algn="ctr">
                        <a:lnSpc>
                          <a:spcPct val="100000"/>
                        </a:lnSpc>
                        <a:buNone/>
                      </a:pPr>
                      <a:r>
                        <a:rPr b="0" lang="en-US" sz="2000" spc="-1" strike="noStrike">
                          <a:solidFill>
                            <a:srgbClr val="000000"/>
                          </a:solidFill>
                          <a:latin typeface="Univers Condensed Light"/>
                        </a:rPr>
                        <a:t>What is the fund required for</a:t>
                      </a:r>
                      <a:endParaRPr b="0" lang="en-IN" sz="2000" spc="-1" strike="noStrike">
                        <a:latin typeface="Arial"/>
                      </a:endParaRPr>
                    </a:p>
                  </a:txBody>
                  <a:tcPr anchor="ctr" marL="91440" marR="91440">
                    <a:lnL w="12240">
                      <a:noFill/>
                    </a:lnL>
                    <a:lnR w="12240">
                      <a:noFill/>
                    </a:lnR>
                    <a:lnT w="12240">
                      <a:noFill/>
                    </a:lnT>
                    <a:lnB w="18720">
                      <a:solidFill>
                        <a:srgbClr val="000000"/>
                      </a:solidFill>
                    </a:lnB>
                    <a:solidFill>
                      <a:srgbClr val="f3d6cd"/>
                    </a:solidFill>
                  </a:tcPr>
                </a:tc>
                <a:tc>
                  <a:txBody>
                    <a:bodyPr anchor="ctr">
                      <a:noAutofit/>
                    </a:bodyPr>
                    <a:p>
                      <a:pPr algn="ctr">
                        <a:lnSpc>
                          <a:spcPct val="100000"/>
                        </a:lnSpc>
                        <a:buNone/>
                      </a:pPr>
                      <a:r>
                        <a:rPr b="0" lang="en-US" sz="2000" spc="-1" strike="noStrike">
                          <a:solidFill>
                            <a:srgbClr val="000000"/>
                          </a:solidFill>
                          <a:latin typeface="Univers Condensed Light"/>
                        </a:rPr>
                        <a:t>When it required</a:t>
                      </a:r>
                      <a:endParaRPr b="0" lang="en-IN" sz="2000" spc="-1" strike="noStrike">
                        <a:latin typeface="Arial"/>
                      </a:endParaRPr>
                    </a:p>
                  </a:txBody>
                  <a:tcPr anchor="ctr" marL="91440" marR="91440">
                    <a:lnL w="12240">
                      <a:noFill/>
                    </a:lnL>
                    <a:lnR w="12240">
                      <a:noFill/>
                    </a:lnR>
                    <a:lnT w="12240">
                      <a:noFill/>
                    </a:lnT>
                    <a:lnB w="18720">
                      <a:solidFill>
                        <a:srgbClr val="000000"/>
                      </a:solidFill>
                    </a:lnB>
                    <a:solidFill>
                      <a:srgbClr val="f3d6cd"/>
                    </a:solidFill>
                  </a:tcPr>
                </a:tc>
                <a:tc>
                  <a:txBody>
                    <a:bodyPr anchor="ctr">
                      <a:noAutofit/>
                    </a:bodyPr>
                    <a:p>
                      <a:pPr algn="ctr">
                        <a:lnSpc>
                          <a:spcPct val="100000"/>
                        </a:lnSpc>
                        <a:buNone/>
                      </a:pPr>
                      <a:r>
                        <a:rPr b="0" lang="en-US" sz="2000" spc="-1" strike="noStrike">
                          <a:solidFill>
                            <a:srgbClr val="000000"/>
                          </a:solidFill>
                          <a:latin typeface="Univers Condensed Light"/>
                        </a:rPr>
                        <a:t>What is the amount required</a:t>
                      </a:r>
                      <a:endParaRPr b="0" lang="en-IN" sz="2000" spc="-1" strike="noStrike">
                        <a:latin typeface="Arial"/>
                      </a:endParaRPr>
                    </a:p>
                  </a:txBody>
                  <a:tcPr anchor="ctr" marL="91440" marR="91440">
                    <a:lnL w="12240">
                      <a:noFill/>
                    </a:lnL>
                    <a:lnR w="12240">
                      <a:noFill/>
                    </a:lnR>
                    <a:lnT w="12240">
                      <a:noFill/>
                    </a:lnT>
                    <a:lnB w="18720">
                      <a:solidFill>
                        <a:srgbClr val="000000"/>
                      </a:solidFill>
                    </a:lnB>
                    <a:solidFill>
                      <a:srgbClr val="f3d6cd"/>
                    </a:solidFill>
                  </a:tcPr>
                </a:tc>
                <a:tc>
                  <a:txBody>
                    <a:bodyPr anchor="ctr">
                      <a:noAutofit/>
                    </a:bodyPr>
                    <a:p>
                      <a:pPr algn="ctr">
                        <a:lnSpc>
                          <a:spcPct val="100000"/>
                        </a:lnSpc>
                        <a:buNone/>
                      </a:pPr>
                      <a:r>
                        <a:rPr b="0" lang="en-US" sz="2000" spc="-1" strike="noStrike">
                          <a:solidFill>
                            <a:srgbClr val="000000"/>
                          </a:solidFill>
                          <a:latin typeface="Univers Condensed Light"/>
                        </a:rPr>
                        <a:t>How do we measure the outcome of the fund disbursed</a:t>
                      </a:r>
                      <a:endParaRPr b="0" lang="en-IN" sz="2000" spc="-1" strike="noStrike">
                        <a:latin typeface="Arial"/>
                      </a:endParaRPr>
                    </a:p>
                  </a:txBody>
                  <a:tcPr anchor="ctr" marL="91440" marR="91440">
                    <a:lnL w="12240">
                      <a:noFill/>
                    </a:lnL>
                    <a:lnR w="12240">
                      <a:noFill/>
                    </a:lnR>
                    <a:lnT w="12240">
                      <a:noFill/>
                    </a:lnT>
                    <a:lnB w="18720">
                      <a:solidFill>
                        <a:srgbClr val="000000"/>
                      </a:solidFill>
                    </a:lnB>
                    <a:solidFill>
                      <a:srgbClr val="f3d6cd"/>
                    </a:solidFill>
                  </a:tcPr>
                </a:tc>
              </a:tr>
              <a:tr h="1337760">
                <a:tc>
                  <a:txBody>
                    <a:bodyPr anchor="ctr">
                      <a:noAutofit/>
                    </a:bodyPr>
                    <a:p>
                      <a:pPr algn="ctr">
                        <a:lnSpc>
                          <a:spcPct val="100000"/>
                        </a:lnSpc>
                        <a:buNone/>
                      </a:pPr>
                      <a:r>
                        <a:rPr b="0" lang="en-US" sz="1400" spc="-1" strike="noStrike">
                          <a:solidFill>
                            <a:srgbClr val="ffffff"/>
                          </a:solidFill>
                          <a:latin typeface="Univers Condensed Light"/>
                        </a:rPr>
                        <a:t>1</a:t>
                      </a:r>
                      <a:endParaRPr b="0" lang="en-IN" sz="1400" spc="-1" strike="noStrike">
                        <a:latin typeface="Arial"/>
                      </a:endParaRPr>
                    </a:p>
                  </a:txBody>
                  <a:tcPr anchor="ctr" marL="91440" marR="91440">
                    <a:lnL w="12240">
                      <a:noFill/>
                    </a:lnL>
                    <a:lnR w="12240">
                      <a:noFill/>
                    </a:lnR>
                    <a:lnT w="18720">
                      <a:solidFill>
                        <a:srgbClr val="000000"/>
                      </a:solidFill>
                    </a:lnT>
                    <a:lnB w="12240">
                      <a:noFill/>
                    </a:lnB>
                    <a:solidFill>
                      <a:srgbClr val="2a9d8f"/>
                    </a:solidFill>
                  </a:tcPr>
                </a:tc>
                <a:tc>
                  <a:txBody>
                    <a:bodyPr anchor="ctr">
                      <a:noAutofit/>
                    </a:bodyPr>
                    <a:p>
                      <a:pPr algn="ctr">
                        <a:lnSpc>
                          <a:spcPct val="100000"/>
                        </a:lnSpc>
                        <a:buNone/>
                      </a:pPr>
                      <a:r>
                        <a:rPr b="0" lang="en-US" sz="1400" spc="-1" strike="noStrike">
                          <a:solidFill>
                            <a:srgbClr val="ffffff"/>
                          </a:solidFill>
                          <a:latin typeface="Univers Condensed Light"/>
                        </a:rPr>
                        <a:t>Web source code building and engansing</a:t>
                      </a:r>
                      <a:endParaRPr b="0" lang="en-IN" sz="1400" spc="-1" strike="noStrike">
                        <a:latin typeface="Arial"/>
                      </a:endParaRPr>
                    </a:p>
                    <a:p>
                      <a:pPr algn="ctr">
                        <a:lnSpc>
                          <a:spcPct val="100000"/>
                        </a:lnSpc>
                        <a:buNone/>
                      </a:pPr>
                      <a:r>
                        <a:rPr b="0" lang="en-US" sz="1400" spc="-1" strike="noStrike">
                          <a:solidFill>
                            <a:srgbClr val="ffffff"/>
                          </a:solidFill>
                          <a:latin typeface="Univers Condensed Light"/>
                        </a:rPr>
                        <a:t>(One time investment)</a:t>
                      </a:r>
                      <a:endParaRPr b="0" lang="en-IN" sz="1400" spc="-1" strike="noStrike">
                        <a:latin typeface="Arial"/>
                      </a:endParaRPr>
                    </a:p>
                  </a:txBody>
                  <a:tcPr anchor="ctr" marL="91440" marR="91440">
                    <a:lnL w="12240">
                      <a:noFill/>
                    </a:lnL>
                    <a:lnR w="12240">
                      <a:noFill/>
                    </a:lnR>
                    <a:lnT w="18720">
                      <a:solidFill>
                        <a:srgbClr val="000000"/>
                      </a:solidFill>
                    </a:lnT>
                    <a:lnB w="12240">
                      <a:noFill/>
                    </a:lnB>
                    <a:solidFill>
                      <a:srgbClr val="2a9d8f"/>
                    </a:solidFill>
                  </a:tcPr>
                </a:tc>
                <a:tc>
                  <a:txBody>
                    <a:bodyPr anchor="ctr">
                      <a:noAutofit/>
                    </a:bodyPr>
                    <a:p>
                      <a:pPr algn="ctr">
                        <a:lnSpc>
                          <a:spcPct val="100000"/>
                        </a:lnSpc>
                        <a:buNone/>
                      </a:pPr>
                      <a:r>
                        <a:rPr b="0" lang="en-US" sz="1400" spc="-1" strike="noStrike">
                          <a:solidFill>
                            <a:srgbClr val="ffffff"/>
                          </a:solidFill>
                          <a:latin typeface="Univers Condensed Light"/>
                        </a:rPr>
                        <a:t>First stage</a:t>
                      </a:r>
                      <a:endParaRPr b="0" lang="en-IN" sz="1400" spc="-1" strike="noStrike">
                        <a:latin typeface="Arial"/>
                      </a:endParaRPr>
                    </a:p>
                  </a:txBody>
                  <a:tcPr anchor="ctr" marL="91440" marR="91440">
                    <a:lnL w="12240">
                      <a:noFill/>
                    </a:lnL>
                    <a:lnR w="12240">
                      <a:noFill/>
                    </a:lnR>
                    <a:lnT w="18720">
                      <a:solidFill>
                        <a:srgbClr val="000000"/>
                      </a:solidFill>
                    </a:lnT>
                    <a:lnB w="12240">
                      <a:noFill/>
                    </a:lnB>
                    <a:solidFill>
                      <a:srgbClr val="2a9d8f"/>
                    </a:solidFill>
                  </a:tcPr>
                </a:tc>
                <a:tc>
                  <a:txBody>
                    <a:bodyPr anchor="ctr">
                      <a:noAutofit/>
                    </a:bodyPr>
                    <a:p>
                      <a:pPr algn="ctr">
                        <a:lnSpc>
                          <a:spcPct val="100000"/>
                        </a:lnSpc>
                        <a:buNone/>
                      </a:pPr>
                      <a:r>
                        <a:rPr b="0" lang="en-US" sz="1400" spc="-1" strike="noStrike">
                          <a:solidFill>
                            <a:srgbClr val="ffffff"/>
                          </a:solidFill>
                          <a:latin typeface="Univers Condensed Light"/>
                        </a:rPr>
                        <a:t>50,000</a:t>
                      </a:r>
                      <a:endParaRPr b="0" lang="en-IN" sz="1400" spc="-1" strike="noStrike">
                        <a:latin typeface="Arial"/>
                      </a:endParaRPr>
                    </a:p>
                    <a:p>
                      <a:pPr algn="ctr">
                        <a:lnSpc>
                          <a:spcPct val="100000"/>
                        </a:lnSpc>
                        <a:buNone/>
                      </a:pPr>
                      <a:endParaRPr b="0" lang="en-IN" sz="1400" spc="-1" strike="noStrike">
                        <a:latin typeface="Arial"/>
                      </a:endParaRPr>
                    </a:p>
                  </a:txBody>
                  <a:tcPr anchor="ctr" marL="91440" marR="91440">
                    <a:lnL w="12240">
                      <a:noFill/>
                    </a:lnL>
                    <a:lnR w="12240">
                      <a:noFill/>
                    </a:lnR>
                    <a:lnT w="18720">
                      <a:solidFill>
                        <a:srgbClr val="000000"/>
                      </a:solidFill>
                    </a:lnT>
                    <a:lnB w="12240">
                      <a:noFill/>
                    </a:lnB>
                    <a:solidFill>
                      <a:srgbClr val="2a9d8f"/>
                    </a:solidFill>
                  </a:tcPr>
                </a:tc>
                <a:tc>
                  <a:txBody>
                    <a:bodyPr anchor="ctr">
                      <a:noAutofit/>
                    </a:bodyPr>
                    <a:p>
                      <a:pPr algn="ctr">
                        <a:lnSpc>
                          <a:spcPct val="100000"/>
                        </a:lnSpc>
                        <a:buNone/>
                      </a:pPr>
                      <a:r>
                        <a:rPr b="0" lang="en-US" sz="1400" spc="-1" strike="noStrike">
                          <a:solidFill>
                            <a:srgbClr val="ffffff"/>
                          </a:solidFill>
                          <a:latin typeface="Univers Condensed Light"/>
                        </a:rPr>
                        <a:t>Check the code is working done</a:t>
                      </a:r>
                      <a:endParaRPr b="0" lang="en-IN" sz="1400" spc="-1" strike="noStrike">
                        <a:latin typeface="Arial"/>
                      </a:endParaRPr>
                    </a:p>
                  </a:txBody>
                  <a:tcPr anchor="ctr" marL="91440" marR="91440">
                    <a:lnL w="12240">
                      <a:noFill/>
                    </a:lnL>
                    <a:lnR w="12240">
                      <a:noFill/>
                    </a:lnR>
                    <a:lnT w="18720">
                      <a:solidFill>
                        <a:srgbClr val="000000"/>
                      </a:solidFill>
                    </a:lnT>
                    <a:lnB w="12240">
                      <a:noFill/>
                    </a:lnB>
                    <a:solidFill>
                      <a:srgbClr val="2a9d8f"/>
                    </a:solidFill>
                  </a:tcPr>
                </a:tc>
              </a:tr>
              <a:tr h="1104120">
                <a:tc>
                  <a:txBody>
                    <a:bodyPr anchor="ctr">
                      <a:noAutofit/>
                    </a:bodyPr>
                    <a:p>
                      <a:pPr algn="ctr">
                        <a:lnSpc>
                          <a:spcPct val="100000"/>
                        </a:lnSpc>
                        <a:buNone/>
                      </a:pPr>
                      <a:r>
                        <a:rPr b="0" lang="en-US" sz="1400" spc="-1" strike="noStrike">
                          <a:solidFill>
                            <a:srgbClr val="ffffff"/>
                          </a:solidFill>
                          <a:latin typeface="Univers Condensed Light"/>
                        </a:rPr>
                        <a:t>2</a:t>
                      </a:r>
                      <a:endParaRPr b="0" lang="en-IN" sz="14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400" spc="-1" strike="noStrike">
                          <a:solidFill>
                            <a:srgbClr val="ffffff"/>
                          </a:solidFill>
                          <a:latin typeface="Univers Condensed Light"/>
                        </a:rPr>
                        <a:t>Hosting + Domain charges </a:t>
                      </a:r>
                      <a:endParaRPr b="0" lang="en-IN" sz="14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IN" sz="1400" spc="-1" strike="noStrike">
                          <a:solidFill>
                            <a:srgbClr val="ffffff"/>
                          </a:solidFill>
                          <a:latin typeface="Arial"/>
                        </a:rPr>
                        <a:t>Release</a:t>
                      </a:r>
                      <a:endParaRPr b="0" lang="en-IN" sz="14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400" spc="-1" strike="noStrike">
                          <a:solidFill>
                            <a:srgbClr val="ffffff"/>
                          </a:solidFill>
                          <a:latin typeface="Univers Condensed Light"/>
                        </a:rPr>
                        <a:t>{Average 1500 Rs according to current domain rate }</a:t>
                      </a:r>
                      <a:endParaRPr b="0" lang="en-IN" sz="14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tabLst>
                          <a:tab algn="l" pos="0"/>
                        </a:tabLst>
                      </a:pPr>
                      <a:r>
                        <a:rPr b="0" lang="en-US" sz="1400" spc="-1" strike="noStrike">
                          <a:solidFill>
                            <a:srgbClr val="ffffff"/>
                          </a:solidFill>
                          <a:latin typeface="Univers Condensed Light"/>
                        </a:rPr>
                        <a:t>Check the domain displays our website</a:t>
                      </a:r>
                      <a:endParaRPr b="0" lang="en-IN" sz="1400" spc="-1" strike="noStrike">
                        <a:latin typeface="Arial"/>
                      </a:endParaRPr>
                    </a:p>
                    <a:p>
                      <a:pPr algn="ctr">
                        <a:lnSpc>
                          <a:spcPct val="100000"/>
                        </a:lnSpc>
                        <a:buNone/>
                        <a:tabLst>
                          <a:tab algn="l" pos="0"/>
                        </a:tabLst>
                      </a:pPr>
                      <a:endParaRPr b="0" lang="en-IN" sz="1400" spc="-1" strike="noStrike">
                        <a:latin typeface="Arial"/>
                      </a:endParaRPr>
                    </a:p>
                  </a:txBody>
                  <a:tcPr anchor="ctr" marL="91440" marR="91440">
                    <a:lnL w="12240">
                      <a:noFill/>
                    </a:lnL>
                    <a:lnR w="12240">
                      <a:noFill/>
                    </a:lnR>
                    <a:lnT w="12240">
                      <a:noFill/>
                    </a:lnT>
                    <a:lnB w="12240">
                      <a:noFill/>
                    </a:lnB>
                    <a:solidFill>
                      <a:srgbClr val="264653"/>
                    </a:solidFill>
                  </a:tcPr>
                </a:tc>
              </a:tr>
              <a:tr h="1255680">
                <a:tc>
                  <a:txBody>
                    <a:bodyPr anchor="ctr">
                      <a:noAutofit/>
                    </a:bodyPr>
                    <a:p>
                      <a:pPr algn="ctr">
                        <a:lnSpc>
                          <a:spcPct val="100000"/>
                        </a:lnSpc>
                        <a:buNone/>
                      </a:pPr>
                      <a:r>
                        <a:rPr b="0" lang="en-US" sz="1400" spc="-1" strike="noStrike">
                          <a:solidFill>
                            <a:srgbClr val="ffffff"/>
                          </a:solidFill>
                          <a:latin typeface="Univers Condensed Light"/>
                        </a:rPr>
                        <a:t>3</a:t>
                      </a:r>
                      <a:endParaRPr b="0" lang="en-IN" sz="1400" spc="-1" strike="noStrike">
                        <a:latin typeface="Arial"/>
                      </a:endParaRPr>
                    </a:p>
                  </a:txBody>
                  <a:tcPr anchor="ctr" marL="91440" marR="91440">
                    <a:lnL w="12240">
                      <a:noFill/>
                    </a:lnL>
                    <a:lnR w="12240">
                      <a:noFill/>
                    </a:lnR>
                    <a:lnT w="12240">
                      <a:noFill/>
                    </a:lnT>
                    <a:lnB w="12240">
                      <a:noFill/>
                    </a:lnB>
                    <a:solidFill>
                      <a:srgbClr val="2a9d8f"/>
                    </a:solidFill>
                  </a:tcPr>
                </a:tc>
                <a:tc>
                  <a:txBody>
                    <a:bodyPr anchor="ctr">
                      <a:noAutofit/>
                    </a:bodyPr>
                    <a:p>
                      <a:pPr algn="ctr">
                        <a:lnSpc>
                          <a:spcPct val="100000"/>
                        </a:lnSpc>
                        <a:buNone/>
                      </a:pPr>
                      <a:r>
                        <a:rPr b="0" lang="en-US" sz="1400" spc="-1" strike="noStrike">
                          <a:solidFill>
                            <a:srgbClr val="ffffff"/>
                          </a:solidFill>
                          <a:latin typeface="Univers Condensed Light"/>
                        </a:rPr>
                        <a:t>Social media ads </a:t>
                      </a:r>
                      <a:endParaRPr b="0" lang="en-IN" sz="1400" spc="-1" strike="noStrike">
                        <a:latin typeface="Arial"/>
                      </a:endParaRPr>
                    </a:p>
                    <a:p>
                      <a:pPr algn="ctr">
                        <a:lnSpc>
                          <a:spcPct val="100000"/>
                        </a:lnSpc>
                        <a:buNone/>
                      </a:pPr>
                      <a:r>
                        <a:rPr b="0" lang="en-US" sz="1400" spc="-1" strike="noStrike">
                          <a:solidFill>
                            <a:srgbClr val="ffffff"/>
                          </a:solidFill>
                          <a:latin typeface="Univers Condensed Light"/>
                        </a:rPr>
                        <a:t>+ email marketing</a:t>
                      </a:r>
                      <a:endParaRPr b="0" lang="en-IN" sz="1400" spc="-1" strike="noStrike">
                        <a:latin typeface="Arial"/>
                      </a:endParaRPr>
                    </a:p>
                  </a:txBody>
                  <a:tcPr anchor="ctr" marL="91440" marR="91440">
                    <a:lnL w="12240">
                      <a:noFill/>
                    </a:lnL>
                    <a:lnR w="12240">
                      <a:noFill/>
                    </a:lnR>
                    <a:lnT w="12240">
                      <a:noFill/>
                    </a:lnT>
                    <a:lnB w="12240">
                      <a:noFill/>
                    </a:lnB>
                    <a:solidFill>
                      <a:srgbClr val="2a9d8f"/>
                    </a:solidFill>
                  </a:tcPr>
                </a:tc>
                <a:tc>
                  <a:txBody>
                    <a:bodyPr anchor="ctr">
                      <a:noAutofit/>
                    </a:bodyPr>
                    <a:p>
                      <a:pPr algn="ctr">
                        <a:lnSpc>
                          <a:spcPct val="100000"/>
                        </a:lnSpc>
                        <a:buNone/>
                      </a:pPr>
                      <a:r>
                        <a:rPr b="0" lang="en-US" sz="1400" spc="-1" strike="noStrike">
                          <a:solidFill>
                            <a:srgbClr val="ffffff"/>
                          </a:solidFill>
                          <a:latin typeface="Univers Condensed Light"/>
                        </a:rPr>
                        <a:t>Marketing</a:t>
                      </a:r>
                      <a:endParaRPr b="0" lang="en-IN" sz="1400" spc="-1" strike="noStrike">
                        <a:latin typeface="Arial"/>
                      </a:endParaRPr>
                    </a:p>
                  </a:txBody>
                  <a:tcPr anchor="ctr" marL="91440" marR="91440">
                    <a:lnL w="12240">
                      <a:noFill/>
                    </a:lnL>
                    <a:lnR w="12240">
                      <a:noFill/>
                    </a:lnR>
                    <a:lnT w="12240">
                      <a:noFill/>
                    </a:lnT>
                    <a:lnB w="12240">
                      <a:noFill/>
                    </a:lnB>
                    <a:solidFill>
                      <a:srgbClr val="2a9d8f"/>
                    </a:solidFill>
                  </a:tcPr>
                </a:tc>
                <a:tc>
                  <a:txBody>
                    <a:bodyPr anchor="ctr">
                      <a:noAutofit/>
                    </a:bodyPr>
                    <a:p>
                      <a:pPr algn="ctr">
                        <a:lnSpc>
                          <a:spcPct val="100000"/>
                        </a:lnSpc>
                        <a:buNone/>
                      </a:pPr>
                      <a:r>
                        <a:rPr b="0" lang="en-US" sz="1400" spc="-1" strike="noStrike">
                          <a:solidFill>
                            <a:srgbClr val="ffffff"/>
                          </a:solidFill>
                          <a:latin typeface="Univers Condensed Light"/>
                        </a:rPr>
                        <a:t>INR 1,00,000</a:t>
                      </a:r>
                      <a:endParaRPr b="0" lang="en-IN" sz="1400" spc="-1" strike="noStrike">
                        <a:latin typeface="Arial"/>
                      </a:endParaRPr>
                    </a:p>
                  </a:txBody>
                  <a:tcPr anchor="ctr" marL="91440" marR="91440">
                    <a:lnL w="12240">
                      <a:noFill/>
                    </a:lnL>
                    <a:lnR w="12240">
                      <a:noFill/>
                    </a:lnR>
                    <a:lnT w="12240">
                      <a:noFill/>
                    </a:lnT>
                    <a:lnB w="12240">
                      <a:noFill/>
                    </a:lnB>
                    <a:solidFill>
                      <a:srgbClr val="2a9d8f"/>
                    </a:solidFill>
                  </a:tcPr>
                </a:tc>
                <a:tc>
                  <a:txBody>
                    <a:bodyPr anchor="ctr">
                      <a:noAutofit/>
                    </a:bodyPr>
                    <a:p>
                      <a:pPr algn="ctr">
                        <a:lnSpc>
                          <a:spcPct val="100000"/>
                        </a:lnSpc>
                        <a:buNone/>
                      </a:pPr>
                      <a:r>
                        <a:rPr b="0" lang="en-US" sz="1400" spc="-1" strike="noStrike">
                          <a:solidFill>
                            <a:srgbClr val="ffffff"/>
                          </a:solidFill>
                          <a:latin typeface="Univers Condensed Light"/>
                        </a:rPr>
                        <a:t>Check the traffic of website, ads dashboard, mail replays</a:t>
                      </a:r>
                      <a:endParaRPr b="0" lang="en-IN" sz="1400" spc="-1" strike="noStrike">
                        <a:latin typeface="Arial"/>
                      </a:endParaRPr>
                    </a:p>
                  </a:txBody>
                  <a:tcPr anchor="ctr" marL="91440" marR="91440">
                    <a:lnL w="12240">
                      <a:noFill/>
                    </a:lnL>
                    <a:lnR w="12240">
                      <a:noFill/>
                    </a:lnR>
                    <a:lnT w="12240">
                      <a:noFill/>
                    </a:lnT>
                    <a:lnB w="12240">
                      <a:noFill/>
                    </a:lnB>
                    <a:solidFill>
                      <a:srgbClr val="2a9d8f"/>
                    </a:solidFill>
                  </a:tcPr>
                </a:tc>
              </a:tr>
              <a:tr h="216000">
                <a:tc>
                  <a:txBody>
                    <a:bodyPr anchor="ctr">
                      <a:noAutofit/>
                    </a:bodyPr>
                    <a:p>
                      <a:pPr algn="ctr">
                        <a:lnSpc>
                          <a:spcPct val="100000"/>
                        </a:lnSpc>
                        <a:buNone/>
                      </a:pPr>
                      <a:r>
                        <a:rPr b="0" lang="en-US" sz="1400" spc="-1" strike="noStrike">
                          <a:solidFill>
                            <a:srgbClr val="ffffff"/>
                          </a:solidFill>
                          <a:latin typeface="Univers Condensed Light"/>
                        </a:rPr>
                        <a:t>4</a:t>
                      </a:r>
                      <a:endParaRPr b="0" lang="en-IN" sz="14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400" spc="-1" strike="noStrike">
                          <a:solidFill>
                            <a:srgbClr val="ffffff"/>
                          </a:solidFill>
                          <a:latin typeface="Univers Condensed Light"/>
                        </a:rPr>
                        <a:t>Updations &amp; maintain</a:t>
                      </a:r>
                      <a:endParaRPr b="0" lang="en-IN" sz="14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400" spc="-1" strike="noStrike">
                          <a:solidFill>
                            <a:srgbClr val="ffffff"/>
                          </a:solidFill>
                          <a:latin typeface="Univers Condensed Light"/>
                        </a:rPr>
                        <a:t>Maintain</a:t>
                      </a:r>
                      <a:endParaRPr b="0" lang="en-IN" sz="14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400" spc="-1" strike="noStrike">
                          <a:solidFill>
                            <a:srgbClr val="ffffff"/>
                          </a:solidFill>
                          <a:latin typeface="Univers Condensed Light"/>
                        </a:rPr>
                        <a:t>{According to the Profit }</a:t>
                      </a:r>
                      <a:endParaRPr b="0" lang="en-IN" sz="14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400" spc="-1" strike="noStrike">
                          <a:solidFill>
                            <a:srgbClr val="ffffff"/>
                          </a:solidFill>
                          <a:latin typeface="Univers Condensed Light"/>
                        </a:rPr>
                        <a:t>Is tool have the right working according to the updation plan</a:t>
                      </a:r>
                      <a:endParaRPr b="0" lang="en-IN" sz="1400" spc="-1" strike="noStrike">
                        <a:latin typeface="Arial"/>
                      </a:endParaRPr>
                    </a:p>
                  </a:txBody>
                  <a:tcPr anchor="ctr" marL="91440" marR="91440">
                    <a:lnL w="12240">
                      <a:noFill/>
                    </a:lnL>
                    <a:lnR w="12240">
                      <a:noFill/>
                    </a:lnR>
                    <a:lnT w="12240">
                      <a:noFill/>
                    </a:lnT>
                    <a:lnB w="12240">
                      <a:noFill/>
                    </a:lnB>
                    <a:solidFill>
                      <a:srgbClr val="264653"/>
                    </a:solidFill>
                  </a:tcPr>
                </a:tc>
              </a:tr>
            </a:tbl>
          </a:graphicData>
        </a:graphic>
      </p:graphicFrame>
      <p:sp>
        <p:nvSpPr>
          <p:cNvPr id="503" name="PlaceHolder 2"/>
          <p:cNvSpPr>
            <a:spLocks noGrp="1"/>
          </p:cNvSpPr>
          <p:nvPr>
            <p:ph type="dt" idx="28"/>
          </p:nvPr>
        </p:nvSpPr>
        <p:spPr>
          <a:xfrm>
            <a:off x="10629000" y="6400800"/>
            <a:ext cx="63900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20XX</a:t>
            </a:r>
            <a:endParaRPr b="0" lang="en-IN" sz="1000" spc="-1" strike="noStrike">
              <a:latin typeface="Times New Roman"/>
            </a:endParaRPr>
          </a:p>
        </p:txBody>
      </p:sp>
      <p:sp>
        <p:nvSpPr>
          <p:cNvPr id="4" name="PlaceHolder 3"/>
          <p:cNvSpPr>
            <a:spLocks noGrp="1"/>
          </p:cNvSpPr>
          <p:nvPr>
            <p:ph type="ftr" idx="11"/>
          </p:nvPr>
        </p:nvSpPr>
        <p:spPr/>
        <p:txBody>
          <a:bodyPr/>
          <a:p>
            <a:r>
              <a:t>]</a:t>
            </a:r>
          </a:p>
        </p:txBody>
      </p:sp>
      <p:sp>
        <p:nvSpPr>
          <p:cNvPr id="5" name="PlaceHolder 4"/>
          <p:cNvSpPr>
            <a:spLocks noGrp="1"/>
          </p:cNvSpPr>
          <p:nvPr>
            <p:ph type="sldNum" idx="12"/>
          </p:nvPr>
        </p:nvSpPr>
        <p:spPr/>
        <p:txBody>
          <a:bodyPr/>
          <a:p>
            <a:fld id="{B3F5E175-7066-4584-B6F2-275E42EF7798}" type="slidenum">
              <a:t>10</a:t>
            </a:fld>
          </a:p>
        </p:txBody>
      </p:sp>
    </p:spTree>
  </p:cSld>
  <mc:AlternateContent>
    <mc:Choice Requires="p14">
      <p:transition spd="slow" advTm="89000" p14:dur="2000">
        <p:random/>
      </p:transition>
    </mc:Choice>
    <mc:Fallback>
      <p:transition spd="slow" advTm="89000">
        <p:random/>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be8"/>
        </a:solidFill>
      </p:bgPr>
    </p:bg>
    <p:spTree>
      <p:nvGrpSpPr>
        <p:cNvPr id="1" name=""/>
        <p:cNvGrpSpPr/>
        <p:nvPr/>
      </p:nvGrpSpPr>
      <p:grpSpPr>
        <a:xfrm>
          <a:off x="0" y="0"/>
          <a:ext cx="0" cy="0"/>
          <a:chOff x="0" y="0"/>
          <a:chExt cx="0" cy="0"/>
        </a:xfrm>
      </p:grpSpPr>
      <p:sp>
        <p:nvSpPr>
          <p:cNvPr id="504" name="PlaceHolder 1"/>
          <p:cNvSpPr>
            <a:spLocks noGrp="1"/>
          </p:cNvSpPr>
          <p:nvPr>
            <p:ph type="title"/>
          </p:nvPr>
        </p:nvSpPr>
        <p:spPr>
          <a:xfrm>
            <a:off x="-188640" y="50040"/>
            <a:ext cx="12191040" cy="1013760"/>
          </a:xfrm>
          <a:prstGeom prst="rect">
            <a:avLst/>
          </a:prstGeom>
          <a:noFill/>
          <a:ln w="0">
            <a:noFill/>
          </a:ln>
        </p:spPr>
        <p:txBody>
          <a:bodyPr lIns="90000" rIns="90000" tIns="45000" bIns="45000" anchor="t">
            <a:noAutofit/>
          </a:bodyPr>
          <a:p>
            <a:pPr algn="ctr">
              <a:lnSpc>
                <a:spcPct val="100000"/>
              </a:lnSpc>
              <a:buNone/>
            </a:pPr>
            <a:r>
              <a:rPr b="0" lang="en-US" sz="3600" spc="-1" strike="noStrike">
                <a:solidFill>
                  <a:srgbClr val="000000"/>
                </a:solidFill>
                <a:latin typeface="Century Gothic"/>
              </a:rPr>
              <a:t>Project </a:t>
            </a:r>
            <a:r>
              <a:rPr b="0" lang="en-IN" sz="3600" spc="-1" strike="noStrike">
                <a:solidFill>
                  <a:srgbClr val="000000"/>
                </a:solidFill>
                <a:latin typeface="Century Gothic"/>
              </a:rPr>
              <a:t>Schedule </a:t>
            </a:r>
            <a:endParaRPr b="0" lang="en-IN" sz="3600" spc="-1" strike="noStrike">
              <a:latin typeface="Arial"/>
            </a:endParaRPr>
          </a:p>
        </p:txBody>
      </p:sp>
      <p:graphicFrame>
        <p:nvGraphicFramePr>
          <p:cNvPr id="505" name="Content Placeholder 13"/>
          <p:cNvGraphicFramePr/>
          <p:nvPr/>
        </p:nvGraphicFramePr>
        <p:xfrm>
          <a:off x="1203840" y="609480"/>
          <a:ext cx="10476720" cy="6100920"/>
        </p:xfrm>
        <a:graphic>
          <a:graphicData uri="http://schemas.openxmlformats.org/drawingml/2006/table">
            <a:tbl>
              <a:tblPr/>
              <a:tblGrid>
                <a:gridCol w="2095200"/>
                <a:gridCol w="2095200"/>
                <a:gridCol w="2095200"/>
                <a:gridCol w="2095200"/>
                <a:gridCol w="2096280"/>
              </a:tblGrid>
              <a:tr h="978480">
                <a:tc>
                  <a:txBody>
                    <a:bodyPr anchor="ctr">
                      <a:noAutofit/>
                    </a:bodyPr>
                    <a:p>
                      <a:pPr algn="ctr">
                        <a:lnSpc>
                          <a:spcPct val="100000"/>
                        </a:lnSpc>
                        <a:buNone/>
                      </a:pPr>
                      <a:r>
                        <a:rPr b="0" lang="en-US" sz="2000" spc="-1" strike="noStrike">
                          <a:solidFill>
                            <a:srgbClr val="000000"/>
                          </a:solidFill>
                          <a:latin typeface="Univers Condensed Light"/>
                        </a:rPr>
                        <a:t>SL no.</a:t>
                      </a:r>
                      <a:endParaRPr b="0" lang="en-IN" sz="2000" spc="-1" strike="noStrike">
                        <a:latin typeface="Arial"/>
                      </a:endParaRPr>
                    </a:p>
                  </a:txBody>
                  <a:tcPr anchor="ctr" marL="91440" marR="91440">
                    <a:lnL w="12240">
                      <a:noFill/>
                    </a:lnL>
                    <a:lnR w="12240">
                      <a:noFill/>
                    </a:lnR>
                    <a:lnT w="12240">
                      <a:noFill/>
                    </a:lnT>
                    <a:lnB w="18720">
                      <a:solidFill>
                        <a:srgbClr val="000000"/>
                      </a:solidFill>
                    </a:lnB>
                    <a:solidFill>
                      <a:srgbClr val="f3d6cd"/>
                    </a:solidFill>
                  </a:tcPr>
                </a:tc>
                <a:tc>
                  <a:txBody>
                    <a:bodyPr anchor="ctr">
                      <a:noAutofit/>
                    </a:bodyPr>
                    <a:p>
                      <a:pPr algn="ctr">
                        <a:lnSpc>
                          <a:spcPct val="100000"/>
                        </a:lnSpc>
                        <a:buNone/>
                      </a:pPr>
                      <a:r>
                        <a:rPr b="0" lang="en-US" sz="2000" spc="-1" strike="noStrike">
                          <a:solidFill>
                            <a:srgbClr val="000000"/>
                          </a:solidFill>
                          <a:latin typeface="Univers Condensed Light"/>
                        </a:rPr>
                        <a:t>Phase</a:t>
                      </a:r>
                      <a:endParaRPr b="0" lang="en-IN" sz="2000" spc="-1" strike="noStrike">
                        <a:latin typeface="Arial"/>
                      </a:endParaRPr>
                    </a:p>
                  </a:txBody>
                  <a:tcPr anchor="ctr" marL="91440" marR="91440">
                    <a:lnL w="12240">
                      <a:noFill/>
                    </a:lnL>
                    <a:lnR w="12240">
                      <a:noFill/>
                    </a:lnR>
                    <a:lnT w="12240">
                      <a:noFill/>
                    </a:lnT>
                    <a:lnB w="18720">
                      <a:solidFill>
                        <a:srgbClr val="000000"/>
                      </a:solidFill>
                    </a:lnB>
                    <a:solidFill>
                      <a:srgbClr val="f3d6cd"/>
                    </a:solidFill>
                  </a:tcPr>
                </a:tc>
                <a:tc>
                  <a:txBody>
                    <a:bodyPr anchor="ctr">
                      <a:noAutofit/>
                    </a:bodyPr>
                    <a:p>
                      <a:pPr algn="ctr">
                        <a:lnSpc>
                          <a:spcPct val="100000"/>
                        </a:lnSpc>
                        <a:buNone/>
                      </a:pPr>
                      <a:r>
                        <a:rPr b="0" lang="en-US" sz="2000" spc="-1" strike="noStrike">
                          <a:solidFill>
                            <a:srgbClr val="000000"/>
                          </a:solidFill>
                          <a:latin typeface="Univers Condensed Light"/>
                        </a:rPr>
                        <a:t>Activity</a:t>
                      </a:r>
                      <a:endParaRPr b="0" lang="en-IN" sz="2000" spc="-1" strike="noStrike">
                        <a:latin typeface="Arial"/>
                      </a:endParaRPr>
                    </a:p>
                  </a:txBody>
                  <a:tcPr anchor="ctr" marL="91440" marR="91440">
                    <a:lnL w="12240">
                      <a:noFill/>
                    </a:lnL>
                    <a:lnR w="12240">
                      <a:noFill/>
                    </a:lnR>
                    <a:lnT w="12240">
                      <a:noFill/>
                    </a:lnT>
                    <a:lnB w="18720">
                      <a:solidFill>
                        <a:srgbClr val="000000"/>
                      </a:solidFill>
                    </a:lnB>
                    <a:solidFill>
                      <a:srgbClr val="f3d6cd"/>
                    </a:solidFill>
                  </a:tcPr>
                </a:tc>
                <a:tc>
                  <a:txBody>
                    <a:bodyPr anchor="ctr">
                      <a:noAutofit/>
                    </a:bodyPr>
                    <a:p>
                      <a:pPr algn="ctr">
                        <a:lnSpc>
                          <a:spcPct val="100000"/>
                        </a:lnSpc>
                        <a:buNone/>
                      </a:pPr>
                      <a:r>
                        <a:rPr b="0" lang="en-US" sz="2000" spc="-1" strike="noStrike">
                          <a:solidFill>
                            <a:srgbClr val="000000"/>
                          </a:solidFill>
                          <a:latin typeface="Univers Condensed Light"/>
                        </a:rPr>
                        <a:t>How to know if task is completed ?</a:t>
                      </a:r>
                      <a:endParaRPr b="0" lang="en-IN" sz="2000" spc="-1" strike="noStrike">
                        <a:latin typeface="Arial"/>
                      </a:endParaRPr>
                    </a:p>
                  </a:txBody>
                  <a:tcPr anchor="ctr" marL="91440" marR="91440">
                    <a:lnL w="12240">
                      <a:noFill/>
                    </a:lnL>
                    <a:lnR w="12240">
                      <a:noFill/>
                    </a:lnR>
                    <a:lnT w="12240">
                      <a:noFill/>
                    </a:lnT>
                    <a:lnB w="18720">
                      <a:solidFill>
                        <a:srgbClr val="000000"/>
                      </a:solidFill>
                    </a:lnB>
                    <a:solidFill>
                      <a:srgbClr val="f3d6cd"/>
                    </a:solidFill>
                  </a:tcPr>
                </a:tc>
                <a:tc>
                  <a:txBody>
                    <a:bodyPr anchor="ctr">
                      <a:noAutofit/>
                    </a:bodyPr>
                    <a:p>
                      <a:pPr algn="ctr">
                        <a:lnSpc>
                          <a:spcPct val="100000"/>
                        </a:lnSpc>
                        <a:buNone/>
                      </a:pPr>
                      <a:r>
                        <a:rPr b="0" lang="en-US" sz="2000" spc="-1" strike="noStrike">
                          <a:solidFill>
                            <a:srgbClr val="000000"/>
                          </a:solidFill>
                          <a:latin typeface="Univers Condensed Light"/>
                        </a:rPr>
                        <a:t>Fund required </a:t>
                      </a:r>
                      <a:endParaRPr b="0" lang="en-IN" sz="2000" spc="-1" strike="noStrike">
                        <a:latin typeface="Arial"/>
                      </a:endParaRPr>
                    </a:p>
                    <a:p>
                      <a:pPr algn="ctr">
                        <a:lnSpc>
                          <a:spcPct val="100000"/>
                        </a:lnSpc>
                        <a:buNone/>
                      </a:pPr>
                      <a:r>
                        <a:rPr b="0" lang="en-US" sz="2000" spc="-1" strike="noStrike">
                          <a:solidFill>
                            <a:srgbClr val="000000"/>
                          </a:solidFill>
                          <a:latin typeface="Univers Condensed Light"/>
                        </a:rPr>
                        <a:t>(Insert </a:t>
                      </a:r>
                      <a:r>
                        <a:rPr b="0" lang="en-IN" sz="2000" spc="-1" strike="noStrike">
                          <a:solidFill>
                            <a:srgbClr val="000000"/>
                          </a:solidFill>
                          <a:latin typeface="Univers Condensed Light"/>
                        </a:rPr>
                        <a:t>from serial number</a:t>
                      </a:r>
                      <a:r>
                        <a:rPr b="0" lang="en-US" sz="2000" spc="-1" strike="noStrike">
                          <a:solidFill>
                            <a:srgbClr val="000000"/>
                          </a:solidFill>
                          <a:latin typeface="Univers Condensed Light"/>
                        </a:rPr>
                        <a:t>)</a:t>
                      </a:r>
                      <a:endParaRPr b="0" lang="en-IN" sz="2000" spc="-1" strike="noStrike">
                        <a:latin typeface="Arial"/>
                      </a:endParaRPr>
                    </a:p>
                  </a:txBody>
                  <a:tcPr anchor="ctr" marL="91440" marR="91440">
                    <a:lnL w="12240">
                      <a:noFill/>
                    </a:lnL>
                    <a:lnR w="12240">
                      <a:noFill/>
                    </a:lnR>
                    <a:lnT w="12240">
                      <a:noFill/>
                    </a:lnT>
                    <a:lnB w="18720">
                      <a:solidFill>
                        <a:srgbClr val="000000"/>
                      </a:solidFill>
                    </a:lnB>
                    <a:solidFill>
                      <a:srgbClr val="f3d6cd"/>
                    </a:solidFill>
                  </a:tcPr>
                </a:tc>
              </a:tr>
              <a:tr h="1003320">
                <a:tc>
                  <a:txBody>
                    <a:bodyPr anchor="ctr">
                      <a:noAutofit/>
                    </a:bodyPr>
                    <a:p>
                      <a:pPr algn="ctr">
                        <a:lnSpc>
                          <a:spcPct val="100000"/>
                        </a:lnSpc>
                        <a:buNone/>
                      </a:pPr>
                      <a:r>
                        <a:rPr b="0" lang="en-US" sz="1600" spc="-1" strike="noStrike">
                          <a:solidFill>
                            <a:srgbClr val="ffffff"/>
                          </a:solidFill>
                          <a:latin typeface="Univers Condensed Light"/>
                        </a:rPr>
                        <a:t>1</a:t>
                      </a:r>
                      <a:endParaRPr b="0" lang="en-IN" sz="1600" spc="-1" strike="noStrike">
                        <a:latin typeface="Arial"/>
                      </a:endParaRPr>
                    </a:p>
                  </a:txBody>
                  <a:tcPr anchor="ctr" marL="91440" marR="91440">
                    <a:lnL w="12240">
                      <a:noFill/>
                    </a:lnL>
                    <a:lnR w="12240">
                      <a:noFill/>
                    </a:lnR>
                    <a:lnT w="18720">
                      <a:solidFill>
                        <a:srgbClr val="000000"/>
                      </a:solidFill>
                    </a:lnT>
                    <a:lnB w="12240">
                      <a:noFill/>
                    </a:lnB>
                    <a:solidFill>
                      <a:srgbClr val="2a9d8f"/>
                    </a:solidFill>
                  </a:tcPr>
                </a:tc>
                <a:tc>
                  <a:txBody>
                    <a:bodyPr anchor="ctr">
                      <a:noAutofit/>
                    </a:bodyPr>
                    <a:p>
                      <a:pPr algn="ctr">
                        <a:lnSpc>
                          <a:spcPct val="100000"/>
                        </a:lnSpc>
                        <a:buNone/>
                      </a:pPr>
                      <a:r>
                        <a:rPr b="0" lang="en-IN" sz="1600" spc="-1" strike="noStrike">
                          <a:solidFill>
                            <a:srgbClr val="ffffff"/>
                          </a:solidFill>
                          <a:latin typeface="Univers Condensed Light"/>
                        </a:rPr>
                        <a:t>Source code Development </a:t>
                      </a:r>
                      <a:endParaRPr b="0" lang="en-IN" sz="1600" spc="-1" strike="noStrike">
                        <a:latin typeface="Arial"/>
                      </a:endParaRPr>
                    </a:p>
                  </a:txBody>
                  <a:tcPr anchor="ctr" marL="91440" marR="91440">
                    <a:lnL w="12240">
                      <a:noFill/>
                    </a:lnL>
                    <a:lnR w="12240">
                      <a:noFill/>
                    </a:lnR>
                    <a:lnT w="18720">
                      <a:solidFill>
                        <a:srgbClr val="000000"/>
                      </a:solidFill>
                    </a:lnT>
                    <a:lnB w="12240">
                      <a:noFill/>
                    </a:lnB>
                    <a:solidFill>
                      <a:srgbClr val="2a9d8f"/>
                    </a:solidFill>
                  </a:tcPr>
                </a:tc>
                <a:tc>
                  <a:txBody>
                    <a:bodyPr anchor="ctr">
                      <a:noAutofit/>
                    </a:bodyPr>
                    <a:p>
                      <a:pPr algn="ctr">
                        <a:lnSpc>
                          <a:spcPct val="100000"/>
                        </a:lnSpc>
                        <a:buNone/>
                      </a:pPr>
                      <a:r>
                        <a:rPr b="0" lang="en-US" sz="1600" spc="-1" strike="noStrike">
                          <a:solidFill>
                            <a:srgbClr val="ffffff"/>
                          </a:solidFill>
                          <a:latin typeface="Univers Condensed Light"/>
                        </a:rPr>
                        <a:t>Develop the Website</a:t>
                      </a:r>
                      <a:endParaRPr b="0" lang="en-IN" sz="1600" spc="-1" strike="noStrike">
                        <a:latin typeface="Arial"/>
                      </a:endParaRPr>
                    </a:p>
                  </a:txBody>
                  <a:tcPr anchor="ctr" marL="91440" marR="91440">
                    <a:lnL w="12240">
                      <a:noFill/>
                    </a:lnL>
                    <a:lnR w="12240">
                      <a:noFill/>
                    </a:lnR>
                    <a:lnT w="18720">
                      <a:solidFill>
                        <a:srgbClr val="000000"/>
                      </a:solidFill>
                    </a:lnT>
                    <a:lnB w="12240">
                      <a:noFill/>
                    </a:lnB>
                    <a:solidFill>
                      <a:srgbClr val="2a9d8f"/>
                    </a:solidFill>
                  </a:tcPr>
                </a:tc>
                <a:tc>
                  <a:txBody>
                    <a:bodyPr anchor="ctr">
                      <a:noAutofit/>
                    </a:bodyPr>
                    <a:p>
                      <a:pPr algn="ctr">
                        <a:lnSpc>
                          <a:spcPct val="100000"/>
                        </a:lnSpc>
                        <a:buNone/>
                      </a:pPr>
                      <a:r>
                        <a:rPr b="0" lang="en-US" sz="1600" spc="-1" strike="noStrike">
                          <a:solidFill>
                            <a:srgbClr val="ffffff"/>
                          </a:solidFill>
                          <a:latin typeface="Univers Condensed Light"/>
                        </a:rPr>
                        <a:t>Check it is working well for requirments</a:t>
                      </a:r>
                      <a:endParaRPr b="0" lang="en-IN" sz="1600" spc="-1" strike="noStrike">
                        <a:latin typeface="Arial"/>
                      </a:endParaRPr>
                    </a:p>
                  </a:txBody>
                  <a:tcPr anchor="ctr" marL="91440" marR="91440">
                    <a:lnL w="12240">
                      <a:noFill/>
                    </a:lnL>
                    <a:lnR w="12240">
                      <a:noFill/>
                    </a:lnR>
                    <a:lnT w="18720">
                      <a:solidFill>
                        <a:srgbClr val="000000"/>
                      </a:solidFill>
                    </a:lnT>
                    <a:lnB w="12240">
                      <a:noFill/>
                    </a:lnB>
                    <a:solidFill>
                      <a:srgbClr val="2a9d8f"/>
                    </a:solidFill>
                  </a:tcPr>
                </a:tc>
                <a:tc>
                  <a:txBody>
                    <a:bodyPr anchor="ctr">
                      <a:noAutofit/>
                    </a:bodyPr>
                    <a:p>
                      <a:pPr algn="ctr">
                        <a:lnSpc>
                          <a:spcPct val="100000"/>
                        </a:lnSpc>
                        <a:buNone/>
                      </a:pPr>
                      <a:r>
                        <a:rPr b="0" lang="en-US" sz="1600" spc="-1" strike="noStrike">
                          <a:solidFill>
                            <a:srgbClr val="ffffff"/>
                          </a:solidFill>
                          <a:latin typeface="Univers Condensed Light"/>
                        </a:rPr>
                        <a:t>1</a:t>
                      </a:r>
                      <a:endParaRPr b="0" lang="en-IN" sz="1600" spc="-1" strike="noStrike">
                        <a:latin typeface="Arial"/>
                      </a:endParaRPr>
                    </a:p>
                  </a:txBody>
                  <a:tcPr anchor="ctr" marL="91440" marR="91440">
                    <a:lnL w="12240">
                      <a:noFill/>
                    </a:lnL>
                    <a:lnR w="12240">
                      <a:noFill/>
                    </a:lnR>
                    <a:lnT w="18720">
                      <a:solidFill>
                        <a:srgbClr val="000000"/>
                      </a:solidFill>
                    </a:lnT>
                    <a:lnB w="12240">
                      <a:noFill/>
                    </a:lnB>
                    <a:solidFill>
                      <a:srgbClr val="2a9d8f"/>
                    </a:solidFill>
                  </a:tcPr>
                </a:tc>
              </a:tr>
              <a:tr h="1326960">
                <a:tc>
                  <a:txBody>
                    <a:bodyPr anchor="ctr">
                      <a:noAutofit/>
                    </a:bodyPr>
                    <a:p>
                      <a:pPr algn="ctr">
                        <a:lnSpc>
                          <a:spcPct val="100000"/>
                        </a:lnSpc>
                        <a:buNone/>
                      </a:pPr>
                      <a:r>
                        <a:rPr b="0" lang="en-US" sz="1600" spc="-1" strike="noStrike">
                          <a:solidFill>
                            <a:srgbClr val="ffffff"/>
                          </a:solidFill>
                          <a:latin typeface="Univers Condensed Light"/>
                        </a:rPr>
                        <a:t>2</a:t>
                      </a:r>
                      <a:endParaRPr b="0" lang="en-IN" sz="16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600" spc="-1" strike="noStrike">
                          <a:solidFill>
                            <a:srgbClr val="ffffff"/>
                          </a:solidFill>
                          <a:latin typeface="Univers Condensed Light"/>
                        </a:rPr>
                        <a:t>Hosting in internet</a:t>
                      </a:r>
                      <a:endParaRPr b="0" lang="en-IN" sz="16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600" spc="-1" strike="noStrike">
                          <a:solidFill>
                            <a:srgbClr val="ffffff"/>
                          </a:solidFill>
                          <a:latin typeface="Univers Condensed Light"/>
                        </a:rPr>
                        <a:t>Host it in the internet and make this accessable for every one </a:t>
                      </a:r>
                      <a:endParaRPr b="0" lang="en-IN" sz="16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600" spc="-1" strike="noStrike">
                          <a:solidFill>
                            <a:srgbClr val="ffffff"/>
                          </a:solidFill>
                          <a:latin typeface="Univers Condensed Light"/>
                        </a:rPr>
                        <a:t>Check is it in the specific Domain we expected</a:t>
                      </a:r>
                      <a:endParaRPr b="0" lang="en-IN" sz="16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600" spc="-1" strike="noStrike">
                          <a:solidFill>
                            <a:srgbClr val="ffffff"/>
                          </a:solidFill>
                          <a:latin typeface="Univers Condensed Light"/>
                        </a:rPr>
                        <a:t>2</a:t>
                      </a:r>
                      <a:endParaRPr b="0" lang="en-IN" sz="1600" spc="-1" strike="noStrike">
                        <a:latin typeface="Arial"/>
                      </a:endParaRPr>
                    </a:p>
                  </a:txBody>
                  <a:tcPr anchor="ctr" marL="91440" marR="91440">
                    <a:lnL w="12240">
                      <a:noFill/>
                    </a:lnL>
                    <a:lnR w="12240">
                      <a:noFill/>
                    </a:lnR>
                    <a:lnT w="12240">
                      <a:noFill/>
                    </a:lnT>
                    <a:lnB w="12240">
                      <a:noFill/>
                    </a:lnB>
                    <a:solidFill>
                      <a:srgbClr val="264653"/>
                    </a:solidFill>
                  </a:tcPr>
                </a:tc>
              </a:tr>
              <a:tr h="1493640">
                <a:tc>
                  <a:txBody>
                    <a:bodyPr anchor="ctr">
                      <a:noAutofit/>
                    </a:bodyPr>
                    <a:p>
                      <a:pPr algn="ctr">
                        <a:lnSpc>
                          <a:spcPct val="100000"/>
                        </a:lnSpc>
                        <a:buNone/>
                      </a:pPr>
                      <a:r>
                        <a:rPr b="0" lang="en-US" sz="1600" spc="-1" strike="noStrike">
                          <a:solidFill>
                            <a:srgbClr val="ffffff"/>
                          </a:solidFill>
                          <a:latin typeface="Univers Condensed Light"/>
                        </a:rPr>
                        <a:t>3</a:t>
                      </a:r>
                      <a:endParaRPr b="0" lang="en-IN" sz="1600" spc="-1" strike="noStrike">
                        <a:latin typeface="Arial"/>
                      </a:endParaRPr>
                    </a:p>
                  </a:txBody>
                  <a:tcPr anchor="ctr" marL="91440" marR="91440">
                    <a:lnL w="12240">
                      <a:noFill/>
                    </a:lnL>
                    <a:lnR w="12240">
                      <a:noFill/>
                    </a:lnR>
                    <a:lnT w="12240">
                      <a:noFill/>
                    </a:lnT>
                    <a:lnB w="12240">
                      <a:noFill/>
                    </a:lnB>
                    <a:solidFill>
                      <a:srgbClr val="2a9d8f"/>
                    </a:solidFill>
                  </a:tcPr>
                </a:tc>
                <a:tc>
                  <a:txBody>
                    <a:bodyPr anchor="ctr">
                      <a:noAutofit/>
                    </a:bodyPr>
                    <a:p>
                      <a:pPr algn="ctr">
                        <a:lnSpc>
                          <a:spcPct val="100000"/>
                        </a:lnSpc>
                        <a:buNone/>
                        <a:tabLst>
                          <a:tab algn="l" pos="0"/>
                        </a:tabLst>
                      </a:pPr>
                      <a:r>
                        <a:rPr b="0" lang="en-US" sz="1600" spc="-1" strike="noStrike">
                          <a:solidFill>
                            <a:srgbClr val="ffffff"/>
                          </a:solidFill>
                          <a:latin typeface="Univers Condensed Light"/>
                        </a:rPr>
                        <a:t>Marketing </a:t>
                      </a:r>
                      <a:r>
                        <a:rPr b="0" lang="en-IN" sz="1600" spc="-1" strike="noStrike">
                          <a:solidFill>
                            <a:srgbClr val="ffffff"/>
                          </a:solidFill>
                          <a:latin typeface="Univers Condensed Light"/>
                        </a:rPr>
                        <a:t>strategy and testing </a:t>
                      </a:r>
                      <a:endParaRPr b="0" lang="en-IN" sz="1600" spc="-1" strike="noStrike">
                        <a:latin typeface="Arial"/>
                      </a:endParaRPr>
                    </a:p>
                    <a:p>
                      <a:pPr algn="ctr">
                        <a:lnSpc>
                          <a:spcPct val="100000"/>
                        </a:lnSpc>
                        <a:buNone/>
                        <a:tabLst>
                          <a:tab algn="l" pos="0"/>
                        </a:tabLst>
                      </a:pPr>
                      <a:endParaRPr b="0" lang="en-IN" sz="1600" spc="-1" strike="noStrike">
                        <a:latin typeface="Arial"/>
                      </a:endParaRPr>
                    </a:p>
                  </a:txBody>
                  <a:tcPr anchor="ctr" marL="91440" marR="91440">
                    <a:lnL w="12240">
                      <a:noFill/>
                    </a:lnL>
                    <a:lnR w="12240">
                      <a:noFill/>
                    </a:lnR>
                    <a:lnT w="12240">
                      <a:noFill/>
                    </a:lnT>
                    <a:lnB w="12240">
                      <a:noFill/>
                    </a:lnB>
                    <a:solidFill>
                      <a:srgbClr val="2a9d8f"/>
                    </a:solidFill>
                  </a:tcPr>
                </a:tc>
                <a:tc>
                  <a:txBody>
                    <a:bodyPr anchor="ctr">
                      <a:noAutofit/>
                    </a:bodyPr>
                    <a:p>
                      <a:pPr algn="ctr">
                        <a:lnSpc>
                          <a:spcPct val="100000"/>
                        </a:lnSpc>
                        <a:buNone/>
                        <a:tabLst>
                          <a:tab algn="l" pos="0"/>
                        </a:tabLst>
                      </a:pPr>
                      <a:r>
                        <a:rPr b="0" lang="en-IN" sz="1600" spc="-1" strike="noStrike">
                          <a:solidFill>
                            <a:srgbClr val="ffffff"/>
                          </a:solidFill>
                          <a:latin typeface="Univers Condensed Light"/>
                        </a:rPr>
                        <a:t>Creating ads posting it , Promotions from Tech companys  email marketting</a:t>
                      </a:r>
                      <a:endParaRPr b="0" lang="en-IN" sz="1600" spc="-1" strike="noStrike">
                        <a:latin typeface="Arial"/>
                      </a:endParaRPr>
                    </a:p>
                    <a:p>
                      <a:pPr algn="ctr">
                        <a:lnSpc>
                          <a:spcPct val="100000"/>
                        </a:lnSpc>
                        <a:buNone/>
                        <a:tabLst>
                          <a:tab algn="l" pos="0"/>
                        </a:tabLst>
                      </a:pPr>
                      <a:endParaRPr b="0" lang="en-IN" sz="1600" spc="-1" strike="noStrike">
                        <a:latin typeface="Arial"/>
                      </a:endParaRPr>
                    </a:p>
                  </a:txBody>
                  <a:tcPr anchor="ctr" marL="91440" marR="91440">
                    <a:lnL w="12240">
                      <a:noFill/>
                    </a:lnL>
                    <a:lnR w="12240">
                      <a:noFill/>
                    </a:lnR>
                    <a:lnT w="12240">
                      <a:noFill/>
                    </a:lnT>
                    <a:lnB w="12240">
                      <a:noFill/>
                    </a:lnB>
                    <a:solidFill>
                      <a:srgbClr val="2a9d8f"/>
                    </a:solidFill>
                  </a:tcPr>
                </a:tc>
                <a:tc>
                  <a:txBody>
                    <a:bodyPr anchor="ctr">
                      <a:noAutofit/>
                    </a:bodyPr>
                    <a:p>
                      <a:pPr algn="ctr">
                        <a:lnSpc>
                          <a:spcPct val="100000"/>
                        </a:lnSpc>
                        <a:buNone/>
                        <a:tabLst>
                          <a:tab algn="l" pos="0"/>
                        </a:tabLst>
                      </a:pPr>
                      <a:r>
                        <a:rPr b="0" lang="en-US" sz="1600" spc="-1" strike="noStrike">
                          <a:solidFill>
                            <a:srgbClr val="ffffff"/>
                          </a:solidFill>
                          <a:latin typeface="Univers Condensed Light"/>
                        </a:rPr>
                        <a:t>Check the current website traffic is it increased like our expectation so done</a:t>
                      </a:r>
                      <a:endParaRPr b="0" lang="en-IN" sz="1600" spc="-1" strike="noStrike">
                        <a:latin typeface="Arial"/>
                      </a:endParaRPr>
                    </a:p>
                    <a:p>
                      <a:pPr algn="ctr">
                        <a:lnSpc>
                          <a:spcPct val="100000"/>
                        </a:lnSpc>
                        <a:buNone/>
                        <a:tabLst>
                          <a:tab algn="l" pos="0"/>
                        </a:tabLst>
                      </a:pPr>
                      <a:endParaRPr b="0" lang="en-IN" sz="1600" spc="-1" strike="noStrike">
                        <a:latin typeface="Arial"/>
                      </a:endParaRPr>
                    </a:p>
                  </a:txBody>
                  <a:tcPr anchor="ctr" marL="91440" marR="91440">
                    <a:lnL w="12240">
                      <a:noFill/>
                    </a:lnL>
                    <a:lnR w="12240">
                      <a:noFill/>
                    </a:lnR>
                    <a:lnT w="12240">
                      <a:noFill/>
                    </a:lnT>
                    <a:lnB w="12240">
                      <a:noFill/>
                    </a:lnB>
                    <a:solidFill>
                      <a:srgbClr val="2a9d8f"/>
                    </a:solidFill>
                  </a:tcPr>
                </a:tc>
                <a:tc>
                  <a:txBody>
                    <a:bodyPr anchor="ctr">
                      <a:noAutofit/>
                    </a:bodyPr>
                    <a:p>
                      <a:pPr algn="ctr">
                        <a:lnSpc>
                          <a:spcPct val="100000"/>
                        </a:lnSpc>
                        <a:buNone/>
                      </a:pPr>
                      <a:r>
                        <a:rPr b="0" lang="en-US" sz="1600" spc="-1" strike="noStrike">
                          <a:solidFill>
                            <a:srgbClr val="ffffff"/>
                          </a:solidFill>
                          <a:latin typeface="Univers Condensed Light"/>
                        </a:rPr>
                        <a:t>3</a:t>
                      </a:r>
                      <a:endParaRPr b="0" lang="en-IN" sz="1600" spc="-1" strike="noStrike">
                        <a:latin typeface="Arial"/>
                      </a:endParaRPr>
                    </a:p>
                  </a:txBody>
                  <a:tcPr anchor="ctr" marL="91440" marR="91440">
                    <a:lnL w="12240">
                      <a:noFill/>
                    </a:lnL>
                    <a:lnR w="12240">
                      <a:noFill/>
                    </a:lnR>
                    <a:lnT w="12240">
                      <a:noFill/>
                    </a:lnT>
                    <a:lnB w="12240">
                      <a:noFill/>
                    </a:lnB>
                    <a:solidFill>
                      <a:srgbClr val="2a9d8f"/>
                    </a:solidFill>
                  </a:tcPr>
                </a:tc>
              </a:tr>
              <a:tr h="1298880">
                <a:tc>
                  <a:txBody>
                    <a:bodyPr anchor="ctr">
                      <a:noAutofit/>
                    </a:bodyPr>
                    <a:p>
                      <a:pPr algn="ctr">
                        <a:lnSpc>
                          <a:spcPct val="100000"/>
                        </a:lnSpc>
                        <a:buNone/>
                      </a:pPr>
                      <a:r>
                        <a:rPr b="0" lang="en-US" sz="1600" spc="-1" strike="noStrike">
                          <a:solidFill>
                            <a:srgbClr val="ffffff"/>
                          </a:solidFill>
                          <a:latin typeface="Univers Condensed Light"/>
                        </a:rPr>
                        <a:t>4</a:t>
                      </a:r>
                      <a:endParaRPr b="0" lang="en-IN" sz="16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600" spc="-1" strike="noStrike">
                          <a:solidFill>
                            <a:srgbClr val="ffffff"/>
                          </a:solidFill>
                          <a:latin typeface="Univers Condensed Light"/>
                        </a:rPr>
                        <a:t>Project maintain</a:t>
                      </a:r>
                      <a:endParaRPr b="0" lang="en-IN" sz="16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600" spc="-1" strike="noStrike">
                          <a:solidFill>
                            <a:srgbClr val="ffffff"/>
                          </a:solidFill>
                          <a:latin typeface="Univers Condensed Light"/>
                        </a:rPr>
                        <a:t>Update  existing things , analyse voice of customer</a:t>
                      </a:r>
                      <a:endParaRPr b="0" lang="en-IN" sz="16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600" spc="-1" strike="noStrike">
                          <a:solidFill>
                            <a:srgbClr val="ffffff"/>
                          </a:solidFill>
                          <a:latin typeface="Univers Condensed Light"/>
                        </a:rPr>
                        <a:t>Hacker updates endless because of new tech , so we also needed to update</a:t>
                      </a:r>
                      <a:endParaRPr b="0" lang="en-IN" sz="1600" spc="-1" strike="noStrike">
                        <a:latin typeface="Arial"/>
                      </a:endParaRPr>
                    </a:p>
                  </a:txBody>
                  <a:tcPr anchor="ctr" marL="91440" marR="91440">
                    <a:lnL w="12240">
                      <a:noFill/>
                    </a:lnL>
                    <a:lnR w="12240">
                      <a:noFill/>
                    </a:lnR>
                    <a:lnT w="12240">
                      <a:noFill/>
                    </a:lnT>
                    <a:lnB w="12240">
                      <a:noFill/>
                    </a:lnB>
                    <a:solidFill>
                      <a:srgbClr val="264653"/>
                    </a:solidFill>
                  </a:tcPr>
                </a:tc>
                <a:tc>
                  <a:txBody>
                    <a:bodyPr anchor="ctr">
                      <a:noAutofit/>
                    </a:bodyPr>
                    <a:p>
                      <a:pPr algn="ctr">
                        <a:lnSpc>
                          <a:spcPct val="100000"/>
                        </a:lnSpc>
                        <a:buNone/>
                      </a:pPr>
                      <a:r>
                        <a:rPr b="0" lang="en-US" sz="1600" spc="-1" strike="noStrike">
                          <a:solidFill>
                            <a:srgbClr val="ffffff"/>
                          </a:solidFill>
                          <a:latin typeface="Univers Condensed Light"/>
                        </a:rPr>
                        <a:t>4</a:t>
                      </a:r>
                      <a:endParaRPr b="0" lang="en-IN" sz="1600" spc="-1" strike="noStrike">
                        <a:latin typeface="Arial"/>
                      </a:endParaRPr>
                    </a:p>
                  </a:txBody>
                  <a:tcPr anchor="ctr" marL="91440" marR="91440">
                    <a:lnL w="12240">
                      <a:noFill/>
                    </a:lnL>
                    <a:lnR w="12240">
                      <a:noFill/>
                    </a:lnR>
                    <a:lnT w="12240">
                      <a:noFill/>
                    </a:lnT>
                    <a:lnB w="12240">
                      <a:noFill/>
                    </a:lnB>
                    <a:solidFill>
                      <a:srgbClr val="264653"/>
                    </a:solidFill>
                  </a:tcPr>
                </a:tc>
              </a:tr>
            </a:tbl>
          </a:graphicData>
        </a:graphic>
      </p:graphicFrame>
      <p:sp>
        <p:nvSpPr>
          <p:cNvPr id="506" name="PlaceHolder 2"/>
          <p:cNvSpPr>
            <a:spLocks noGrp="1"/>
          </p:cNvSpPr>
          <p:nvPr>
            <p:ph type="dt" idx="29"/>
          </p:nvPr>
        </p:nvSpPr>
        <p:spPr>
          <a:xfrm>
            <a:off x="10629000" y="6400800"/>
            <a:ext cx="63900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20XX</a:t>
            </a:r>
            <a:endParaRPr b="0" lang="en-IN" sz="1000" spc="-1" strike="noStrike">
              <a:latin typeface="Times New Roman"/>
            </a:endParaRPr>
          </a:p>
        </p:txBody>
      </p:sp>
      <p:sp>
        <p:nvSpPr>
          <p:cNvPr id="4" name="PlaceHolder 3"/>
          <p:cNvSpPr>
            <a:spLocks noGrp="1"/>
          </p:cNvSpPr>
          <p:nvPr>
            <p:ph type="ftr" idx="11"/>
          </p:nvPr>
        </p:nvSpPr>
        <p:spPr/>
        <p:txBody>
          <a:bodyPr/>
          <a:p>
            <a:r>
              <a:t>]</a:t>
            </a:r>
          </a:p>
        </p:txBody>
      </p:sp>
      <p:sp>
        <p:nvSpPr>
          <p:cNvPr id="5" name="PlaceHolder 4"/>
          <p:cNvSpPr>
            <a:spLocks noGrp="1"/>
          </p:cNvSpPr>
          <p:nvPr>
            <p:ph type="sldNum" idx="12"/>
          </p:nvPr>
        </p:nvSpPr>
        <p:spPr/>
        <p:txBody>
          <a:bodyPr/>
          <a:p>
            <a:fld id="{F0ADDFEB-06B5-4E56-B827-1BF7F3251284}" type="slidenum">
              <a:t>11</a:t>
            </a:fld>
          </a:p>
        </p:txBody>
      </p:sp>
    </p:spTree>
  </p:cSld>
  <mc:AlternateContent>
    <mc:Choice Requires="p14">
      <p:transition spd="slow" advTm="89000" p14:dur="2000">
        <p:zoom dir="out"/>
      </p:transition>
    </mc:Choice>
    <mc:Fallback>
      <p:transition spd="slow" advTm="89000">
        <p:zoom dir="out"/>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title"/>
          </p:nvPr>
        </p:nvSpPr>
        <p:spPr>
          <a:xfrm>
            <a:off x="731520" y="1947600"/>
            <a:ext cx="3208320" cy="2860920"/>
          </a:xfrm>
          <a:prstGeom prst="rect">
            <a:avLst/>
          </a:prstGeom>
          <a:noFill/>
          <a:ln w="0">
            <a:noFill/>
          </a:ln>
        </p:spPr>
        <p:txBody>
          <a:bodyPr lIns="90000" rIns="90000" tIns="45000" bIns="45000" anchor="ctr">
            <a:noAutofit/>
          </a:bodyPr>
          <a:p>
            <a:pPr>
              <a:lnSpc>
                <a:spcPct val="100000"/>
              </a:lnSpc>
              <a:buNone/>
            </a:pPr>
            <a:r>
              <a:rPr b="0" lang="en-IN" sz="6000" spc="-1" strike="noStrike">
                <a:solidFill>
                  <a:srgbClr val="000000"/>
                </a:solidFill>
                <a:latin typeface="Century Gothic"/>
              </a:rPr>
              <a:t>Impact</a:t>
            </a:r>
            <a:endParaRPr b="0" lang="en-IN" sz="6000" spc="-1" strike="noStrike">
              <a:latin typeface="Arial"/>
            </a:endParaRPr>
          </a:p>
        </p:txBody>
      </p:sp>
      <p:sp>
        <p:nvSpPr>
          <p:cNvPr id="508" name="PlaceHolder 2"/>
          <p:cNvSpPr>
            <a:spLocks noGrp="1"/>
          </p:cNvSpPr>
          <p:nvPr>
            <p:ph/>
          </p:nvPr>
        </p:nvSpPr>
        <p:spPr>
          <a:xfrm>
            <a:off x="5769720" y="187200"/>
            <a:ext cx="3839400" cy="6073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1" lang="en-IN" sz="1600" spc="-1" strike="noStrike">
                <a:solidFill>
                  <a:srgbClr val="000000"/>
                </a:solidFill>
                <a:latin typeface="Century Gothic"/>
              </a:rPr>
              <a:t>Out come appear</a:t>
            </a:r>
            <a:endParaRPr b="0" lang="en-IN" sz="1600" spc="-1" strike="noStrike">
              <a:latin typeface="Arial"/>
            </a:endParaRPr>
          </a:p>
        </p:txBody>
      </p:sp>
      <p:sp>
        <p:nvSpPr>
          <p:cNvPr id="509" name="PlaceHolder 3"/>
          <p:cNvSpPr>
            <a:spLocks noGrp="1"/>
          </p:cNvSpPr>
          <p:nvPr>
            <p:ph/>
          </p:nvPr>
        </p:nvSpPr>
        <p:spPr>
          <a:xfrm>
            <a:off x="5769720" y="409320"/>
            <a:ext cx="6066720" cy="98496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IN" sz="1600" spc="-1" strike="noStrike">
                <a:solidFill>
                  <a:srgbClr val="000000"/>
                </a:solidFill>
                <a:latin typeface="Univers Condensed Light"/>
              </a:rPr>
              <a:t>Cyber attacks may happen like now but victims are entirely power full and there is a only a small part of people only be damaged throw cyber attack, Most of the people handle problem their own if smaller</a:t>
            </a:r>
            <a:endParaRPr b="0" lang="en-IN" sz="1600" spc="-1" strike="noStrike">
              <a:latin typeface="Arial"/>
            </a:endParaRPr>
          </a:p>
        </p:txBody>
      </p:sp>
      <p:sp>
        <p:nvSpPr>
          <p:cNvPr id="510" name="PlaceHolder 4"/>
          <p:cNvSpPr>
            <a:spLocks noGrp="1"/>
          </p:cNvSpPr>
          <p:nvPr>
            <p:ph/>
          </p:nvPr>
        </p:nvSpPr>
        <p:spPr>
          <a:xfrm>
            <a:off x="5760000" y="1576440"/>
            <a:ext cx="3839400" cy="5360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1" lang="en-IN" sz="1600" spc="-1" strike="noStrike">
                <a:solidFill>
                  <a:srgbClr val="000000"/>
                </a:solidFill>
                <a:latin typeface="Century Gothic"/>
              </a:rPr>
              <a:t>Our solution make money</a:t>
            </a:r>
            <a:endParaRPr b="0" lang="en-IN" sz="1600" spc="-1" strike="noStrike">
              <a:latin typeface="Arial"/>
            </a:endParaRPr>
          </a:p>
        </p:txBody>
      </p:sp>
      <p:sp>
        <p:nvSpPr>
          <p:cNvPr id="511" name="PlaceHolder 5"/>
          <p:cNvSpPr>
            <a:spLocks noGrp="1"/>
          </p:cNvSpPr>
          <p:nvPr>
            <p:ph/>
          </p:nvPr>
        </p:nvSpPr>
        <p:spPr>
          <a:xfrm>
            <a:off x="5623560" y="1765440"/>
            <a:ext cx="5877720" cy="63900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IN" sz="1400" spc="-1" strike="noStrike">
                <a:solidFill>
                  <a:srgbClr val="000000"/>
                </a:solidFill>
                <a:latin typeface="Univers Condensed Light"/>
              </a:rPr>
              <a:t>We introduce paid and free plan to the users those need and focus on high level privacy by taking premium needed to pay the money to us.It also earn form donations , Ads by its real world skills</a:t>
            </a:r>
            <a:endParaRPr b="0" lang="en-IN" sz="1400" spc="-1" strike="noStrike">
              <a:latin typeface="Arial"/>
            </a:endParaRPr>
          </a:p>
        </p:txBody>
      </p:sp>
      <p:sp>
        <p:nvSpPr>
          <p:cNvPr id="512" name="PlaceHolder 6"/>
          <p:cNvSpPr>
            <a:spLocks noGrp="1"/>
          </p:cNvSpPr>
          <p:nvPr>
            <p:ph/>
          </p:nvPr>
        </p:nvSpPr>
        <p:spPr>
          <a:xfrm>
            <a:off x="5771520" y="2802960"/>
            <a:ext cx="3839400" cy="5702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1" lang="en-IN" sz="1600" spc="-1" strike="noStrike">
                <a:solidFill>
                  <a:srgbClr val="000000"/>
                </a:solidFill>
                <a:latin typeface="Century Gothic"/>
              </a:rPr>
              <a:t>Solution benefit society</a:t>
            </a:r>
            <a:endParaRPr b="0" lang="en-IN" sz="1600" spc="-1" strike="noStrike">
              <a:latin typeface="Arial"/>
            </a:endParaRPr>
          </a:p>
        </p:txBody>
      </p:sp>
      <p:sp>
        <p:nvSpPr>
          <p:cNvPr id="513" name="PlaceHolder 7"/>
          <p:cNvSpPr>
            <a:spLocks noGrp="1"/>
          </p:cNvSpPr>
          <p:nvPr>
            <p:ph/>
          </p:nvPr>
        </p:nvSpPr>
        <p:spPr>
          <a:xfrm>
            <a:off x="5771520" y="3060000"/>
            <a:ext cx="5028120" cy="8078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IN" sz="1400" spc="-1" strike="noStrike">
                <a:solidFill>
                  <a:srgbClr val="000000"/>
                </a:solidFill>
                <a:latin typeface="Univers Condensed Light"/>
              </a:rPr>
              <a:t>We offer paid and free plan if a person have not enough cash to spent then can be they use affordable version , the paid plan have a low cost under 200 and larger than 50</a:t>
            </a:r>
            <a:endParaRPr b="0" lang="en-IN" sz="1400" spc="-1" strike="noStrike">
              <a:latin typeface="Arial"/>
            </a:endParaRPr>
          </a:p>
        </p:txBody>
      </p:sp>
      <p:sp>
        <p:nvSpPr>
          <p:cNvPr id="514" name="PlaceHolder 8"/>
          <p:cNvSpPr>
            <a:spLocks noGrp="1"/>
          </p:cNvSpPr>
          <p:nvPr>
            <p:ph/>
          </p:nvPr>
        </p:nvSpPr>
        <p:spPr>
          <a:xfrm>
            <a:off x="5769720" y="4010040"/>
            <a:ext cx="3774600" cy="314640"/>
          </a:xfrm>
          <a:prstGeom prst="rect">
            <a:avLst/>
          </a:prstGeom>
          <a:noFill/>
          <a:ln w="0">
            <a:noFill/>
          </a:ln>
        </p:spPr>
        <p:txBody>
          <a:bodyPr lIns="90000" rIns="90000" tIns="45000" bIns="45000" anchor="t">
            <a:noAutofit/>
          </a:bodyPr>
          <a:p>
            <a:pPr>
              <a:lnSpc>
                <a:spcPct val="90000"/>
              </a:lnSpc>
              <a:buNone/>
              <a:tabLst>
                <a:tab algn="l" pos="0"/>
              </a:tabLst>
            </a:pPr>
            <a:r>
              <a:rPr b="1" lang="en-IN" sz="1600" spc="-1" strike="noStrike">
                <a:solidFill>
                  <a:srgbClr val="000000"/>
                </a:solidFill>
                <a:latin typeface="Century Gothic"/>
              </a:rPr>
              <a:t>Business</a:t>
            </a:r>
            <a:r>
              <a:rPr b="1" lang="en-IN" sz="2000" spc="-1" strike="noStrike">
                <a:solidFill>
                  <a:srgbClr val="000000"/>
                </a:solidFill>
                <a:latin typeface="Century Gothic"/>
              </a:rPr>
              <a:t> </a:t>
            </a:r>
            <a:r>
              <a:rPr b="1" lang="en-IN" sz="1600" spc="-1" strike="noStrike">
                <a:solidFill>
                  <a:srgbClr val="000000"/>
                </a:solidFill>
                <a:latin typeface="Century Gothic"/>
              </a:rPr>
              <a:t>Impact</a:t>
            </a:r>
            <a:endParaRPr b="0" lang="en-IN" sz="1600" spc="-1" strike="noStrike">
              <a:latin typeface="Arial"/>
            </a:endParaRPr>
          </a:p>
        </p:txBody>
      </p:sp>
      <p:sp>
        <p:nvSpPr>
          <p:cNvPr id="515" name="PlaceHolder 9"/>
          <p:cNvSpPr>
            <a:spLocks noGrp="1"/>
          </p:cNvSpPr>
          <p:nvPr>
            <p:ph/>
          </p:nvPr>
        </p:nvSpPr>
        <p:spPr>
          <a:xfrm>
            <a:off x="5769720" y="4325040"/>
            <a:ext cx="5877720" cy="66060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IN" sz="1400" spc="-1" strike="noStrike">
                <a:solidFill>
                  <a:srgbClr val="000000"/>
                </a:solidFill>
                <a:latin typeface="Univers Condensed Light"/>
              </a:rPr>
              <a:t>Profit will be increase because there is no Malayalm tools to help them in cyber security. People will give first priority to data so they definitely use this may be use the premium because it is affordable</a:t>
            </a:r>
            <a:endParaRPr b="0" lang="en-IN" sz="1400" spc="-1" strike="noStrike">
              <a:latin typeface="Arial"/>
            </a:endParaRPr>
          </a:p>
        </p:txBody>
      </p:sp>
      <p:sp>
        <p:nvSpPr>
          <p:cNvPr id="516" name="PlaceHolder 10"/>
          <p:cNvSpPr>
            <a:spLocks noGrp="1"/>
          </p:cNvSpPr>
          <p:nvPr>
            <p:ph/>
          </p:nvPr>
        </p:nvSpPr>
        <p:spPr>
          <a:xfrm>
            <a:off x="5769720" y="5445720"/>
            <a:ext cx="3839400" cy="50616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1" lang="en-IN" sz="1600" spc="-1" strike="noStrike">
                <a:solidFill>
                  <a:srgbClr val="000000"/>
                </a:solidFill>
                <a:latin typeface="Century Gothic"/>
              </a:rPr>
              <a:t>Social</a:t>
            </a:r>
            <a:r>
              <a:rPr b="0" lang="en-IN" sz="1600" spc="-1" strike="noStrike">
                <a:solidFill>
                  <a:srgbClr val="000000"/>
                </a:solidFill>
                <a:latin typeface="Century Gothic"/>
              </a:rPr>
              <a:t> </a:t>
            </a:r>
            <a:r>
              <a:rPr b="1" lang="en-IN" sz="1600" spc="-1" strike="noStrike">
                <a:solidFill>
                  <a:srgbClr val="000000"/>
                </a:solidFill>
                <a:latin typeface="Century Gothic"/>
              </a:rPr>
              <a:t>Impact</a:t>
            </a:r>
            <a:endParaRPr b="0" lang="en-IN" sz="1600" spc="-1" strike="noStrike">
              <a:latin typeface="Arial"/>
            </a:endParaRPr>
          </a:p>
        </p:txBody>
      </p:sp>
      <p:sp>
        <p:nvSpPr>
          <p:cNvPr id="517" name="PlaceHolder 11"/>
          <p:cNvSpPr>
            <a:spLocks noGrp="1"/>
          </p:cNvSpPr>
          <p:nvPr>
            <p:ph/>
          </p:nvPr>
        </p:nvSpPr>
        <p:spPr>
          <a:xfrm>
            <a:off x="5769720" y="5675400"/>
            <a:ext cx="5500080" cy="59976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IN" sz="1400" spc="-1" strike="noStrike">
                <a:solidFill>
                  <a:srgbClr val="000000"/>
                </a:solidFill>
                <a:latin typeface="Univers Condensed Light"/>
              </a:rPr>
              <a:t>This will create a large impact by we offer free plan , and also </a:t>
            </a:r>
            <a:r>
              <a:rPr b="0" lang="en-IN" sz="1400" spc="-1" strike="noStrike">
                <a:solidFill>
                  <a:srgbClr val="000000"/>
                </a:solidFill>
                <a:latin typeface="Univers Condensed Light"/>
              </a:rPr>
              <a:t>we offer premium with very low cost throw that is really giving </a:t>
            </a:r>
            <a:r>
              <a:rPr b="0" lang="en-IN" sz="1400" spc="-1" strike="noStrike">
                <a:solidFill>
                  <a:srgbClr val="000000"/>
                </a:solidFill>
                <a:latin typeface="Univers Condensed Light"/>
              </a:rPr>
              <a:t>a opportunity even for a revolutionary movement</a:t>
            </a:r>
            <a:endParaRPr b="0" lang="en-IN" sz="1400" spc="-1" strike="noStrike">
              <a:latin typeface="Arial"/>
            </a:endParaRPr>
          </a:p>
        </p:txBody>
      </p:sp>
    </p:spTree>
  </p:cSld>
  <mc:AlternateContent>
    <mc:Choice Requires="p14">
      <p:transition spd="slow" advTm="306000" p14:dur="2000">
        <p14:prism/>
      </p:transition>
    </mc:Choice>
    <mc:Fallback>
      <p:transition spd="slow" advTm="3060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title"/>
          </p:nvPr>
        </p:nvSpPr>
        <p:spPr>
          <a:xfrm>
            <a:off x="452520" y="511920"/>
            <a:ext cx="11247480" cy="388080"/>
          </a:xfrm>
          <a:prstGeom prst="rect">
            <a:avLst/>
          </a:prstGeom>
          <a:noFill/>
          <a:ln w="0">
            <a:noFill/>
          </a:ln>
        </p:spPr>
        <p:txBody>
          <a:bodyPr lIns="90000" rIns="90000" tIns="45000" bIns="45000" anchor="t">
            <a:noAutofit/>
          </a:bodyPr>
          <a:p>
            <a:pPr algn="ctr">
              <a:lnSpc>
                <a:spcPct val="100000"/>
              </a:lnSpc>
              <a:buNone/>
            </a:pPr>
            <a:r>
              <a:rPr b="1" lang="en-IN" sz="5400" spc="-1" strike="noStrike">
                <a:solidFill>
                  <a:srgbClr val="000000"/>
                </a:solidFill>
                <a:latin typeface="Century Gothic"/>
              </a:rPr>
              <a:t>Support Expected from Yip</a:t>
            </a:r>
            <a:endParaRPr b="1" lang="en-IN" sz="5400" spc="-1" strike="noStrike">
              <a:latin typeface="Arial"/>
            </a:endParaRPr>
          </a:p>
        </p:txBody>
      </p:sp>
      <p:sp>
        <p:nvSpPr>
          <p:cNvPr id="519" name="PlaceHolder 2"/>
          <p:cNvSpPr>
            <a:spLocks noGrp="1"/>
          </p:cNvSpPr>
          <p:nvPr>
            <p:ph/>
          </p:nvPr>
        </p:nvSpPr>
        <p:spPr>
          <a:xfrm>
            <a:off x="685800" y="1956960"/>
            <a:ext cx="5047920" cy="3985560"/>
          </a:xfrm>
          <a:prstGeom prst="rect">
            <a:avLst/>
          </a:prstGeom>
          <a:solidFill>
            <a:srgbClr val="f3ebe8"/>
          </a:solidFill>
          <a:ln w="25560">
            <a:solidFill>
              <a:srgbClr val="000000"/>
            </a:solidFill>
            <a:round/>
          </a:ln>
        </p:spPr>
        <p:txBody>
          <a:bodyPr lIns="320040" rIns="90000" tIns="502920" bIns="45000" anchor="t">
            <a:noAutofit/>
          </a:bodyPr>
          <a:p>
            <a:pPr>
              <a:lnSpc>
                <a:spcPct val="90000"/>
              </a:lnSpc>
              <a:spcBef>
                <a:spcPts val="1001"/>
              </a:spcBef>
              <a:buNone/>
              <a:tabLst>
                <a:tab algn="l" pos="0"/>
              </a:tabLst>
            </a:pPr>
            <a:r>
              <a:rPr b="1" lang="en-IN" sz="2000" spc="-1" strike="noStrike">
                <a:solidFill>
                  <a:srgbClr val="000000"/>
                </a:solidFill>
                <a:latin typeface="Century Gothic"/>
              </a:rPr>
              <a:t>We Expected from Yip</a:t>
            </a:r>
            <a:r>
              <a:rPr b="0" lang="en-IN" sz="2000" spc="-1" strike="noStrike">
                <a:solidFill>
                  <a:srgbClr val="000000"/>
                </a:solidFill>
                <a:latin typeface="Century Gothic"/>
              </a:rPr>
              <a:t> </a:t>
            </a:r>
            <a:endParaRPr b="0" lang="en-IN" sz="2000" spc="-1" strike="noStrike">
              <a:latin typeface="Arial"/>
            </a:endParaRPr>
          </a:p>
        </p:txBody>
      </p:sp>
      <p:sp>
        <p:nvSpPr>
          <p:cNvPr id="520" name="PlaceHolder 3"/>
          <p:cNvSpPr>
            <a:spLocks noGrp="1"/>
          </p:cNvSpPr>
          <p:nvPr>
            <p:ph/>
          </p:nvPr>
        </p:nvSpPr>
        <p:spPr>
          <a:xfrm>
            <a:off x="786240" y="2779200"/>
            <a:ext cx="4749840" cy="2908440"/>
          </a:xfrm>
          <a:prstGeom prst="rect">
            <a:avLst/>
          </a:prstGeom>
          <a:noFill/>
          <a:ln w="0">
            <a:noFill/>
          </a:ln>
        </p:spPr>
        <p:txBody>
          <a:bodyPr lIns="90000" rIns="90000" tIns="45000" bIns="45000" anchor="t">
            <a:noAutofit/>
          </a:bodyPr>
          <a:p>
            <a:pPr marL="216000" indent="-216000">
              <a:lnSpc>
                <a:spcPct val="100000"/>
              </a:lnSpc>
              <a:buClr>
                <a:srgbClr val="000000"/>
              </a:buClr>
              <a:buSzPct val="45000"/>
              <a:buFont typeface="Wingdings" charset="2"/>
              <a:buChar char=""/>
              <a:tabLst>
                <a:tab algn="l" pos="0"/>
              </a:tabLst>
            </a:pPr>
            <a:r>
              <a:rPr b="0" lang="en-IN" sz="1600" spc="-1" strike="noStrike">
                <a:solidFill>
                  <a:srgbClr val="000000"/>
                </a:solidFill>
                <a:latin typeface="Univers Condensed Light"/>
              </a:rPr>
              <a:t>Can the Yip turn this into a </a:t>
            </a:r>
            <a:r>
              <a:rPr b="0" lang="en-IN" sz="1600" spc="-1" strike="noStrike">
                <a:solidFill>
                  <a:srgbClr val="000000"/>
                </a:solidFill>
                <a:latin typeface="Univers Condensed Light"/>
              </a:rPr>
              <a:t>government-backed project — a </a:t>
            </a:r>
            <a:r>
              <a:rPr b="0" lang="en-IN" sz="1600" spc="-1" strike="noStrike">
                <a:solidFill>
                  <a:srgbClr val="000000"/>
                </a:solidFill>
                <a:latin typeface="Univers Condensed Light"/>
              </a:rPr>
              <a:t>revolutionary movement where </a:t>
            </a:r>
            <a:r>
              <a:rPr b="0" lang="en-IN" sz="1600" spc="-1" strike="noStrike">
                <a:solidFill>
                  <a:srgbClr val="000000"/>
                </a:solidFill>
                <a:latin typeface="Univers Condensed Light"/>
              </a:rPr>
              <a:t>the government develops a </a:t>
            </a:r>
            <a:r>
              <a:rPr b="0" lang="en-IN" sz="1600" spc="-1" strike="noStrike">
                <a:solidFill>
                  <a:srgbClr val="000000"/>
                </a:solidFill>
                <a:latin typeface="Univers Condensed Light"/>
              </a:rPr>
              <a:t>powerful cybersecurity tool to </a:t>
            </a:r>
            <a:r>
              <a:rPr b="0" lang="en-IN" sz="1600" spc="-1" strike="noStrike">
                <a:solidFill>
                  <a:srgbClr val="000000"/>
                </a:solidFill>
                <a:latin typeface="Univers Condensed Light"/>
              </a:rPr>
              <a:t>protect its people, create jobs for </a:t>
            </a:r>
            <a:r>
              <a:rPr b="0" lang="en-IN" sz="1600" spc="-1" strike="noStrike">
                <a:solidFill>
                  <a:srgbClr val="000000"/>
                </a:solidFill>
                <a:latin typeface="Univers Condensed Light"/>
              </a:rPr>
              <a:t>ethical hackers and software </a:t>
            </a:r>
            <a:r>
              <a:rPr b="0" lang="en-IN" sz="1600" spc="-1" strike="noStrike">
                <a:solidFill>
                  <a:srgbClr val="000000"/>
                </a:solidFill>
                <a:latin typeface="Univers Condensed Light"/>
              </a:rPr>
              <a:t>developers, provide income </a:t>
            </a:r>
            <a:r>
              <a:rPr b="0" lang="en-IN" sz="1600" spc="-1" strike="noStrike">
                <a:solidFill>
                  <a:srgbClr val="000000"/>
                </a:solidFill>
                <a:latin typeface="Univers Condensed Light"/>
              </a:rPr>
              <a:t>opportunities, and promote social </a:t>
            </a:r>
            <a:r>
              <a:rPr b="0" lang="en-IN" sz="1600" spc="-1" strike="noStrike">
                <a:solidFill>
                  <a:srgbClr val="000000"/>
                </a:solidFill>
                <a:latin typeface="Univers Condensed Light"/>
              </a:rPr>
              <a:t>welfare? This would make it a ‘by </a:t>
            </a:r>
            <a:r>
              <a:rPr b="0" lang="en-IN" sz="1600" spc="-1" strike="noStrike">
                <a:solidFill>
                  <a:srgbClr val="000000"/>
                </a:solidFill>
                <a:latin typeface="Univers Condensed Light"/>
              </a:rPr>
              <a:t>the people, for the people’ </a:t>
            </a:r>
            <a:r>
              <a:rPr b="0" lang="en-IN" sz="1600" spc="-1" strike="noStrike">
                <a:solidFill>
                  <a:srgbClr val="000000"/>
                </a:solidFill>
                <a:latin typeface="Univers Condensed Light"/>
              </a:rPr>
              <a:t>initiative in national </a:t>
            </a:r>
            <a:r>
              <a:rPr b="0" lang="en-IN" sz="1600" spc="-1" strike="noStrike">
                <a:solidFill>
                  <a:srgbClr val="000000"/>
                </a:solidFill>
                <a:latin typeface="Univers Condensed Light"/>
              </a:rPr>
              <a:t>cybersecurity.</a:t>
            </a:r>
            <a:endParaRPr b="0" lang="en-IN" sz="1600" spc="-1" strike="noStrike">
              <a:latin typeface="Arial"/>
            </a:endParaRPr>
          </a:p>
        </p:txBody>
      </p:sp>
      <p:sp>
        <p:nvSpPr>
          <p:cNvPr id="521" name="PlaceHolder 4"/>
          <p:cNvSpPr>
            <a:spLocks noGrp="1"/>
          </p:cNvSpPr>
          <p:nvPr>
            <p:ph/>
          </p:nvPr>
        </p:nvSpPr>
        <p:spPr>
          <a:xfrm>
            <a:off x="6300000" y="1954440"/>
            <a:ext cx="5046480" cy="3985560"/>
          </a:xfrm>
          <a:prstGeom prst="rect">
            <a:avLst/>
          </a:prstGeom>
          <a:solidFill>
            <a:srgbClr val="f3ebe8"/>
          </a:solidFill>
          <a:ln w="25560">
            <a:solidFill>
              <a:srgbClr val="000000"/>
            </a:solidFill>
            <a:round/>
          </a:ln>
        </p:spPr>
        <p:txBody>
          <a:bodyPr lIns="320040" rIns="90000" tIns="502920" bIns="45000" anchor="t">
            <a:noAutofit/>
          </a:bodyPr>
          <a:p>
            <a:pPr marL="432000" indent="-324000">
              <a:spcBef>
                <a:spcPts val="1417"/>
              </a:spcBef>
              <a:buClr>
                <a:srgbClr val="000000"/>
              </a:buClr>
              <a:buSzPct val="45000"/>
              <a:buFont typeface="Wingdings" charset="2"/>
              <a:buChar char=""/>
            </a:pPr>
            <a:r>
              <a:rPr b="0" lang="en-IN" sz="1800" spc="-1" strike="noStrike">
                <a:latin typeface="Arial"/>
              </a:rPr>
              <a:t>We are expecting the fund for the </a:t>
            </a:r>
            <a:r>
              <a:rPr b="0" lang="en-IN" sz="1800" spc="-1" strike="noStrike">
                <a:latin typeface="Arial"/>
              </a:rPr>
              <a:t>project which secure the entire cyber </a:t>
            </a:r>
            <a:r>
              <a:rPr b="0" lang="en-IN" sz="1800" spc="-1" strike="noStrike">
                <a:latin typeface="Arial"/>
              </a:rPr>
              <a:t>world</a:t>
            </a:r>
            <a:r>
              <a:rPr b="0" lang="en-IN" sz="1800" spc="-1" strike="noStrike">
                <a:latin typeface="Arial"/>
              </a:rPr>
              <a:t>.</a:t>
            </a:r>
            <a:endParaRPr b="0" lang="en-IN" sz="1800" spc="-1" strike="noStrike">
              <a:latin typeface="Arial"/>
            </a:endParaRPr>
          </a:p>
          <a:p>
            <a:pPr marL="432000" indent="-324000">
              <a:spcBef>
                <a:spcPts val="1417"/>
              </a:spcBef>
              <a:buClr>
                <a:srgbClr val="000000"/>
              </a:buClr>
              <a:buSzPct val="45000"/>
              <a:buFont typeface="Wingdings" charset="2"/>
              <a:buChar char=""/>
            </a:pPr>
            <a:r>
              <a:rPr b="0" lang="en-IN" sz="1800" spc="-1" strike="noStrike">
                <a:latin typeface="Arial"/>
              </a:rPr>
              <a:t> </a:t>
            </a:r>
            <a:endParaRPr b="0" lang="en-IN" sz="1800" spc="-1" strike="noStrike">
              <a:latin typeface="Arial"/>
            </a:endParaRPr>
          </a:p>
        </p:txBody>
      </p:sp>
      <p:sp>
        <p:nvSpPr>
          <p:cNvPr id="522" name="PlaceHolder 5"/>
          <p:cNvSpPr>
            <a:spLocks noGrp="1"/>
          </p:cNvSpPr>
          <p:nvPr>
            <p:ph type="sldNum" idx="30"/>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59D5BC61-1924-4F18-B862-0EC1AE03F482}"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523" name="PlaceHolder 6"/>
          <p:cNvSpPr>
            <a:spLocks noGrp="1"/>
          </p:cNvSpPr>
          <p:nvPr>
            <p:ph type="ftr" idx="31"/>
          </p:nvPr>
        </p:nvSpPr>
        <p:spPr>
          <a:xfrm>
            <a:off x="5364360" y="6400800"/>
            <a:ext cx="1461960" cy="245880"/>
          </a:xfrm>
          <a:prstGeom prst="rect">
            <a:avLst/>
          </a:prstGeom>
          <a:noFill/>
          <a:ln w="0">
            <a:noFill/>
          </a:ln>
        </p:spPr>
        <p:txBody>
          <a:bodyPr lIns="0" rIns="0" tIns="45000" bIns="45000" anchor="ctr">
            <a:noAutofit/>
          </a:bodyPr>
          <a:lstStyle>
            <a:lvl1pPr>
              <a:defRPr b="0" lang="en-IN" sz="2400" spc="-1" strike="noStrike">
                <a:latin typeface="Times New Roman"/>
              </a:defRPr>
            </a:lvl1pPr>
          </a:lstStyle>
          <a:p>
            <a:endParaRPr b="0" lang="en-IN" sz="2400" spc="-1" strike="noStrike">
              <a:latin typeface="Times New Roman"/>
            </a:endParaRPr>
          </a:p>
        </p:txBody>
      </p:sp>
      <p:sp>
        <p:nvSpPr>
          <p:cNvPr id="524" name="PlaceHolder 7"/>
          <p:cNvSpPr>
            <a:spLocks noGrp="1"/>
          </p:cNvSpPr>
          <p:nvPr>
            <p:ph type="dt" idx="32"/>
          </p:nvPr>
        </p:nvSpPr>
        <p:spPr>
          <a:xfrm>
            <a:off x="10629000" y="6400800"/>
            <a:ext cx="63900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20XX</a:t>
            </a:r>
            <a:endParaRPr b="0" lang="en-IN" sz="1000" spc="-1" strike="noStrike">
              <a:latin typeface="Times New Roman"/>
            </a:endParaRPr>
          </a:p>
        </p:txBody>
      </p:sp>
    </p:spTree>
  </p:cSld>
  <mc:AlternateContent>
    <mc:Choice Requires="p14">
      <p:transition spd="slow" advTm="146000" p14:dur="2000">
        <p:cover dir="d"/>
      </p:transition>
    </mc:Choice>
    <mc:Fallback>
      <p:transition spd="slow" advTm="146000">
        <p:cover dir="d"/>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Num" idx="33"/>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E6E48222-0572-414D-AC63-A025466483DB}"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526" name="PlaceHolder 2"/>
          <p:cNvSpPr>
            <a:spLocks noGrp="1"/>
          </p:cNvSpPr>
          <p:nvPr>
            <p:ph type="dt" idx="34"/>
          </p:nvPr>
        </p:nvSpPr>
        <p:spPr>
          <a:xfrm>
            <a:off x="10629000" y="6400800"/>
            <a:ext cx="63900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20XX</a:t>
            </a:r>
            <a:endParaRPr b="0" lang="en-IN" sz="1000" spc="-1" strike="noStrike">
              <a:latin typeface="Times New Roman"/>
            </a:endParaRPr>
          </a:p>
        </p:txBody>
      </p:sp>
      <p:pic>
        <p:nvPicPr>
          <p:cNvPr id="527" name="Picture 5" descr=""/>
          <p:cNvPicPr/>
          <p:nvPr/>
        </p:nvPicPr>
        <p:blipFill>
          <a:blip r:embed="rId1"/>
          <a:stretch/>
        </p:blipFill>
        <p:spPr>
          <a:xfrm>
            <a:off x="5011560" y="207720"/>
            <a:ext cx="6410160" cy="5391000"/>
          </a:xfrm>
          <a:prstGeom prst="rect">
            <a:avLst/>
          </a:prstGeom>
          <a:ln w="0">
            <a:noFill/>
          </a:ln>
        </p:spPr>
      </p:pic>
      <p:sp>
        <p:nvSpPr>
          <p:cNvPr id="528" name="TextBox 7"/>
          <p:cNvSpPr/>
          <p:nvPr/>
        </p:nvSpPr>
        <p:spPr>
          <a:xfrm>
            <a:off x="7220880" y="5815800"/>
            <a:ext cx="215748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1800" spc="-1" strike="noStrike">
                <a:solidFill>
                  <a:srgbClr val="000000"/>
                </a:solidFill>
                <a:latin typeface="Univers Condensed Light"/>
                <a:ea typeface="DejaVu Sans"/>
              </a:rPr>
              <a:t>SOURCE : google.com</a:t>
            </a:r>
            <a:endParaRPr b="0" lang="en-IN" sz="1800" spc="-1" strike="noStrike">
              <a:latin typeface="Arial"/>
            </a:endParaRPr>
          </a:p>
        </p:txBody>
      </p:sp>
      <p:sp>
        <p:nvSpPr>
          <p:cNvPr id="529" name="TextBox 9"/>
          <p:cNvSpPr/>
          <p:nvPr/>
        </p:nvSpPr>
        <p:spPr>
          <a:xfrm>
            <a:off x="329760" y="2149200"/>
            <a:ext cx="5287320" cy="10951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6600" spc="-1" strike="noStrike">
                <a:solidFill>
                  <a:srgbClr val="000000"/>
                </a:solidFill>
                <a:latin typeface="Comic Sans MS"/>
                <a:ea typeface="DejaVu Sans"/>
              </a:rPr>
              <a:t>Figure 1.0</a:t>
            </a:r>
            <a:endParaRPr b="0" lang="en-IN" sz="6600" spc="-1" strike="noStrike">
              <a:latin typeface="Arial"/>
            </a:endParaRPr>
          </a:p>
        </p:txBody>
      </p:sp>
    </p:spTree>
  </p:cSld>
  <mc:AlternateContent>
    <mc:Choice Requires="p14">
      <p:transition spd="slow" advTm="52000" p14:dur="2000">
        <p:fade thruBlk="true"/>
      </p:transition>
    </mc:Choice>
    <mc:Fallback>
      <p:transition spd="slow" advTm="52000">
        <p:fade thruBlk="tru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Num" idx="35"/>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AA4F0010-D53C-4AE5-BEFE-782166ED0B0D}"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531" name="PlaceHolder 2"/>
          <p:cNvSpPr>
            <a:spLocks noGrp="1"/>
          </p:cNvSpPr>
          <p:nvPr>
            <p:ph type="dt" idx="36"/>
          </p:nvPr>
        </p:nvSpPr>
        <p:spPr>
          <a:xfrm>
            <a:off x="10629000" y="6400800"/>
            <a:ext cx="63900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20XX</a:t>
            </a:r>
            <a:endParaRPr b="0" lang="en-IN" sz="1000" spc="-1" strike="noStrike">
              <a:latin typeface="Times New Roman"/>
            </a:endParaRPr>
          </a:p>
        </p:txBody>
      </p:sp>
      <p:pic>
        <p:nvPicPr>
          <p:cNvPr id="532" name="Picture 5" descr=""/>
          <p:cNvPicPr/>
          <p:nvPr/>
        </p:nvPicPr>
        <p:blipFill>
          <a:blip r:embed="rId1"/>
          <a:stretch/>
        </p:blipFill>
        <p:spPr>
          <a:xfrm>
            <a:off x="959760" y="360720"/>
            <a:ext cx="10592280" cy="3314160"/>
          </a:xfrm>
          <a:prstGeom prst="rect">
            <a:avLst/>
          </a:prstGeom>
          <a:ln w="0">
            <a:noFill/>
          </a:ln>
        </p:spPr>
      </p:pic>
      <p:sp>
        <p:nvSpPr>
          <p:cNvPr id="533" name="TextBox 6"/>
          <p:cNvSpPr/>
          <p:nvPr/>
        </p:nvSpPr>
        <p:spPr>
          <a:xfrm>
            <a:off x="1261440" y="4325040"/>
            <a:ext cx="3857760" cy="1308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IN" sz="8000" spc="-1" strike="noStrike">
                <a:solidFill>
                  <a:srgbClr val="000000"/>
                </a:solidFill>
                <a:latin typeface="Comic Sans MS"/>
                <a:ea typeface="DejaVu Sans"/>
              </a:rPr>
              <a:t>Figure 2.0</a:t>
            </a:r>
            <a:endParaRPr b="0" lang="en-IN" sz="8000" spc="-1" strike="noStrike">
              <a:latin typeface="Arial"/>
            </a:endParaRPr>
          </a:p>
        </p:txBody>
      </p:sp>
      <p:sp>
        <p:nvSpPr>
          <p:cNvPr id="534" name="TextBox 7"/>
          <p:cNvSpPr/>
          <p:nvPr/>
        </p:nvSpPr>
        <p:spPr>
          <a:xfrm>
            <a:off x="7197840" y="4694400"/>
            <a:ext cx="3647160" cy="1064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3200" spc="-1" strike="noStrike">
                <a:solidFill>
                  <a:srgbClr val="000000"/>
                </a:solidFill>
                <a:latin typeface="Univers Condensed Light"/>
                <a:ea typeface="DejaVu Sans"/>
              </a:rPr>
              <a:t>Source : Google.com</a:t>
            </a:r>
            <a:endParaRPr b="0" lang="en-IN" sz="3200" spc="-1" strike="noStrike">
              <a:latin typeface="Arial"/>
            </a:endParaRPr>
          </a:p>
        </p:txBody>
      </p:sp>
    </p:spTree>
  </p:cSld>
  <mc:AlternateContent>
    <mc:Choice Requires="p14">
      <p:transition spd="slow" p14:dur="2000">
        <p:wipe dir="u"/>
      </p:transition>
    </mc:Choice>
    <mc:Fallback>
      <p:transition spd="slow">
        <p:wipe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sldNum" idx="37"/>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BB0D8AA9-AB8E-4009-9AB2-99C7D725282D}"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536" name="PlaceHolder 2"/>
          <p:cNvSpPr>
            <a:spLocks noGrp="1"/>
          </p:cNvSpPr>
          <p:nvPr>
            <p:ph type="dt" idx="38"/>
          </p:nvPr>
        </p:nvSpPr>
        <p:spPr>
          <a:xfrm>
            <a:off x="10629000" y="6400800"/>
            <a:ext cx="63900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20XX</a:t>
            </a:r>
            <a:endParaRPr b="0" lang="en-IN" sz="1000" spc="-1" strike="noStrike">
              <a:latin typeface="Times New Roman"/>
            </a:endParaRPr>
          </a:p>
        </p:txBody>
      </p:sp>
      <p:pic>
        <p:nvPicPr>
          <p:cNvPr id="537" name="Picture 5" descr=""/>
          <p:cNvPicPr/>
          <p:nvPr/>
        </p:nvPicPr>
        <p:blipFill>
          <a:blip r:embed="rId1"/>
          <a:stretch/>
        </p:blipFill>
        <p:spPr>
          <a:xfrm>
            <a:off x="0" y="0"/>
            <a:ext cx="12191040" cy="4640040"/>
          </a:xfrm>
          <a:prstGeom prst="rect">
            <a:avLst/>
          </a:prstGeom>
          <a:ln w="0">
            <a:noFill/>
          </a:ln>
        </p:spPr>
      </p:pic>
      <p:sp>
        <p:nvSpPr>
          <p:cNvPr id="538" name="TextBox 6"/>
          <p:cNvSpPr/>
          <p:nvPr/>
        </p:nvSpPr>
        <p:spPr>
          <a:xfrm>
            <a:off x="347760" y="4734000"/>
            <a:ext cx="9148320" cy="1095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IN" sz="6600" spc="-1" strike="noStrike">
                <a:solidFill>
                  <a:srgbClr val="000000"/>
                </a:solidFill>
                <a:latin typeface="MV Boli"/>
                <a:ea typeface="DejaVu Sans"/>
              </a:rPr>
              <a:t>Source : Google.com </a:t>
            </a:r>
            <a:endParaRPr b="0" lang="en-IN" sz="6600" spc="-1" strike="noStrike">
              <a:latin typeface="Arial"/>
            </a:endParaRPr>
          </a:p>
        </p:txBody>
      </p:sp>
      <p:sp>
        <p:nvSpPr>
          <p:cNvPr id="539" name="TextBox 7"/>
          <p:cNvSpPr/>
          <p:nvPr/>
        </p:nvSpPr>
        <p:spPr>
          <a:xfrm>
            <a:off x="8803800" y="5824800"/>
            <a:ext cx="244800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IN" sz="3600" spc="-1" strike="noStrike">
                <a:solidFill>
                  <a:srgbClr val="000000"/>
                </a:solidFill>
                <a:latin typeface="MV Boli"/>
                <a:ea typeface="DejaVu Sans"/>
              </a:rPr>
              <a:t>Figure 3.0</a:t>
            </a:r>
            <a:endParaRPr b="0" lang="en-IN" sz="3600" spc="-1" strike="noStrike">
              <a:latin typeface="Arial"/>
            </a:endParaRPr>
          </a:p>
        </p:txBody>
      </p:sp>
    </p:spTree>
  </p:cSld>
  <mc:AlternateContent>
    <mc:Choice Requires="p14">
      <p:transition spd="slow" p14:dur="2000">
        <p:randomBar dir="vert"/>
      </p:transition>
    </mc:Choice>
    <mc:Fallback>
      <p:transition spd="slow">
        <p:randomBar dir="vert"/>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Num" idx="39"/>
          </p:nvPr>
        </p:nvSpPr>
        <p:spPr>
          <a:xfrm>
            <a:off x="838080" y="6400800"/>
            <a:ext cx="36468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fld id="{F9603859-E51B-4753-B5B2-898D73F9969E}" type="slidenum">
              <a:rPr b="0" lang="en-US" sz="1000" spc="-1" strike="noStrike">
                <a:solidFill>
                  <a:srgbClr val="000000"/>
                </a:solidFill>
                <a:latin typeface="Century Gothic"/>
              </a:rPr>
              <a:t>&lt;number&gt;</a:t>
            </a:fld>
            <a:endParaRPr b="0" lang="en-IN" sz="1000" spc="-1" strike="noStrike">
              <a:latin typeface="Times New Roman"/>
            </a:endParaRPr>
          </a:p>
        </p:txBody>
      </p:sp>
      <p:sp>
        <p:nvSpPr>
          <p:cNvPr id="541" name="PlaceHolder 2"/>
          <p:cNvSpPr>
            <a:spLocks noGrp="1"/>
          </p:cNvSpPr>
          <p:nvPr>
            <p:ph type="dt" idx="40"/>
          </p:nvPr>
        </p:nvSpPr>
        <p:spPr>
          <a:xfrm>
            <a:off x="10629000" y="6400800"/>
            <a:ext cx="639000" cy="245880"/>
          </a:xfrm>
          <a:prstGeom prst="rect">
            <a:avLst/>
          </a:prstGeom>
          <a:noFill/>
          <a:ln w="0">
            <a:noFill/>
          </a:ln>
        </p:spPr>
        <p:txBody>
          <a:bodyPr lIns="0" rIns="0" tIns="45000" bIns="45000" anchor="ctr">
            <a:noAutofit/>
          </a:bodyPr>
          <a:lstStyle>
            <a:lvl1pPr algn="ctr">
              <a:lnSpc>
                <a:spcPct val="100000"/>
              </a:lnSpc>
              <a:buNone/>
              <a:defRPr b="0" lang="en-US" sz="1000" spc="-1" strike="noStrike">
                <a:solidFill>
                  <a:srgbClr val="000000"/>
                </a:solidFill>
                <a:latin typeface="Century Gothic"/>
              </a:defRPr>
            </a:lvl1pPr>
          </a:lstStyle>
          <a:p>
            <a:pPr algn="ctr">
              <a:lnSpc>
                <a:spcPct val="100000"/>
              </a:lnSpc>
              <a:buNone/>
            </a:pPr>
            <a:r>
              <a:rPr b="0" lang="en-US" sz="1000" spc="-1" strike="noStrike">
                <a:solidFill>
                  <a:srgbClr val="000000"/>
                </a:solidFill>
                <a:latin typeface="Century Gothic"/>
              </a:rPr>
              <a:t>20XX</a:t>
            </a:r>
            <a:endParaRPr b="0" lang="en-IN" sz="1000" spc="-1" strike="noStrike">
              <a:latin typeface="Times New Roman"/>
            </a:endParaRPr>
          </a:p>
        </p:txBody>
      </p:sp>
      <p:sp>
        <p:nvSpPr>
          <p:cNvPr id="542" name="TextBox 4"/>
          <p:cNvSpPr/>
          <p:nvPr/>
        </p:nvSpPr>
        <p:spPr>
          <a:xfrm>
            <a:off x="391680" y="255960"/>
            <a:ext cx="5644440" cy="1004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IN" sz="6000" spc="-1" strike="noStrike">
                <a:solidFill>
                  <a:srgbClr val="000000"/>
                </a:solidFill>
                <a:latin typeface="MV Boli"/>
                <a:ea typeface="DejaVu Sans"/>
              </a:rPr>
              <a:t>Athul vinod .M</a:t>
            </a:r>
            <a:endParaRPr b="0" lang="en-IN" sz="6000" spc="-1" strike="noStrike">
              <a:latin typeface="Arial"/>
            </a:endParaRPr>
          </a:p>
        </p:txBody>
      </p:sp>
      <p:sp>
        <p:nvSpPr>
          <p:cNvPr id="543" name="TextBox 5"/>
          <p:cNvSpPr/>
          <p:nvPr/>
        </p:nvSpPr>
        <p:spPr>
          <a:xfrm>
            <a:off x="0" y="1260000"/>
            <a:ext cx="7612200" cy="3381480"/>
          </a:xfrm>
          <a:prstGeom prst="rect">
            <a:avLst/>
          </a:prstGeom>
          <a:noFill/>
          <a:ln w="0">
            <a:noFill/>
          </a:ln>
        </p:spPr>
        <p:style>
          <a:lnRef idx="0"/>
          <a:fillRef idx="0"/>
          <a:effectRef idx="0"/>
          <a:fontRef idx="minor"/>
        </p:style>
        <p:txBody>
          <a:bodyPr wrap="none" lIns="90000" rIns="90000" tIns="45000" bIns="45000" anchor="t">
            <a:spAutoFit/>
          </a:bodyPr>
          <a:p>
            <a:pPr marL="343080" indent="-343080">
              <a:lnSpc>
                <a:spcPct val="100000"/>
              </a:lnSpc>
              <a:buClr>
                <a:srgbClr val="000000"/>
              </a:buClr>
              <a:buFont typeface="Symbol"/>
              <a:buChar char="¨"/>
            </a:pPr>
            <a:r>
              <a:rPr b="0" lang="en-IN" sz="2400" spc="-1" strike="noStrike">
                <a:solidFill>
                  <a:srgbClr val="000000"/>
                </a:solidFill>
                <a:latin typeface="Univers Condensed Light"/>
                <a:ea typeface="DejaVu Sans"/>
              </a:rPr>
              <a:t>Full stack web developer </a:t>
            </a:r>
            <a:endParaRPr b="0" lang="en-IN" sz="2400" spc="-1" strike="noStrike">
              <a:latin typeface="Arial"/>
            </a:endParaRPr>
          </a:p>
          <a:p>
            <a:pPr marL="343080" indent="-343080">
              <a:lnSpc>
                <a:spcPct val="100000"/>
              </a:lnSpc>
              <a:buClr>
                <a:srgbClr val="000000"/>
              </a:buClr>
              <a:buFont typeface="Symbol"/>
              <a:buChar char="¨"/>
            </a:pPr>
            <a:r>
              <a:rPr b="0" lang="en-IN" sz="2400" spc="-1" strike="noStrike">
                <a:solidFill>
                  <a:srgbClr val="000000"/>
                </a:solidFill>
                <a:latin typeface="Univers Condensed Light"/>
                <a:ea typeface="DejaVu Sans"/>
              </a:rPr>
              <a:t>Listed by the google searches</a:t>
            </a:r>
            <a:endParaRPr b="0" lang="en-IN" sz="2400" spc="-1" strike="noStrike">
              <a:latin typeface="Arial"/>
            </a:endParaRPr>
          </a:p>
          <a:p>
            <a:pPr marL="343080" indent="-343080">
              <a:lnSpc>
                <a:spcPct val="100000"/>
              </a:lnSpc>
              <a:buClr>
                <a:srgbClr val="000000"/>
              </a:buClr>
              <a:buFont typeface="Symbol"/>
              <a:buChar char="¨"/>
            </a:pPr>
            <a:r>
              <a:rPr b="0" lang="en-IN" sz="2400" spc="-1" strike="noStrike">
                <a:solidFill>
                  <a:srgbClr val="000000"/>
                </a:solidFill>
                <a:latin typeface="Univers Condensed Light"/>
                <a:ea typeface="DejaVu Sans"/>
              </a:rPr>
              <a:t>Cyber security student (Self learning)</a:t>
            </a:r>
            <a:endParaRPr b="0" lang="en-IN" sz="2400" spc="-1" strike="noStrike">
              <a:latin typeface="Arial"/>
            </a:endParaRPr>
          </a:p>
          <a:p>
            <a:pPr>
              <a:lnSpc>
                <a:spcPct val="100000"/>
              </a:lnSpc>
              <a:buNone/>
            </a:pPr>
            <a:endParaRPr b="0" lang="en-IN" sz="2400" spc="-1" strike="noStrike">
              <a:latin typeface="Arial"/>
            </a:endParaRPr>
          </a:p>
          <a:p>
            <a:pPr>
              <a:lnSpc>
                <a:spcPct val="100000"/>
              </a:lnSpc>
              <a:buNone/>
            </a:pPr>
            <a:r>
              <a:rPr b="0" lang="en-IN" sz="2400" spc="-1" strike="noStrike">
                <a:solidFill>
                  <a:srgbClr val="000000"/>
                </a:solidFill>
                <a:latin typeface="Univers Condensed Light"/>
                <a:ea typeface="DejaVu Sans"/>
              </a:rPr>
              <a:t>I am a</a:t>
            </a:r>
            <a:endParaRPr b="0" lang="en-IN" sz="2400" spc="-1" strike="noStrike">
              <a:latin typeface="Arial"/>
            </a:endParaRPr>
          </a:p>
          <a:p>
            <a:pPr marL="343080" indent="-343080">
              <a:lnSpc>
                <a:spcPct val="100000"/>
              </a:lnSpc>
              <a:buClr>
                <a:srgbClr val="000000"/>
              </a:buClr>
              <a:buFont typeface="Symbol"/>
              <a:buChar char="¨"/>
            </a:pPr>
            <a:r>
              <a:rPr b="0" lang="en-IN" sz="2400" spc="-1" strike="noStrike">
                <a:solidFill>
                  <a:srgbClr val="000000"/>
                </a:solidFill>
                <a:latin typeface="Univers Condensed Light"/>
                <a:ea typeface="DejaVu Sans"/>
              </a:rPr>
              <a:t>Python flask developer</a:t>
            </a:r>
            <a:endParaRPr b="0" lang="en-IN" sz="2400" spc="-1" strike="noStrike">
              <a:latin typeface="Arial"/>
            </a:endParaRPr>
          </a:p>
          <a:p>
            <a:pPr marL="343080" indent="-343080">
              <a:lnSpc>
                <a:spcPct val="100000"/>
              </a:lnSpc>
              <a:buClr>
                <a:srgbClr val="000000"/>
              </a:buClr>
              <a:buFont typeface="Symbol"/>
              <a:buChar char="¨"/>
            </a:pPr>
            <a:r>
              <a:rPr b="0" lang="en-IN" sz="2400" spc="-1" strike="noStrike">
                <a:solidFill>
                  <a:srgbClr val="000000"/>
                </a:solidFill>
                <a:latin typeface="Univers Condensed Light"/>
                <a:ea typeface="DejaVu Sans"/>
              </a:rPr>
              <a:t>Frontend developer</a:t>
            </a:r>
            <a:endParaRPr b="0" lang="en-IN" sz="2400" spc="-1" strike="noStrike">
              <a:latin typeface="Arial"/>
            </a:endParaRPr>
          </a:p>
          <a:p>
            <a:pPr marL="343080" indent="-343080">
              <a:lnSpc>
                <a:spcPct val="100000"/>
              </a:lnSpc>
              <a:buClr>
                <a:srgbClr val="000000"/>
              </a:buClr>
              <a:buFont typeface="Symbol"/>
              <a:buChar char="¨"/>
            </a:pPr>
            <a:r>
              <a:rPr b="0" lang="en-IN" sz="2400" spc="-1" strike="noStrike">
                <a:solidFill>
                  <a:srgbClr val="000000"/>
                </a:solidFill>
                <a:latin typeface="Univers Condensed Light"/>
                <a:ea typeface="DejaVu Sans"/>
              </a:rPr>
              <a:t>Knows variant tools like Git, Microservices etc.</a:t>
            </a:r>
            <a:endParaRPr b="0" lang="en-IN" sz="2400" spc="-1" strike="noStrike">
              <a:latin typeface="Arial"/>
            </a:endParaRPr>
          </a:p>
          <a:p>
            <a:pPr>
              <a:lnSpc>
                <a:spcPct val="100000"/>
              </a:lnSpc>
              <a:buNone/>
            </a:pPr>
            <a:endParaRPr b="0" lang="en-IN" sz="2400" spc="-1" strike="noStrike">
              <a:latin typeface="Arial"/>
            </a:endParaRPr>
          </a:p>
        </p:txBody>
      </p:sp>
      <p:sp>
        <p:nvSpPr>
          <p:cNvPr id="544" name="TextBox 6"/>
          <p:cNvSpPr/>
          <p:nvPr/>
        </p:nvSpPr>
        <p:spPr>
          <a:xfrm>
            <a:off x="6640200" y="474480"/>
            <a:ext cx="5450760" cy="1004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IN" sz="6000" spc="-1" strike="noStrike">
                <a:solidFill>
                  <a:srgbClr val="000000"/>
                </a:solidFill>
                <a:latin typeface="MV Boli"/>
                <a:ea typeface="DejaVu Sans"/>
              </a:rPr>
              <a:t>Devanath V.M</a:t>
            </a:r>
            <a:endParaRPr b="0" lang="en-IN" sz="6000" spc="-1" strike="noStrike">
              <a:latin typeface="Arial"/>
            </a:endParaRPr>
          </a:p>
        </p:txBody>
      </p:sp>
      <p:sp>
        <p:nvSpPr>
          <p:cNvPr id="545" name="TextBox 7"/>
          <p:cNvSpPr/>
          <p:nvPr/>
        </p:nvSpPr>
        <p:spPr>
          <a:xfrm>
            <a:off x="6319080" y="1740600"/>
            <a:ext cx="4741920" cy="942840"/>
          </a:xfrm>
          <a:prstGeom prst="rect">
            <a:avLst/>
          </a:prstGeom>
          <a:noFill/>
          <a:ln w="0">
            <a:noFill/>
          </a:ln>
        </p:spPr>
        <p:style>
          <a:lnRef idx="0"/>
          <a:fillRef idx="0"/>
          <a:effectRef idx="0"/>
          <a:fontRef idx="minor"/>
        </p:style>
        <p:txBody>
          <a:bodyPr wrap="none" lIns="90000" rIns="90000" tIns="45000" bIns="45000" anchor="t">
            <a:spAutoFit/>
          </a:bodyPr>
          <a:p>
            <a:pPr marL="285840" indent="-285840">
              <a:lnSpc>
                <a:spcPct val="100000"/>
              </a:lnSpc>
              <a:buClr>
                <a:srgbClr val="000000"/>
              </a:buClr>
              <a:buFont typeface="Symbol"/>
              <a:buChar char="¨"/>
            </a:pPr>
            <a:r>
              <a:rPr b="0" lang="en-IN" sz="2800" spc="-1" strike="noStrike">
                <a:solidFill>
                  <a:srgbClr val="000000"/>
                </a:solidFill>
                <a:latin typeface="Univers Condensed Light"/>
                <a:ea typeface="DejaVu Sans"/>
              </a:rPr>
              <a:t>Online researcher</a:t>
            </a:r>
            <a:endParaRPr b="0" lang="en-IN" sz="2800" spc="-1" strike="noStrike">
              <a:latin typeface="Arial"/>
            </a:endParaRPr>
          </a:p>
          <a:p>
            <a:pPr marL="285840" indent="-285840">
              <a:lnSpc>
                <a:spcPct val="100000"/>
              </a:lnSpc>
              <a:buClr>
                <a:srgbClr val="000000"/>
              </a:buClr>
              <a:buFont typeface="Symbol"/>
              <a:buChar char="¨"/>
            </a:pPr>
            <a:r>
              <a:rPr b="0" lang="en-IN" sz="2800" spc="-1" strike="noStrike">
                <a:solidFill>
                  <a:srgbClr val="000000"/>
                </a:solidFill>
                <a:latin typeface="Univers Condensed Light"/>
                <a:ea typeface="DejaVu Sans"/>
              </a:rPr>
              <a:t>Non technical supporter</a:t>
            </a:r>
            <a:endParaRPr b="0" lang="en-IN" sz="2800" spc="-1" strike="noStrike">
              <a:latin typeface="Arial"/>
            </a:endParaRPr>
          </a:p>
        </p:txBody>
      </p:sp>
    </p:spTree>
  </p:cSld>
  <mc:AlternateContent>
    <mc:Choice Requires="p14">
      <p:transition spd="slow" p14:dur="2000">
        <p:split dir="in" orient="horz"/>
      </p:transition>
    </mc:Choice>
    <mc:Fallback>
      <p:transition spd="slow">
        <p:split dir="in" orient="horz"/>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title"/>
          </p:nvPr>
        </p:nvSpPr>
        <p:spPr>
          <a:xfrm>
            <a:off x="731520" y="2917080"/>
            <a:ext cx="4989600" cy="1937520"/>
          </a:xfrm>
          <a:prstGeom prst="rect">
            <a:avLst/>
          </a:prstGeom>
          <a:noFill/>
          <a:ln w="0">
            <a:noFill/>
          </a:ln>
        </p:spPr>
        <p:txBody>
          <a:bodyPr lIns="90000" rIns="90000" tIns="45000" bIns="45000" anchor="t">
            <a:noAutofit/>
          </a:bodyPr>
          <a:p>
            <a:pPr>
              <a:lnSpc>
                <a:spcPct val="100000"/>
              </a:lnSpc>
              <a:buNone/>
            </a:pPr>
            <a:r>
              <a:rPr b="0" lang="en-US" sz="6000" spc="-1" strike="noStrike">
                <a:solidFill>
                  <a:srgbClr val="000000"/>
                </a:solidFill>
                <a:latin typeface="Century Gothic"/>
              </a:rPr>
              <a:t>Thank you</a:t>
            </a:r>
            <a:endParaRPr b="0" lang="en-IN" sz="6000" spc="-1" strike="noStrike">
              <a:latin typeface="Arial"/>
            </a:endParaRPr>
          </a:p>
        </p:txBody>
      </p:sp>
      <p:pic>
        <p:nvPicPr>
          <p:cNvPr id="547" name="Picture 4" descr=""/>
          <p:cNvPicPr/>
          <p:nvPr/>
        </p:nvPicPr>
        <p:blipFill>
          <a:blip r:embed="rId1"/>
          <a:stretch/>
        </p:blipFill>
        <p:spPr>
          <a:xfrm>
            <a:off x="-226080" y="-273240"/>
            <a:ext cx="12574440" cy="7156080"/>
          </a:xfrm>
          <a:prstGeom prst="rect">
            <a:avLst/>
          </a:prstGeom>
          <a:ln w="0">
            <a:noFill/>
          </a:ln>
        </p:spPr>
      </p:pic>
      <p:sp>
        <p:nvSpPr>
          <p:cNvPr id="548" name="PlaceHolder 2"/>
          <p:cNvSpPr>
            <a:spLocks noGrp="1"/>
          </p:cNvSpPr>
          <p:nvPr>
            <p:ph/>
          </p:nvPr>
        </p:nvSpPr>
        <p:spPr>
          <a:xfrm>
            <a:off x="-226080" y="5220000"/>
            <a:ext cx="12417840" cy="1139400"/>
          </a:xfrm>
          <a:prstGeom prst="rect">
            <a:avLst/>
          </a:prstGeom>
          <a:noFill/>
          <a:ln w="0">
            <a:noFill/>
          </a:ln>
        </p:spPr>
        <p:txBody>
          <a:bodyPr lIns="90000" rIns="90000" tIns="45000" bIns="45000" anchor="t">
            <a:noAutofit/>
          </a:bodyPr>
          <a:p>
            <a:pPr>
              <a:lnSpc>
                <a:spcPct val="100000"/>
              </a:lnSpc>
              <a:buNone/>
              <a:tabLst>
                <a:tab algn="l" pos="0"/>
              </a:tabLst>
            </a:pPr>
            <a:r>
              <a:rPr b="1" lang="en-US" sz="3200" spc="-1" strike="noStrike">
                <a:solidFill>
                  <a:srgbClr val="ff0000"/>
                </a:solidFill>
                <a:latin typeface="Arial Black"/>
              </a:rPr>
              <a:t>We are Not making the Attackers least , We are making the victims to defend there self to Attackers !</a:t>
            </a:r>
            <a:endParaRPr b="0" lang="en-IN" sz="3200" spc="-1" strike="noStrike">
              <a:latin typeface="Arial"/>
            </a:endParaRPr>
          </a:p>
        </p:txBody>
      </p:sp>
      <p:sp>
        <p:nvSpPr>
          <p:cNvPr id="549" name="TextBox 5"/>
          <p:cNvSpPr/>
          <p:nvPr/>
        </p:nvSpPr>
        <p:spPr>
          <a:xfrm>
            <a:off x="5855760" y="4053600"/>
            <a:ext cx="32673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IN" sz="1800" spc="-1" strike="noStrike">
                <a:solidFill>
                  <a:srgbClr val="ffffff"/>
                </a:solidFill>
                <a:highlight>
                  <a:srgbClr val="000000"/>
                </a:highlight>
                <a:latin typeface="Univers Condensed Light"/>
                <a:ea typeface="DejaVu Sans"/>
              </a:rPr>
              <a:t>Kavalkaran.github.io/redict</a:t>
            </a:r>
            <a:endParaRPr b="0" lang="en-IN" sz="1800" spc="-1" strike="noStrike">
              <a:latin typeface="Arial"/>
            </a:endParaRPr>
          </a:p>
        </p:txBody>
      </p:sp>
      <p:sp>
        <p:nvSpPr>
          <p:cNvPr id="550" name="TextBox 2"/>
          <p:cNvSpPr/>
          <p:nvPr/>
        </p:nvSpPr>
        <p:spPr>
          <a:xfrm>
            <a:off x="2520000" y="3900600"/>
            <a:ext cx="413964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IN" sz="2800" spc="-1" strike="noStrike">
                <a:solidFill>
                  <a:srgbClr val="ff0000"/>
                </a:solidFill>
                <a:highlight>
                  <a:srgbClr val="000000"/>
                </a:highlight>
                <a:latin typeface="Univers Condensed Light"/>
                <a:ea typeface="DejaVu Sans"/>
              </a:rPr>
              <a:t>+91 9539218900</a:t>
            </a:r>
            <a:endParaRPr b="0" lang="en-IN" sz="2800" spc="-1" strike="noStrike">
              <a:latin typeface="Arial"/>
            </a:endParaRPr>
          </a:p>
        </p:txBody>
      </p:sp>
      <p:sp>
        <p:nvSpPr>
          <p:cNvPr id="551" name="TextBox 6"/>
          <p:cNvSpPr/>
          <p:nvPr/>
        </p:nvSpPr>
        <p:spPr>
          <a:xfrm>
            <a:off x="2435760" y="3625920"/>
            <a:ext cx="80672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IN" sz="1800" spc="-1" strike="noStrike">
                <a:solidFill>
                  <a:srgbClr val="000000"/>
                </a:solidFill>
                <a:highlight>
                  <a:srgbClr val="ff0000"/>
                </a:highlight>
                <a:latin typeface="Univers Condensed Light"/>
                <a:ea typeface="DejaVu Sans"/>
              </a:rPr>
              <a:t>_____________________________________________________________________</a:t>
            </a:r>
            <a:endParaRPr b="0" lang="en-IN" sz="1800" spc="-1" strike="noStrike">
              <a:latin typeface="Arial"/>
            </a:endParaRPr>
          </a:p>
        </p:txBody>
      </p:sp>
    </p:spTree>
  </p:cSld>
  <mc:AlternateContent>
    <mc:Choice Requires="p14">
      <p:transition spd="slow" advTm="69000" p14:dur="2000">
        <p:zoom dir="out"/>
      </p:transition>
    </mc:Choice>
    <mc:Fallback>
      <p:transition spd="slow" advTm="69000">
        <p:zoom dir="o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A78568-A730-4D3B-A489-FD854E91254A}">
  <ds:schemaRefs>
    <ds:schemaRef ds:uri="http://schemas.microsoft.com/sharepoint/v3/contenttype/forms"/>
  </ds:schemaRefs>
</ds:datastoreItem>
</file>

<file path=customXml/itemProps2.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Modern geometry</Template>
  <TotalTime>2470</TotalTime>
  <Application>LibreOffice/7.3.7.2$Linux_X86_64 LibreOffice_project/30$Build-2</Application>
  <AppVersion>15.0000</AppVersion>
  <Words>1523</Words>
  <Paragraphs>192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2025-10-26T10:16:20Z</dcterms:created>
  <dc:creator>Athul vinod .M</dc:creator>
  <dc:description/>
  <cp:keywords>kavalkaran project</cp:keywords>
  <dc:language>en-IN</dc:language>
  <cp:lastModifiedBy/>
  <dcterms:modified xsi:type="dcterms:W3CDTF">2025-11-07T13:39:20Z</dcterms:modified>
  <cp:revision>30</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4</vt:i4>
  </property>
  <property fmtid="{D5CDD505-2E9C-101B-9397-08002B2CF9AE}" pid="4" name="PresentationFormat">
    <vt:lpwstr>Widescreen</vt:lpwstr>
  </property>
  <property fmtid="{D5CDD505-2E9C-101B-9397-08002B2CF9AE}" pid="5" name="Slides">
    <vt:i4>18</vt:i4>
  </property>
</Properties>
</file>